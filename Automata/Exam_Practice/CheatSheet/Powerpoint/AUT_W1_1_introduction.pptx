
<file path=[Content_Types].xml><?xml version="1.0" encoding="utf-8"?>
<Types xmlns="http://schemas.openxmlformats.org/package/2006/content-types">
  <Default Extension="gif" ContentType="image/gif"/>
  <Default Extension="jpeg" ContentType="image/jpeg"/>
  <Default Extension="png" ContentType="image/png"/>
  <Default Extension="rels" ContentType="application/vnd.openxmlformats-package.relationships+xml"/>
  <Default Extension="xml" ContentType="application/xml"/>
  <Override PartName="/ppt/presentation.xml" ContentType="application/vnd.openxmlformats-officedocument.presentationml.presentation.main+xml"/>
  <Override PartName="/customXml/itemProps1.xml" ContentType="application/vnd.openxmlformats-officedocument.customXmlProperties+xml"/>
  <Override PartName="/customXml/itemProps2.xml" ContentType="application/vnd.openxmlformats-officedocument.customXmlProperties+xml"/>
  <Override PartName="/customXml/itemProps3.xml" ContentType="application/vnd.openxmlformats-officedocument.customXmlProperties+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slides/slide22.xml" ContentType="application/vnd.openxmlformats-officedocument.presentationml.slide+xml"/>
  <Override PartName="/ppt/slides/slide23.xml" ContentType="application/vnd.openxmlformats-officedocument.presentationml.slide+xml"/>
  <Override PartName="/ppt/slides/slide24.xml" ContentType="application/vnd.openxmlformats-officedocument.presentationml.slide+xml"/>
  <Override PartName="/ppt/notesMasters/notesMaster1.xml" ContentType="application/vnd.openxmlformats-officedocument.presentationml.notesMaster+xml"/>
  <Override PartName="/ppt/handoutMasters/handoutMaster1.xml" ContentType="application/vnd.openxmlformats-officedocument.presentationml.handout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theme/theme2.xml" ContentType="application/vnd.openxmlformats-officedocument.theme+xml"/>
  <Override PartName="/ppt/theme/theme3.xml" ContentType="application/vnd.openxmlformats-officedocument.theme+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notesSlides/notesSlide15.xml" ContentType="application/vnd.openxmlformats-officedocument.presentationml.notesSlide+xml"/>
  <Override PartName="/ppt/notesSlides/notesSlide16.xml" ContentType="application/vnd.openxmlformats-officedocument.presentationml.notesSlide+xml"/>
  <Override PartName="/ppt/notesSlides/notesSlide17.xml" ContentType="application/vnd.openxmlformats-officedocument.presentationml.notesSlide+xml"/>
  <Override PartName="/ppt/notesSlides/notesSlide18.xml" ContentType="application/vnd.openxmlformats-officedocument.presentationml.notesSlide+xml"/>
  <Override PartName="/ppt/changesInfos/changesInfo1.xml" ContentType="application/vnd.ms-powerpoint.changesinfo+xml"/>
  <Override PartName="/docProps/core.xml" ContentType="application/vnd.openxmlformats-package.core-properties+xml"/>
  <Override PartName="/docProps/app.xml" ContentType="application/vnd.openxmlformats-officedocument.extended-properties+xml"/>
  <Override PartName="/docProps/custom.xml" ContentType="application/vnd.openxmlformats-officedocument.custom-propertie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5" Type="http://schemas.openxmlformats.org/officeDocument/2006/relationships/custom-properties" Target="docProps/custom.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p:sldMasterIdLst>
    <p:sldMasterId id="2147483651" r:id="rId4"/>
  </p:sldMasterIdLst>
  <p:notesMasterIdLst>
    <p:notesMasterId r:id="rId29"/>
  </p:notesMasterIdLst>
  <p:handoutMasterIdLst>
    <p:handoutMasterId r:id="rId30"/>
  </p:handoutMasterIdLst>
  <p:sldIdLst>
    <p:sldId id="343" r:id="rId5"/>
    <p:sldId id="361" r:id="rId6"/>
    <p:sldId id="344" r:id="rId7"/>
    <p:sldId id="303" r:id="rId8"/>
    <p:sldId id="360" r:id="rId9"/>
    <p:sldId id="316" r:id="rId10"/>
    <p:sldId id="312" r:id="rId11"/>
    <p:sldId id="318" r:id="rId12"/>
    <p:sldId id="333" r:id="rId13"/>
    <p:sldId id="334" r:id="rId14"/>
    <p:sldId id="336" r:id="rId15"/>
    <p:sldId id="339" r:id="rId16"/>
    <p:sldId id="335" r:id="rId17"/>
    <p:sldId id="319" r:id="rId18"/>
    <p:sldId id="341" r:id="rId19"/>
    <p:sldId id="320" r:id="rId20"/>
    <p:sldId id="322" r:id="rId21"/>
    <p:sldId id="326" r:id="rId22"/>
    <p:sldId id="328" r:id="rId23"/>
    <p:sldId id="327" r:id="rId24"/>
    <p:sldId id="329" r:id="rId25"/>
    <p:sldId id="356" r:id="rId26"/>
    <p:sldId id="357" r:id="rId27"/>
    <p:sldId id="358" r:id="rId28"/>
  </p:sldIdLst>
  <p:sldSz cx="9144000" cy="6858000" type="screen4x3"/>
  <p:notesSz cx="6858000" cy="9144000"/>
  <p:defaultTextStyle>
    <a:defPPr>
      <a:defRPr lang="en-US"/>
    </a:defPPr>
    <a:lvl1pPr algn="l" rtl="0" fontAlgn="base">
      <a:spcBef>
        <a:spcPct val="0"/>
      </a:spcBef>
      <a:spcAft>
        <a:spcPct val="0"/>
      </a:spcAft>
      <a:defRPr sz="2400" kern="1200">
        <a:solidFill>
          <a:schemeClr val="tx1"/>
        </a:solidFill>
        <a:latin typeface="Arial" charset="0"/>
        <a:ea typeface="+mn-ea"/>
        <a:cs typeface="+mn-cs"/>
      </a:defRPr>
    </a:lvl1pPr>
    <a:lvl2pPr marL="457200" algn="l" rtl="0" fontAlgn="base">
      <a:spcBef>
        <a:spcPct val="0"/>
      </a:spcBef>
      <a:spcAft>
        <a:spcPct val="0"/>
      </a:spcAft>
      <a:defRPr sz="2400" kern="1200">
        <a:solidFill>
          <a:schemeClr val="tx1"/>
        </a:solidFill>
        <a:latin typeface="Arial" charset="0"/>
        <a:ea typeface="+mn-ea"/>
        <a:cs typeface="+mn-cs"/>
      </a:defRPr>
    </a:lvl2pPr>
    <a:lvl3pPr marL="914400" algn="l" rtl="0" fontAlgn="base">
      <a:spcBef>
        <a:spcPct val="0"/>
      </a:spcBef>
      <a:spcAft>
        <a:spcPct val="0"/>
      </a:spcAft>
      <a:defRPr sz="2400" kern="1200">
        <a:solidFill>
          <a:schemeClr val="tx1"/>
        </a:solidFill>
        <a:latin typeface="Arial" charset="0"/>
        <a:ea typeface="+mn-ea"/>
        <a:cs typeface="+mn-cs"/>
      </a:defRPr>
    </a:lvl3pPr>
    <a:lvl4pPr marL="1371600" algn="l" rtl="0" fontAlgn="base">
      <a:spcBef>
        <a:spcPct val="0"/>
      </a:spcBef>
      <a:spcAft>
        <a:spcPct val="0"/>
      </a:spcAft>
      <a:defRPr sz="2400" kern="1200">
        <a:solidFill>
          <a:schemeClr val="tx1"/>
        </a:solidFill>
        <a:latin typeface="Arial" charset="0"/>
        <a:ea typeface="+mn-ea"/>
        <a:cs typeface="+mn-cs"/>
      </a:defRPr>
    </a:lvl4pPr>
    <a:lvl5pPr marL="1828800" algn="l" rtl="0" fontAlgn="base">
      <a:spcBef>
        <a:spcPct val="0"/>
      </a:spcBef>
      <a:spcAft>
        <a:spcPct val="0"/>
      </a:spcAft>
      <a:defRPr sz="2400" kern="1200">
        <a:solidFill>
          <a:schemeClr val="tx1"/>
        </a:solidFill>
        <a:latin typeface="Arial" charset="0"/>
        <a:ea typeface="+mn-ea"/>
        <a:cs typeface="+mn-cs"/>
      </a:defRPr>
    </a:lvl5pPr>
    <a:lvl6pPr marL="2286000" algn="l" defTabSz="914400" rtl="0" eaLnBrk="1" latinLnBrk="0" hangingPunct="1">
      <a:defRPr sz="2400" kern="1200">
        <a:solidFill>
          <a:schemeClr val="tx1"/>
        </a:solidFill>
        <a:latin typeface="Arial" charset="0"/>
        <a:ea typeface="+mn-ea"/>
        <a:cs typeface="+mn-cs"/>
      </a:defRPr>
    </a:lvl6pPr>
    <a:lvl7pPr marL="2743200" algn="l" defTabSz="914400" rtl="0" eaLnBrk="1" latinLnBrk="0" hangingPunct="1">
      <a:defRPr sz="2400" kern="1200">
        <a:solidFill>
          <a:schemeClr val="tx1"/>
        </a:solidFill>
        <a:latin typeface="Arial" charset="0"/>
        <a:ea typeface="+mn-ea"/>
        <a:cs typeface="+mn-cs"/>
      </a:defRPr>
    </a:lvl7pPr>
    <a:lvl8pPr marL="3200400" algn="l" defTabSz="914400" rtl="0" eaLnBrk="1" latinLnBrk="0" hangingPunct="1">
      <a:defRPr sz="2400" kern="1200">
        <a:solidFill>
          <a:schemeClr val="tx1"/>
        </a:solidFill>
        <a:latin typeface="Arial" charset="0"/>
        <a:ea typeface="+mn-ea"/>
        <a:cs typeface="+mn-cs"/>
      </a:defRPr>
    </a:lvl8pPr>
    <a:lvl9pPr marL="3657600" algn="l" defTabSz="914400" rtl="0" eaLnBrk="1" latinLnBrk="0" hangingPunct="1">
      <a:defRPr sz="2400" kern="1200">
        <a:solidFill>
          <a:schemeClr val="tx1"/>
        </a:solidFill>
        <a:latin typeface="Arial" charset="0"/>
        <a:ea typeface="+mn-ea"/>
        <a:cs typeface="+mn-cs"/>
      </a:defRPr>
    </a:lvl9pPr>
  </p:defaultTextStyle>
  <p:extLst>
    <p:ext uri="{EFAFB233-063F-42B5-8137-9DF3F51BA10A}">
      <p15:sldGuideLst xmlns:p15="http://schemas.microsoft.com/office/powerpoint/2012/main">
        <p15:guide id="1" orient="horz" pos="5">
          <p15:clr>
            <a:srgbClr val="A4A3A4"/>
          </p15:clr>
        </p15:guide>
        <p15:guide id="2" pos="2880">
          <p15:clr>
            <a:srgbClr val="A4A3A4"/>
          </p15:clr>
        </p15:guide>
      </p15:sldGuideLst>
    </p:ext>
  </p:extLst>
</p:presentation>
</file>

<file path=ppt/presProps.xml><?xml version="1.0" encoding="utf-8"?>
<p:presentationPr xmlns:a="http://schemas.openxmlformats.org/drawingml/2006/main" xmlns:r="http://schemas.openxmlformats.org/officeDocument/2006/relationships" xmlns:p="http://schemas.openxmlformats.org/presentationml/2006/main">
  <p:clrMru>
    <a:srgbClr val="0000CC"/>
    <a:srgbClr val="9966FF"/>
    <a:srgbClr val="FF0000"/>
    <a:srgbClr val="CC00FF"/>
    <a:srgbClr val="CC99FF"/>
  </p:clrMru>
  <p:extLst>
    <p:ext uri="{E76CE94A-603C-4142-B9EB-6D1370010A27}">
      <p14:discardImageEditData xmlns:p14="http://schemas.microsoft.com/office/powerpoint/2010/main" val="0"/>
    </p:ext>
    <p:ext uri="{D31A062A-798A-4329-ABDD-BBA856620510}">
      <p14:defaultImageDpi xmlns:p14="http://schemas.microsoft.com/office/powerpoint/2010/main" val="220"/>
    </p:ext>
    <p:ext uri="{FD5EFAAD-0ECE-453E-9831-46B23BE46B34}">
      <p15:chartTrackingRefBased xmlns:p15="http://schemas.microsoft.com/office/powerpoint/2012/main" val="0"/>
    </p:ext>
  </p:extLst>
</p:presentationPr>
</file>

<file path=ppt/tableStyles.xml><?xml version="1.0" encoding="utf-8"?>
<a:tblStyleLst xmlns:a="http://schemas.openxmlformats.org/drawingml/2006/main" def="{5C22544A-7EE6-4342-B048-85BDC9FD1C3A}">
  <a:tblStyle styleId="{5C22544A-7EE6-4342-B048-85BDC9FD1C3A}" styleName="Stijl, gemiddeld 2 - Accent 1">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accent1">
              <a:tint val="20000"/>
            </a:schemeClr>
          </a:solidFill>
        </a:fill>
      </a:tcStyle>
    </a:wholeTbl>
    <a:band1H>
      <a:tcStyle>
        <a:tcBdr/>
        <a:fill>
          <a:solidFill>
            <a:schemeClr val="accent1">
              <a:tint val="40000"/>
            </a:schemeClr>
          </a:solidFill>
        </a:fill>
      </a:tcStyle>
    </a:band1H>
    <a:band2H>
      <a:tcStyle>
        <a:tcBdr/>
      </a:tcStyle>
    </a:band2H>
    <a:band1V>
      <a:tcStyle>
        <a:tcBdr/>
        <a:fill>
          <a:solidFill>
            <a:schemeClr val="accent1">
              <a:tint val="40000"/>
            </a:schemeClr>
          </a:solidFill>
        </a:fill>
      </a:tcStyle>
    </a:band1V>
    <a:band2V>
      <a:tcStyle>
        <a:tcBdr/>
      </a:tcStyle>
    </a:band2V>
    <a:lastCol>
      <a:tcTxStyle b="on">
        <a:fontRef idx="minor">
          <a:prstClr val="black"/>
        </a:fontRef>
        <a:schemeClr val="lt1"/>
      </a:tcTxStyle>
      <a:tcStyle>
        <a:tcBdr/>
        <a:fill>
          <a:solidFill>
            <a:schemeClr val="accent1"/>
          </a:solidFill>
        </a:fill>
      </a:tcStyle>
    </a:lastCol>
    <a:firstCol>
      <a:tcTxStyle b="on">
        <a:fontRef idx="minor">
          <a:prstClr val="black"/>
        </a:fontRef>
        <a:schemeClr val="lt1"/>
      </a:tcTxStyle>
      <a:tcStyle>
        <a:tcBdr/>
        <a:fill>
          <a:solidFill>
            <a:schemeClr val="accent1"/>
          </a:solidFill>
        </a:fill>
      </a:tcStyle>
    </a:firstCol>
    <a:lastRow>
      <a:tcTxStyle b="on">
        <a:fontRef idx="minor">
          <a:prstClr val="black"/>
        </a:fontRef>
        <a:schemeClr val="lt1"/>
      </a:tcTxStyle>
      <a:tcStyle>
        <a:tcBdr>
          <a:top>
            <a:ln w="38100" cmpd="sng">
              <a:solidFill>
                <a:schemeClr val="lt1"/>
              </a:solidFill>
            </a:ln>
          </a:top>
        </a:tcBdr>
        <a:fill>
          <a:solidFill>
            <a:schemeClr val="accent1"/>
          </a:solidFill>
        </a:fill>
      </a:tcStyle>
    </a:lastRow>
    <a:firstRow>
      <a:tcTxStyle b="on">
        <a:fontRef idx="minor">
          <a:prstClr val="black"/>
        </a:fontRef>
        <a:schemeClr val="lt1"/>
      </a:tcTxStyle>
      <a:tcStyle>
        <a:tcBdr>
          <a:bottom>
            <a:ln w="38100" cmpd="sng">
              <a:solidFill>
                <a:schemeClr val="lt1"/>
              </a:solidFill>
            </a:ln>
          </a:bottom>
        </a:tcBdr>
        <a:fill>
          <a:solidFill>
            <a:schemeClr val="accent1"/>
          </a:solidFill>
        </a:fill>
      </a:tcStyle>
    </a:firstRow>
  </a:tblStyle>
  <a:tblStyle styleId="{073A0DAA-6AF3-43AB-8588-CEC1D06C72B9}" styleName="Medium Style 2">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dk1">
              <a:tint val="20000"/>
            </a:schemeClr>
          </a:solidFill>
        </a:fill>
      </a:tcStyle>
    </a:wholeTbl>
    <a:band1H>
      <a:tcStyle>
        <a:tcBdr/>
        <a:fill>
          <a:solidFill>
            <a:schemeClr val="dk1">
              <a:tint val="40000"/>
            </a:schemeClr>
          </a:solidFill>
        </a:fill>
      </a:tcStyle>
    </a:band1H>
    <a:band2H>
      <a:tcStyle>
        <a:tcBdr/>
      </a:tcStyle>
    </a:band2H>
    <a:band1V>
      <a:tcStyle>
        <a:tcBdr/>
        <a:fill>
          <a:solidFill>
            <a:schemeClr val="dk1">
              <a:tint val="40000"/>
            </a:schemeClr>
          </a:solidFill>
        </a:fill>
      </a:tcStyle>
    </a:band1V>
    <a:band2V>
      <a:tcStyle>
        <a:tcBdr/>
      </a:tcStyle>
    </a:band2V>
    <a:lastCol>
      <a:tcTxStyle b="on">
        <a:fontRef idx="minor">
          <a:prstClr val="black"/>
        </a:fontRef>
        <a:schemeClr val="lt1"/>
      </a:tcTxStyle>
      <a:tcStyle>
        <a:tcBdr/>
        <a:fill>
          <a:solidFill>
            <a:schemeClr val="dk1"/>
          </a:solidFill>
        </a:fill>
      </a:tcStyle>
    </a:lastCol>
    <a:firstCol>
      <a:tcTxStyle b="on">
        <a:fontRef idx="minor">
          <a:prstClr val="black"/>
        </a:fontRef>
        <a:schemeClr val="lt1"/>
      </a:tcTxStyle>
      <a:tcStyle>
        <a:tcBdr/>
        <a:fill>
          <a:solidFill>
            <a:schemeClr val="dk1"/>
          </a:solidFill>
        </a:fill>
      </a:tcStyle>
    </a:firstCol>
    <a:lastRow>
      <a:tcTxStyle b="on">
        <a:fontRef idx="minor">
          <a:prstClr val="black"/>
        </a:fontRef>
        <a:schemeClr val="lt1"/>
      </a:tcTxStyle>
      <a:tcStyle>
        <a:tcBdr>
          <a:top>
            <a:ln w="38100" cmpd="sng">
              <a:solidFill>
                <a:schemeClr val="lt1"/>
              </a:solidFill>
            </a:ln>
          </a:top>
        </a:tcBdr>
        <a:fill>
          <a:solidFill>
            <a:schemeClr val="dk1"/>
          </a:solidFill>
        </a:fill>
      </a:tcStyle>
    </a:lastRow>
    <a:firstRow>
      <a:tcTxStyle b="on">
        <a:fontRef idx="minor">
          <a:prstClr val="black"/>
        </a:fontRef>
        <a:schemeClr val="lt1"/>
      </a:tcTxStyle>
      <a:tcStyle>
        <a:tcBdr>
          <a:bottom>
            <a:ln w="38100" cmpd="sng">
              <a:solidFill>
                <a:schemeClr val="lt1"/>
              </a:solidFill>
            </a:ln>
          </a:bottom>
        </a:tcBdr>
        <a:fill>
          <a:solidFill>
            <a:schemeClr val="dk1"/>
          </a:solidFill>
        </a:fill>
      </a:tcStyle>
    </a:firstRow>
  </a:tblStyle>
</a:tblStyleLst>
</file>

<file path=ppt/viewProps.xml><?xml version="1.0" encoding="utf-8"?>
<p:viewPr xmlns:a="http://schemas.openxmlformats.org/drawingml/2006/main" xmlns:r="http://schemas.openxmlformats.org/officeDocument/2006/relationships" xmlns:p="http://schemas.openxmlformats.org/presentationml/2006/main">
  <p:normalViewPr>
    <p:restoredLeft sz="20514" autoAdjust="0"/>
    <p:restoredTop sz="91039" autoAdjust="0"/>
  </p:normalViewPr>
  <p:slideViewPr>
    <p:cSldViewPr>
      <p:cViewPr varScale="1">
        <p:scale>
          <a:sx n="133" d="100"/>
          <a:sy n="133" d="100"/>
        </p:scale>
        <p:origin x="126" y="630"/>
      </p:cViewPr>
      <p:guideLst>
        <p:guide orient="horz" pos="5"/>
        <p:guide pos="2880"/>
      </p:guideLst>
    </p:cSldViewPr>
  </p:slideViewPr>
  <p:notesTextViewPr>
    <p:cViewPr>
      <p:scale>
        <a:sx n="100" d="100"/>
        <a:sy n="100" d="100"/>
      </p:scale>
      <p:origin x="0" y="0"/>
    </p:cViewPr>
  </p:notesTextViewPr>
  <p:gridSpacing cx="90012" cy="90012"/>
</p:viewPr>
</file>

<file path=ppt/_rels/presentation.xml.rels><?xml version="1.0" encoding="UTF-8" standalone="yes"?>
<Relationships xmlns="http://schemas.openxmlformats.org/package/2006/relationships"><Relationship Id="rId8" Type="http://schemas.openxmlformats.org/officeDocument/2006/relationships/slide" Target="slides/slide4.xml"/><Relationship Id="rId13" Type="http://schemas.openxmlformats.org/officeDocument/2006/relationships/slide" Target="slides/slide9.xml"/><Relationship Id="rId18" Type="http://schemas.openxmlformats.org/officeDocument/2006/relationships/slide" Target="slides/slide14.xml"/><Relationship Id="rId26" Type="http://schemas.openxmlformats.org/officeDocument/2006/relationships/slide" Target="slides/slide22.xml"/><Relationship Id="rId3" Type="http://schemas.openxmlformats.org/officeDocument/2006/relationships/customXml" Target="../customXml/item3.xml"/><Relationship Id="rId21" Type="http://schemas.openxmlformats.org/officeDocument/2006/relationships/slide" Target="slides/slide17.xml"/><Relationship Id="rId34" Type="http://schemas.openxmlformats.org/officeDocument/2006/relationships/tableStyles" Target="tableStyles.xml"/><Relationship Id="rId7" Type="http://schemas.openxmlformats.org/officeDocument/2006/relationships/slide" Target="slides/slide3.xml"/><Relationship Id="rId12" Type="http://schemas.openxmlformats.org/officeDocument/2006/relationships/slide" Target="slides/slide8.xml"/><Relationship Id="rId17" Type="http://schemas.openxmlformats.org/officeDocument/2006/relationships/slide" Target="slides/slide13.xml"/><Relationship Id="rId25" Type="http://schemas.openxmlformats.org/officeDocument/2006/relationships/slide" Target="slides/slide21.xml"/><Relationship Id="rId33" Type="http://schemas.openxmlformats.org/officeDocument/2006/relationships/theme" Target="theme/theme1.xml"/><Relationship Id="rId2" Type="http://schemas.openxmlformats.org/officeDocument/2006/relationships/customXml" Target="../customXml/item2.xml"/><Relationship Id="rId16" Type="http://schemas.openxmlformats.org/officeDocument/2006/relationships/slide" Target="slides/slide12.xml"/><Relationship Id="rId20" Type="http://schemas.openxmlformats.org/officeDocument/2006/relationships/slide" Target="slides/slide16.xml"/><Relationship Id="rId29" Type="http://schemas.openxmlformats.org/officeDocument/2006/relationships/notesMaster" Target="notesMasters/notesMaster1.xml"/><Relationship Id="rId1" Type="http://schemas.openxmlformats.org/officeDocument/2006/relationships/customXml" Target="../customXml/item1.xml"/><Relationship Id="rId6" Type="http://schemas.openxmlformats.org/officeDocument/2006/relationships/slide" Target="slides/slide2.xml"/><Relationship Id="rId11" Type="http://schemas.openxmlformats.org/officeDocument/2006/relationships/slide" Target="slides/slide7.xml"/><Relationship Id="rId24" Type="http://schemas.openxmlformats.org/officeDocument/2006/relationships/slide" Target="slides/slide20.xml"/><Relationship Id="rId32" Type="http://schemas.openxmlformats.org/officeDocument/2006/relationships/viewProps" Target="viewProps.xml"/><Relationship Id="rId5" Type="http://schemas.openxmlformats.org/officeDocument/2006/relationships/slide" Target="slides/slide1.xml"/><Relationship Id="rId15" Type="http://schemas.openxmlformats.org/officeDocument/2006/relationships/slide" Target="slides/slide11.xml"/><Relationship Id="rId23" Type="http://schemas.openxmlformats.org/officeDocument/2006/relationships/slide" Target="slides/slide19.xml"/><Relationship Id="rId28" Type="http://schemas.openxmlformats.org/officeDocument/2006/relationships/slide" Target="slides/slide24.xml"/><Relationship Id="rId10" Type="http://schemas.openxmlformats.org/officeDocument/2006/relationships/slide" Target="slides/slide6.xml"/><Relationship Id="rId19" Type="http://schemas.openxmlformats.org/officeDocument/2006/relationships/slide" Target="slides/slide15.xml"/><Relationship Id="rId31" Type="http://schemas.openxmlformats.org/officeDocument/2006/relationships/presProps" Target="presProps.xml"/><Relationship Id="rId4" Type="http://schemas.openxmlformats.org/officeDocument/2006/relationships/slideMaster" Target="slideMasters/slideMaster1.xml"/><Relationship Id="rId9" Type="http://schemas.openxmlformats.org/officeDocument/2006/relationships/slide" Target="slides/slide5.xml"/><Relationship Id="rId14" Type="http://schemas.openxmlformats.org/officeDocument/2006/relationships/slide" Target="slides/slide10.xml"/><Relationship Id="rId22" Type="http://schemas.openxmlformats.org/officeDocument/2006/relationships/slide" Target="slides/slide18.xml"/><Relationship Id="rId27" Type="http://schemas.openxmlformats.org/officeDocument/2006/relationships/slide" Target="slides/slide23.xml"/><Relationship Id="rId30" Type="http://schemas.openxmlformats.org/officeDocument/2006/relationships/handoutMaster" Target="handoutMasters/handoutMaster1.xml"/><Relationship Id="rId35" Type="http://schemas.microsoft.com/office/2016/11/relationships/changesInfo" Target="changesInfos/changesInfo1.xml"/></Relationships>
</file>

<file path=ppt/changesInfos/changesInfo1.xml><?xml version="1.0" encoding="utf-8"?>
<pc:chgInfo xmlns:a="http://schemas.openxmlformats.org/drawingml/2006/main" xmlns:r="http://schemas.openxmlformats.org/officeDocument/2006/relationships" xmlns:ac="http://schemas.microsoft.com/office/drawing/2013/main/command" xmlns:pc="http://schemas.microsoft.com/office/powerpoint/2013/main/command">
  <pc:docChgLst>
    <pc:chgData name="Heumen,Hans J.B.H.M. van" userId="357d3a60-27dc-42a3-bd03-172815e944eb" providerId="ADAL" clId="{0E113807-9CA3-445F-A5CD-0A567570384E}"/>
    <pc:docChg chg="addSld modSld">
      <pc:chgData name="Heumen,Hans J.B.H.M. van" userId="357d3a60-27dc-42a3-bd03-172815e944eb" providerId="ADAL" clId="{0E113807-9CA3-445F-A5CD-0A567570384E}" dt="2024-09-02T12:46:50.434" v="25" actId="20577"/>
      <pc:docMkLst>
        <pc:docMk/>
      </pc:docMkLst>
      <pc:sldChg chg="modSp new mod">
        <pc:chgData name="Heumen,Hans J.B.H.M. van" userId="357d3a60-27dc-42a3-bd03-172815e944eb" providerId="ADAL" clId="{0E113807-9CA3-445F-A5CD-0A567570384E}" dt="2024-09-02T12:46:50.434" v="25" actId="20577"/>
        <pc:sldMkLst>
          <pc:docMk/>
          <pc:sldMk cId="1375342933" sldId="361"/>
        </pc:sldMkLst>
        <pc:spChg chg="mod">
          <ac:chgData name="Heumen,Hans J.B.H.M. van" userId="357d3a60-27dc-42a3-bd03-172815e944eb" providerId="ADAL" clId="{0E113807-9CA3-445F-A5CD-0A567570384E}" dt="2024-09-02T12:46:50.434" v="25" actId="20577"/>
          <ac:spMkLst>
            <pc:docMk/>
            <pc:sldMk cId="1375342933" sldId="361"/>
            <ac:spMk id="2" creationId="{F1E682E0-D54A-6F3D-3F4A-9A2B789C61DE}"/>
          </ac:spMkLst>
        </pc:spChg>
        <pc:spChg chg="mod">
          <ac:chgData name="Heumen,Hans J.B.H.M. van" userId="357d3a60-27dc-42a3-bd03-172815e944eb" providerId="ADAL" clId="{0E113807-9CA3-445F-A5CD-0A567570384E}" dt="2024-09-02T12:33:30.260" v="24" actId="20577"/>
          <ac:spMkLst>
            <pc:docMk/>
            <pc:sldMk cId="1375342933" sldId="361"/>
            <ac:spMk id="3" creationId="{D8BAC8ED-5EED-0ACD-23FC-4E48BC89C992}"/>
          </ac:spMkLst>
        </pc:spChg>
      </pc:sldChg>
    </pc:docChg>
  </pc:docChgLst>
  <pc:docChgLst>
    <pc:chgData name="Heumen,Hans J.B.H.M. van" userId="357d3a60-27dc-42a3-bd03-172815e944eb" providerId="ADAL" clId="{602527C1-0509-4B58-8E1C-2D6B4B375E02}"/>
    <pc:docChg chg="custSel addSld delSld modSld">
      <pc:chgData name="Heumen,Hans J.B.H.M. van" userId="357d3a60-27dc-42a3-bd03-172815e944eb" providerId="ADAL" clId="{602527C1-0509-4B58-8E1C-2D6B4B375E02}" dt="2024-09-04T09:12:44.759" v="296" actId="47"/>
      <pc:docMkLst>
        <pc:docMk/>
      </pc:docMkLst>
      <pc:sldChg chg="modSp mod">
        <pc:chgData name="Heumen,Hans J.B.H.M. van" userId="357d3a60-27dc-42a3-bd03-172815e944eb" providerId="ADAL" clId="{602527C1-0509-4B58-8E1C-2D6B4B375E02}" dt="2024-09-02T09:20:05.828" v="185" actId="1076"/>
        <pc:sldMkLst>
          <pc:docMk/>
          <pc:sldMk cId="2860095100" sldId="312"/>
        </pc:sldMkLst>
        <pc:spChg chg="mod">
          <ac:chgData name="Heumen,Hans J.B.H.M. van" userId="357d3a60-27dc-42a3-bd03-172815e944eb" providerId="ADAL" clId="{602527C1-0509-4B58-8E1C-2D6B4B375E02}" dt="2024-09-02T09:20:05.828" v="185" actId="1076"/>
          <ac:spMkLst>
            <pc:docMk/>
            <pc:sldMk cId="2860095100" sldId="312"/>
            <ac:spMk id="36" creationId="{00000000-0000-0000-0000-000000000000}"/>
          </ac:spMkLst>
        </pc:spChg>
      </pc:sldChg>
      <pc:sldChg chg="modNotesTx">
        <pc:chgData name="Heumen,Hans J.B.H.M. van" userId="357d3a60-27dc-42a3-bd03-172815e944eb" providerId="ADAL" clId="{602527C1-0509-4B58-8E1C-2D6B4B375E02}" dt="2024-09-02T09:35:13.009" v="187"/>
        <pc:sldMkLst>
          <pc:docMk/>
          <pc:sldMk cId="176712880" sldId="318"/>
        </pc:sldMkLst>
      </pc:sldChg>
      <pc:sldChg chg="delSp modSp del mod">
        <pc:chgData name="Heumen,Hans J.B.H.M. van" userId="357d3a60-27dc-42a3-bd03-172815e944eb" providerId="ADAL" clId="{602527C1-0509-4B58-8E1C-2D6B4B375E02}" dt="2024-09-04T09:12:42.028" v="294" actId="47"/>
        <pc:sldMkLst>
          <pc:docMk/>
          <pc:sldMk cId="3833983145" sldId="323"/>
        </pc:sldMkLst>
        <pc:spChg chg="del mod">
          <ac:chgData name="Heumen,Hans J.B.H.M. van" userId="357d3a60-27dc-42a3-bd03-172815e944eb" providerId="ADAL" clId="{602527C1-0509-4B58-8E1C-2D6B4B375E02}" dt="2024-09-02T09:58:37.862" v="293" actId="478"/>
          <ac:spMkLst>
            <pc:docMk/>
            <pc:sldMk cId="3833983145" sldId="323"/>
            <ac:spMk id="2" creationId="{00000000-0000-0000-0000-000000000000}"/>
          </ac:spMkLst>
        </pc:spChg>
      </pc:sldChg>
      <pc:sldChg chg="del">
        <pc:chgData name="Heumen,Hans J.B.H.M. van" userId="357d3a60-27dc-42a3-bd03-172815e944eb" providerId="ADAL" clId="{602527C1-0509-4B58-8E1C-2D6B4B375E02}" dt="2024-09-04T09:12:43.674" v="295" actId="47"/>
        <pc:sldMkLst>
          <pc:docMk/>
          <pc:sldMk cId="3334751044" sldId="325"/>
        </pc:sldMkLst>
      </pc:sldChg>
      <pc:sldChg chg="modNotesTx">
        <pc:chgData name="Heumen,Hans J.B.H.M. van" userId="357d3a60-27dc-42a3-bd03-172815e944eb" providerId="ADAL" clId="{602527C1-0509-4B58-8E1C-2D6B4B375E02}" dt="2024-09-02T09:36:18.986" v="191"/>
        <pc:sldMkLst>
          <pc:docMk/>
          <pc:sldMk cId="1306616737" sldId="333"/>
        </pc:sldMkLst>
      </pc:sldChg>
      <pc:sldChg chg="addSp modSp mod modNotesTx">
        <pc:chgData name="Heumen,Hans J.B.H.M. van" userId="357d3a60-27dc-42a3-bd03-172815e944eb" providerId="ADAL" clId="{602527C1-0509-4B58-8E1C-2D6B4B375E02}" dt="2024-09-02T09:49:06.485" v="287" actId="1076"/>
        <pc:sldMkLst>
          <pc:docMk/>
          <pc:sldMk cId="2741171790" sldId="341"/>
        </pc:sldMkLst>
        <pc:spChg chg="mod">
          <ac:chgData name="Heumen,Hans J.B.H.M. van" userId="357d3a60-27dc-42a3-bd03-172815e944eb" providerId="ADAL" clId="{602527C1-0509-4B58-8E1C-2D6B4B375E02}" dt="2024-09-02T09:48:54.427" v="285" actId="14100"/>
          <ac:spMkLst>
            <pc:docMk/>
            <pc:sldMk cId="2741171790" sldId="341"/>
            <ac:spMk id="2" creationId="{00000000-0000-0000-0000-000000000000}"/>
          </ac:spMkLst>
        </pc:spChg>
        <pc:spChg chg="add">
          <ac:chgData name="Heumen,Hans J.B.H.M. van" userId="357d3a60-27dc-42a3-bd03-172815e944eb" providerId="ADAL" clId="{602527C1-0509-4B58-8E1C-2D6B4B375E02}" dt="2024-09-02T09:45:29.075" v="197"/>
          <ac:spMkLst>
            <pc:docMk/>
            <pc:sldMk cId="2741171790" sldId="341"/>
            <ac:spMk id="3" creationId="{1DF12E3E-2967-0D3A-82C5-B724BAE62374}"/>
          </ac:spMkLst>
        </pc:spChg>
        <pc:picChg chg="add mod">
          <ac:chgData name="Heumen,Hans J.B.H.M. van" userId="357d3a60-27dc-42a3-bd03-172815e944eb" providerId="ADAL" clId="{602527C1-0509-4B58-8E1C-2D6B4B375E02}" dt="2024-09-02T09:49:06.485" v="287" actId="1076"/>
          <ac:picMkLst>
            <pc:docMk/>
            <pc:sldMk cId="2741171790" sldId="341"/>
            <ac:picMk id="1027" creationId="{72A8FE23-5264-2814-00F9-7BB9434C5966}"/>
          </ac:picMkLst>
        </pc:picChg>
      </pc:sldChg>
      <pc:sldChg chg="addSp modSp mod">
        <pc:chgData name="Heumen,Hans J.B.H.M. van" userId="357d3a60-27dc-42a3-bd03-172815e944eb" providerId="ADAL" clId="{602527C1-0509-4B58-8E1C-2D6B4B375E02}" dt="2024-09-02T09:53:17.878" v="289" actId="20577"/>
        <pc:sldMkLst>
          <pc:docMk/>
          <pc:sldMk cId="899385015" sldId="344"/>
        </pc:sldMkLst>
        <pc:spChg chg="mod">
          <ac:chgData name="Heumen,Hans J.B.H.M. van" userId="357d3a60-27dc-42a3-bd03-172815e944eb" providerId="ADAL" clId="{602527C1-0509-4B58-8E1C-2D6B4B375E02}" dt="2024-09-02T09:53:17.878" v="289" actId="20577"/>
          <ac:spMkLst>
            <pc:docMk/>
            <pc:sldMk cId="899385015" sldId="344"/>
            <ac:spMk id="3" creationId="{00000000-0000-0000-0000-000000000000}"/>
          </ac:spMkLst>
        </pc:spChg>
        <pc:spChg chg="add mod">
          <ac:chgData name="Heumen,Hans J.B.H.M. van" userId="357d3a60-27dc-42a3-bd03-172815e944eb" providerId="ADAL" clId="{602527C1-0509-4B58-8E1C-2D6B4B375E02}" dt="2024-09-01T11:34:21.378" v="6" actId="1035"/>
          <ac:spMkLst>
            <pc:docMk/>
            <pc:sldMk cId="899385015" sldId="344"/>
            <ac:spMk id="4" creationId="{54C9765D-BE72-AF94-C017-94520CC9390C}"/>
          </ac:spMkLst>
        </pc:spChg>
        <pc:spChg chg="add mod">
          <ac:chgData name="Heumen,Hans J.B.H.M. van" userId="357d3a60-27dc-42a3-bd03-172815e944eb" providerId="ADAL" clId="{602527C1-0509-4B58-8E1C-2D6B4B375E02}" dt="2024-09-01T11:34:31.213" v="8" actId="1076"/>
          <ac:spMkLst>
            <pc:docMk/>
            <pc:sldMk cId="899385015" sldId="344"/>
            <ac:spMk id="5" creationId="{8F0901DB-FC2F-9F77-2EEF-7E53B3A689C3}"/>
          </ac:spMkLst>
        </pc:spChg>
      </pc:sldChg>
      <pc:sldChg chg="del">
        <pc:chgData name="Heumen,Hans J.B.H.M. van" userId="357d3a60-27dc-42a3-bd03-172815e944eb" providerId="ADAL" clId="{602527C1-0509-4B58-8E1C-2D6B4B375E02}" dt="2024-09-01T11:31:49.604" v="1" actId="47"/>
        <pc:sldMkLst>
          <pc:docMk/>
          <pc:sldMk cId="1377543710" sldId="345"/>
        </pc:sldMkLst>
      </pc:sldChg>
      <pc:sldChg chg="del">
        <pc:chgData name="Heumen,Hans J.B.H.M. van" userId="357d3a60-27dc-42a3-bd03-172815e944eb" providerId="ADAL" clId="{602527C1-0509-4B58-8E1C-2D6B4B375E02}" dt="2024-09-04T09:12:44.759" v="296" actId="47"/>
        <pc:sldMkLst>
          <pc:docMk/>
          <pc:sldMk cId="192434328" sldId="347"/>
        </pc:sldMkLst>
      </pc:sldChg>
      <pc:sldChg chg="del">
        <pc:chgData name="Heumen,Hans J.B.H.M. van" userId="357d3a60-27dc-42a3-bd03-172815e944eb" providerId="ADAL" clId="{602527C1-0509-4B58-8E1C-2D6B4B375E02}" dt="2024-09-01T11:31:47.743" v="0" actId="47"/>
        <pc:sldMkLst>
          <pc:docMk/>
          <pc:sldMk cId="2494241489" sldId="351"/>
        </pc:sldMkLst>
      </pc:sldChg>
      <pc:sldChg chg="add del">
        <pc:chgData name="Heumen,Hans J.B.H.M. van" userId="357d3a60-27dc-42a3-bd03-172815e944eb" providerId="ADAL" clId="{602527C1-0509-4B58-8E1C-2D6B4B375E02}" dt="2024-09-02T09:57:27.917" v="291"/>
        <pc:sldMkLst>
          <pc:docMk/>
          <pc:sldMk cId="3030877551" sldId="356"/>
        </pc:sldMkLst>
      </pc:sldChg>
      <pc:sldChg chg="add del">
        <pc:chgData name="Heumen,Hans J.B.H.M. van" userId="357d3a60-27dc-42a3-bd03-172815e944eb" providerId="ADAL" clId="{602527C1-0509-4B58-8E1C-2D6B4B375E02}" dt="2024-09-02T09:53:32.626" v="290" actId="47"/>
        <pc:sldMkLst>
          <pc:docMk/>
          <pc:sldMk cId="115030416" sldId="359"/>
        </pc:sldMkLst>
      </pc:sldChg>
      <pc:sldChg chg="modSp new mod">
        <pc:chgData name="Heumen,Hans J.B.H.M. van" userId="357d3a60-27dc-42a3-bd03-172815e944eb" providerId="ADAL" clId="{602527C1-0509-4B58-8E1C-2D6B4B375E02}" dt="2024-09-02T09:09:29.603" v="184" actId="20578"/>
        <pc:sldMkLst>
          <pc:docMk/>
          <pc:sldMk cId="1491618549" sldId="360"/>
        </pc:sldMkLst>
        <pc:spChg chg="mod">
          <ac:chgData name="Heumen,Hans J.B.H.M. van" userId="357d3a60-27dc-42a3-bd03-172815e944eb" providerId="ADAL" clId="{602527C1-0509-4B58-8E1C-2D6B4B375E02}" dt="2024-09-02T09:05:30.979" v="71" actId="20577"/>
          <ac:spMkLst>
            <pc:docMk/>
            <pc:sldMk cId="1491618549" sldId="360"/>
            <ac:spMk id="2" creationId="{47A75DA6-3F96-27FA-74BB-47B48895E676}"/>
          </ac:spMkLst>
        </pc:spChg>
        <pc:spChg chg="mod">
          <ac:chgData name="Heumen,Hans J.B.H.M. van" userId="357d3a60-27dc-42a3-bd03-172815e944eb" providerId="ADAL" clId="{602527C1-0509-4B58-8E1C-2D6B4B375E02}" dt="2024-09-02T09:09:29.603" v="184" actId="20578"/>
          <ac:spMkLst>
            <pc:docMk/>
            <pc:sldMk cId="1491618549" sldId="360"/>
            <ac:spMk id="3" creationId="{14DD1305-9F36-DA3A-47C1-B199C0483808}"/>
          </ac:spMkLst>
        </pc:spChg>
      </pc:sldChg>
    </pc:docChg>
  </pc:docChgLst>
</pc:chgInfo>
</file>

<file path=ppt/handoutMasters/_rels/handoutMaster1.xml.rels><?xml version="1.0" encoding="UTF-8" standalone="yes"?>
<Relationships xmlns="http://schemas.openxmlformats.org/package/2006/relationships"><Relationship Id="rId1" Type="http://schemas.openxmlformats.org/officeDocument/2006/relationships/theme" Target="../theme/theme3.xml"/></Relationships>
</file>

<file path=ppt/handoutMasters/handoutMaster1.xml><?xml version="1.0" encoding="utf-8"?>
<p:handoutMaster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p:nvSpPr>
          <p:cNvPr id="13314" name="Rectangle 2"/>
          <p:cNvSpPr>
            <a:spLocks noGrp="1" noChangeArrowheads="1"/>
          </p:cNvSpPr>
          <p:nvPr>
            <p:ph type="hdr" sz="quarter"/>
          </p:nvPr>
        </p:nvSpPr>
        <p:spPr bwMode="auto">
          <a:xfrm>
            <a:off x="0" y="0"/>
            <a:ext cx="2971800" cy="45720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square" lIns="91440" tIns="45720" rIns="91440" bIns="45720" numCol="1" anchor="t" anchorCtr="0" compatLnSpc="1">
            <a:prstTxWarp prst="textNoShape">
              <a:avLst/>
            </a:prstTxWarp>
          </a:bodyPr>
          <a:lstStyle>
            <a:lvl1pPr>
              <a:defRPr sz="1200" smtClean="0"/>
            </a:lvl1pPr>
          </a:lstStyle>
          <a:p>
            <a:pPr>
              <a:defRPr/>
            </a:pPr>
            <a:r>
              <a:rPr lang="en-US"/>
              <a:t>week 1</a:t>
            </a:r>
          </a:p>
        </p:txBody>
      </p:sp>
      <p:sp>
        <p:nvSpPr>
          <p:cNvPr id="13315" name="Rectangle 3"/>
          <p:cNvSpPr>
            <a:spLocks noGrp="1" noChangeArrowheads="1"/>
          </p:cNvSpPr>
          <p:nvPr>
            <p:ph type="dt" sz="quarter" idx="1"/>
          </p:nvPr>
        </p:nvSpPr>
        <p:spPr bwMode="auto">
          <a:xfrm>
            <a:off x="3884613" y="0"/>
            <a:ext cx="2971800" cy="45720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square" lIns="91440" tIns="45720" rIns="91440" bIns="45720" numCol="1" anchor="t" anchorCtr="0" compatLnSpc="1">
            <a:prstTxWarp prst="textNoShape">
              <a:avLst/>
            </a:prstTxWarp>
          </a:bodyPr>
          <a:lstStyle>
            <a:lvl1pPr algn="r">
              <a:defRPr sz="1200" smtClean="0"/>
            </a:lvl1pPr>
          </a:lstStyle>
          <a:p>
            <a:pPr>
              <a:defRPr/>
            </a:pPr>
            <a:endParaRPr lang="en-US"/>
          </a:p>
        </p:txBody>
      </p:sp>
      <p:sp>
        <p:nvSpPr>
          <p:cNvPr id="13316" name="Rectangle 4"/>
          <p:cNvSpPr>
            <a:spLocks noGrp="1" noChangeArrowheads="1"/>
          </p:cNvSpPr>
          <p:nvPr>
            <p:ph type="ftr" sz="quarter" idx="2"/>
          </p:nvPr>
        </p:nvSpPr>
        <p:spPr bwMode="auto">
          <a:xfrm>
            <a:off x="0" y="8685213"/>
            <a:ext cx="2971800" cy="45720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square" lIns="91440" tIns="45720" rIns="91440" bIns="45720" numCol="1" anchor="b" anchorCtr="0" compatLnSpc="1">
            <a:prstTxWarp prst="textNoShape">
              <a:avLst/>
            </a:prstTxWarp>
          </a:bodyPr>
          <a:lstStyle>
            <a:lvl1pPr>
              <a:defRPr sz="1200" smtClean="0"/>
            </a:lvl1pPr>
          </a:lstStyle>
          <a:p>
            <a:pPr>
              <a:defRPr/>
            </a:pPr>
            <a:endParaRPr lang="en-US"/>
          </a:p>
        </p:txBody>
      </p:sp>
      <p:sp>
        <p:nvSpPr>
          <p:cNvPr id="13317" name="Rectangle 5"/>
          <p:cNvSpPr>
            <a:spLocks noGrp="1" noChangeArrowheads="1"/>
          </p:cNvSpPr>
          <p:nvPr>
            <p:ph type="sldNum" sz="quarter" idx="3"/>
          </p:nvPr>
        </p:nvSpPr>
        <p:spPr bwMode="auto">
          <a:xfrm>
            <a:off x="3884613" y="8685213"/>
            <a:ext cx="2971800" cy="45720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square" lIns="91440" tIns="45720" rIns="91440" bIns="45720" numCol="1" anchor="b" anchorCtr="0" compatLnSpc="1">
            <a:prstTxWarp prst="textNoShape">
              <a:avLst/>
            </a:prstTxWarp>
          </a:bodyPr>
          <a:lstStyle>
            <a:lvl1pPr algn="r">
              <a:defRPr sz="1200" smtClean="0"/>
            </a:lvl1pPr>
          </a:lstStyle>
          <a:p>
            <a:pPr>
              <a:defRPr/>
            </a:pPr>
            <a:fld id="{E7F4AA2B-88A4-4800-AA55-5CAF78FD907B}" type="slidenum">
              <a:rPr lang="en-US"/>
              <a:pPr>
                <a:defRPr/>
              </a:pPr>
              <a:t>‹nr.›</a:t>
            </a:fld>
            <a:endParaRPr lang="en-US"/>
          </a:p>
        </p:txBody>
      </p:sp>
    </p:spTree>
    <p:extLst>
      <p:ext uri="{BB962C8B-B14F-4D97-AF65-F5344CB8AC3E}">
        <p14:creationId xmlns:p14="http://schemas.microsoft.com/office/powerpoint/2010/main" val="826697327"/>
      </p:ext>
    </p:extLst>
  </p:cSld>
  <p:clrMap bg1="lt1" tx1="dk1" bg2="lt2" tx2="dk2" accent1="accent1" accent2="accent2" accent3="accent3" accent4="accent4" accent5="accent5" accent6="accent6" hlink="hlink" folHlink="folHlink"/>
</p:handoutMaster>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p:nvSpPr>
          <p:cNvPr id="11266" name="Rectangle 2"/>
          <p:cNvSpPr>
            <a:spLocks noGrp="1" noChangeArrowheads="1"/>
          </p:cNvSpPr>
          <p:nvPr>
            <p:ph type="hdr" sz="quarter"/>
          </p:nvPr>
        </p:nvSpPr>
        <p:spPr bwMode="auto">
          <a:xfrm>
            <a:off x="0" y="0"/>
            <a:ext cx="2971800" cy="45720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square" lIns="91440" tIns="45720" rIns="91440" bIns="45720" numCol="1" anchor="t" anchorCtr="0" compatLnSpc="1">
            <a:prstTxWarp prst="textNoShape">
              <a:avLst/>
            </a:prstTxWarp>
          </a:bodyPr>
          <a:lstStyle>
            <a:lvl1pPr>
              <a:defRPr sz="1200" smtClean="0"/>
            </a:lvl1pPr>
          </a:lstStyle>
          <a:p>
            <a:pPr>
              <a:defRPr/>
            </a:pPr>
            <a:r>
              <a:rPr lang="en-US"/>
              <a:t>week 1</a:t>
            </a:r>
          </a:p>
        </p:txBody>
      </p:sp>
      <p:sp>
        <p:nvSpPr>
          <p:cNvPr id="11267" name="Rectangle 3"/>
          <p:cNvSpPr>
            <a:spLocks noGrp="1" noChangeArrowheads="1"/>
          </p:cNvSpPr>
          <p:nvPr>
            <p:ph type="dt" idx="1"/>
          </p:nvPr>
        </p:nvSpPr>
        <p:spPr bwMode="auto">
          <a:xfrm>
            <a:off x="3884613" y="0"/>
            <a:ext cx="2971800" cy="45720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square" lIns="91440" tIns="45720" rIns="91440" bIns="45720" numCol="1" anchor="t" anchorCtr="0" compatLnSpc="1">
            <a:prstTxWarp prst="textNoShape">
              <a:avLst/>
            </a:prstTxWarp>
          </a:bodyPr>
          <a:lstStyle>
            <a:lvl1pPr algn="r">
              <a:defRPr sz="1200" smtClean="0"/>
            </a:lvl1pPr>
          </a:lstStyle>
          <a:p>
            <a:pPr>
              <a:defRPr/>
            </a:pPr>
            <a:endParaRPr lang="en-US"/>
          </a:p>
        </p:txBody>
      </p:sp>
      <p:sp>
        <p:nvSpPr>
          <p:cNvPr id="30724" name="Rectangle 4"/>
          <p:cNvSpPr>
            <a:spLocks noGrp="1" noRot="1" noChangeAspect="1" noChangeArrowheads="1" noTextEdit="1"/>
          </p:cNvSpPr>
          <p:nvPr>
            <p:ph type="sldImg" idx="2"/>
          </p:nvPr>
        </p:nvSpPr>
        <p:spPr bwMode="auto">
          <a:xfrm>
            <a:off x="1143000" y="685800"/>
            <a:ext cx="4572000" cy="3429000"/>
          </a:xfrm>
          <a:prstGeom prst="rect">
            <a:avLst/>
          </a:prstGeom>
          <a:noFill/>
          <a:ln w="9525">
            <a:solidFill>
              <a:srgbClr val="000000"/>
            </a:solidFill>
            <a:miter lim="800000"/>
            <a:headEnd/>
            <a:tailEnd/>
          </a:ln>
          <a:effectLst/>
          <a:extLst>
            <a:ext uri="{909E8E84-426E-40DD-AFC4-6F175D3DCCD1}">
              <a14:hiddenFill xmlns:a14="http://schemas.microsoft.com/office/drawing/2010/main">
                <a:solidFill>
                  <a:srgbClr val="FFFFFF"/>
                </a:solidFill>
              </a14:hiddenFill>
            </a:ext>
            <a:ext uri="{AF507438-7753-43E0-B8FC-AC1667EBCBE1}">
              <a14:hiddenEffects xmlns:a14="http://schemas.microsoft.com/office/drawing/2010/main">
                <a:effectLst>
                  <a:outerShdw dist="35921" dir="2700000" algn="ctr" rotWithShape="0">
                    <a:srgbClr val="808080"/>
                  </a:outerShdw>
                </a:effectLst>
              </a14:hiddenEffects>
            </a:ext>
            <a:ext uri="{53640926-AAD7-44D8-BBD7-CCE9431645EC}">
              <a14:shadowObscured xmlns:a14="http://schemas.microsoft.com/office/drawing/2010/main" val="1"/>
            </a:ext>
          </a:extLst>
        </p:spPr>
      </p:sp>
      <p:sp>
        <p:nvSpPr>
          <p:cNvPr id="11269" name="Rectangle 5"/>
          <p:cNvSpPr>
            <a:spLocks noGrp="1" noChangeArrowheads="1"/>
          </p:cNvSpPr>
          <p:nvPr>
            <p:ph type="body" sz="quarter" idx="3"/>
          </p:nvPr>
        </p:nvSpPr>
        <p:spPr bwMode="auto">
          <a:xfrm>
            <a:off x="685800" y="4343400"/>
            <a:ext cx="5486400" cy="411480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square" lIns="91440" tIns="45720" rIns="91440" bIns="45720" numCol="1" anchor="t" anchorCtr="0" compatLnSpc="1">
            <a:prstTxWarp prst="textNoShape">
              <a:avLst/>
            </a:prstTxWarp>
          </a:bodyPr>
          <a:lstStyle/>
          <a:p>
            <a:pPr lvl="0"/>
            <a:r>
              <a:rPr lang="en-US" noProof="0"/>
              <a:t>Klik om de opmaakprofielen van de modeltekst te bewerken</a:t>
            </a:r>
          </a:p>
          <a:p>
            <a:pPr lvl="1"/>
            <a:r>
              <a:rPr lang="en-US" noProof="0"/>
              <a:t>Tweede niveau</a:t>
            </a:r>
          </a:p>
          <a:p>
            <a:pPr lvl="2"/>
            <a:r>
              <a:rPr lang="en-US" noProof="0"/>
              <a:t>Derde niveau</a:t>
            </a:r>
          </a:p>
          <a:p>
            <a:pPr lvl="3"/>
            <a:r>
              <a:rPr lang="en-US" noProof="0"/>
              <a:t>Vierde niveau</a:t>
            </a:r>
          </a:p>
          <a:p>
            <a:pPr lvl="4"/>
            <a:r>
              <a:rPr lang="en-US" noProof="0"/>
              <a:t>Vijfde niveau</a:t>
            </a:r>
          </a:p>
        </p:txBody>
      </p:sp>
      <p:sp>
        <p:nvSpPr>
          <p:cNvPr id="11270" name="Rectangle 6"/>
          <p:cNvSpPr>
            <a:spLocks noGrp="1" noChangeArrowheads="1"/>
          </p:cNvSpPr>
          <p:nvPr>
            <p:ph type="ftr" sz="quarter" idx="4"/>
          </p:nvPr>
        </p:nvSpPr>
        <p:spPr bwMode="auto">
          <a:xfrm>
            <a:off x="0" y="8685213"/>
            <a:ext cx="2971800" cy="45720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square" lIns="91440" tIns="45720" rIns="91440" bIns="45720" numCol="1" anchor="b" anchorCtr="0" compatLnSpc="1">
            <a:prstTxWarp prst="textNoShape">
              <a:avLst/>
            </a:prstTxWarp>
          </a:bodyPr>
          <a:lstStyle>
            <a:lvl1pPr>
              <a:defRPr sz="1200" smtClean="0"/>
            </a:lvl1pPr>
          </a:lstStyle>
          <a:p>
            <a:pPr>
              <a:defRPr/>
            </a:pPr>
            <a:endParaRPr lang="en-US"/>
          </a:p>
        </p:txBody>
      </p:sp>
      <p:sp>
        <p:nvSpPr>
          <p:cNvPr id="11271" name="Rectangle 7"/>
          <p:cNvSpPr>
            <a:spLocks noGrp="1" noChangeArrowheads="1"/>
          </p:cNvSpPr>
          <p:nvPr>
            <p:ph type="sldNum" sz="quarter" idx="5"/>
          </p:nvPr>
        </p:nvSpPr>
        <p:spPr bwMode="auto">
          <a:xfrm>
            <a:off x="3884613" y="8685213"/>
            <a:ext cx="2971800" cy="45720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square" lIns="91440" tIns="45720" rIns="91440" bIns="45720" numCol="1" anchor="b" anchorCtr="0" compatLnSpc="1">
            <a:prstTxWarp prst="textNoShape">
              <a:avLst/>
            </a:prstTxWarp>
          </a:bodyPr>
          <a:lstStyle>
            <a:lvl1pPr algn="r">
              <a:defRPr sz="1200" smtClean="0"/>
            </a:lvl1pPr>
          </a:lstStyle>
          <a:p>
            <a:pPr>
              <a:defRPr/>
            </a:pPr>
            <a:fld id="{E96490A4-71D0-43B6-A632-F02D13E6AF8A}" type="slidenum">
              <a:rPr lang="en-US"/>
              <a:pPr>
                <a:defRPr/>
              </a:pPr>
              <a:t>‹nr.›</a:t>
            </a:fld>
            <a:endParaRPr lang="en-US"/>
          </a:p>
        </p:txBody>
      </p:sp>
    </p:spTree>
    <p:extLst>
      <p:ext uri="{BB962C8B-B14F-4D97-AF65-F5344CB8AC3E}">
        <p14:creationId xmlns:p14="http://schemas.microsoft.com/office/powerpoint/2010/main" val="3957129865"/>
      </p:ext>
    </p:extLst>
  </p:cSld>
  <p:clrMap bg1="lt1" tx1="dk1" bg2="lt2" tx2="dk2" accent1="accent1" accent2="accent2" accent3="accent3" accent4="accent4" accent5="accent5" accent6="accent6" hlink="hlink" folHlink="folHlink"/>
  <p:notesStyle>
    <a:lvl1pPr algn="l" rtl="0" eaLnBrk="0" fontAlgn="base" hangingPunct="0">
      <a:spcBef>
        <a:spcPct val="30000"/>
      </a:spcBef>
      <a:spcAft>
        <a:spcPct val="0"/>
      </a:spcAft>
      <a:defRPr sz="1200" kern="1200">
        <a:solidFill>
          <a:schemeClr val="tx1"/>
        </a:solidFill>
        <a:latin typeface="Arial" charset="0"/>
        <a:ea typeface="+mn-ea"/>
        <a:cs typeface="+mn-cs"/>
      </a:defRPr>
    </a:lvl1pPr>
    <a:lvl2pPr marL="457200" algn="l" rtl="0" eaLnBrk="0" fontAlgn="base" hangingPunct="0">
      <a:spcBef>
        <a:spcPct val="30000"/>
      </a:spcBef>
      <a:spcAft>
        <a:spcPct val="0"/>
      </a:spcAft>
      <a:defRPr sz="1200" kern="1200">
        <a:solidFill>
          <a:schemeClr val="tx1"/>
        </a:solidFill>
        <a:latin typeface="Arial" charset="0"/>
        <a:ea typeface="+mn-ea"/>
        <a:cs typeface="+mn-cs"/>
      </a:defRPr>
    </a:lvl2pPr>
    <a:lvl3pPr marL="914400" algn="l" rtl="0" eaLnBrk="0" fontAlgn="base" hangingPunct="0">
      <a:spcBef>
        <a:spcPct val="30000"/>
      </a:spcBef>
      <a:spcAft>
        <a:spcPct val="0"/>
      </a:spcAft>
      <a:defRPr sz="1200" kern="1200">
        <a:solidFill>
          <a:schemeClr val="tx1"/>
        </a:solidFill>
        <a:latin typeface="Arial" charset="0"/>
        <a:ea typeface="+mn-ea"/>
        <a:cs typeface="+mn-cs"/>
      </a:defRPr>
    </a:lvl3pPr>
    <a:lvl4pPr marL="1371600" algn="l" rtl="0" eaLnBrk="0" fontAlgn="base" hangingPunct="0">
      <a:spcBef>
        <a:spcPct val="30000"/>
      </a:spcBef>
      <a:spcAft>
        <a:spcPct val="0"/>
      </a:spcAft>
      <a:defRPr sz="1200" kern="1200">
        <a:solidFill>
          <a:schemeClr val="tx1"/>
        </a:solidFill>
        <a:latin typeface="Arial" charset="0"/>
        <a:ea typeface="+mn-ea"/>
        <a:cs typeface="+mn-cs"/>
      </a:defRPr>
    </a:lvl4pPr>
    <a:lvl5pPr marL="1828800" algn="l" rtl="0" eaLnBrk="0" fontAlgn="base" hangingPunct="0">
      <a:spcBef>
        <a:spcPct val="30000"/>
      </a:spcBef>
      <a:spcAft>
        <a:spcPct val="0"/>
      </a:spcAft>
      <a:defRPr sz="1200" kern="1200">
        <a:solidFill>
          <a:schemeClr val="tx1"/>
        </a:solidFill>
        <a:latin typeface="Arial" charset="0"/>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4.xml"/><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2" Type="http://schemas.openxmlformats.org/officeDocument/2006/relationships/slide" Target="../slides/slide6.xml"/><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2" Type="http://schemas.openxmlformats.org/officeDocument/2006/relationships/slide" Target="../slides/slide7.xml"/><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2" Type="http://schemas.openxmlformats.org/officeDocument/2006/relationships/slide" Target="../slides/slide8.xml"/><Relationship Id="rId1" Type="http://schemas.openxmlformats.org/officeDocument/2006/relationships/notesMaster" Target="../notesMasters/notesMaster1.xml"/></Relationships>
</file>

<file path=ppt/notesSlides/_rels/notesSlide5.xml.rels><?xml version="1.0" encoding="UTF-8" standalone="yes"?>
<Relationships xmlns="http://schemas.openxmlformats.org/package/2006/relationships"><Relationship Id="rId2" Type="http://schemas.openxmlformats.org/officeDocument/2006/relationships/slide" Target="../slides/slide9.xml"/><Relationship Id="rId1" Type="http://schemas.openxmlformats.org/officeDocument/2006/relationships/notesMaster" Target="../notesMasters/notesMaster1.xml"/></Relationships>
</file>

<file path=ppt/notesSlides/_rels/notesSlide6.xml.rels><?xml version="1.0" encoding="UTF-8" standalone="yes"?>
<Relationships xmlns="http://schemas.openxmlformats.org/package/2006/relationships"><Relationship Id="rId2" Type="http://schemas.openxmlformats.org/officeDocument/2006/relationships/slide" Target="../slides/slide10.xml"/><Relationship Id="rId1" Type="http://schemas.openxmlformats.org/officeDocument/2006/relationships/notesMaster" Target="../notesMasters/notesMaster1.xml"/></Relationships>
</file>

<file path=ppt/notesSlides/_rels/notesSlide7.xml.rels><?xml version="1.0" encoding="UTF-8" standalone="yes"?>
<Relationships xmlns="http://schemas.openxmlformats.org/package/2006/relationships"><Relationship Id="rId2" Type="http://schemas.openxmlformats.org/officeDocument/2006/relationships/slide" Target="../slides/slide11.xml"/><Relationship Id="rId1" Type="http://schemas.openxmlformats.org/officeDocument/2006/relationships/notesMaster" Target="../notesMasters/notesMaster1.xml"/></Relationships>
</file>

<file path=ppt/notesSlides/_rels/notesSlide8.xml.rels><?xml version="1.0" encoding="UTF-8" standalone="yes"?>
<Relationships xmlns="http://schemas.openxmlformats.org/package/2006/relationships"><Relationship Id="rId2" Type="http://schemas.openxmlformats.org/officeDocument/2006/relationships/slide" Target="../slides/slide12.xml"/><Relationship Id="rId1" Type="http://schemas.openxmlformats.org/officeDocument/2006/relationships/notesMaster" Target="../notesMasters/notesMaster1.xml"/></Relationships>
</file>

<file path=ppt/notesSlides/_rels/notesSlide9.xml.rels><?xml version="1.0" encoding="UTF-8" standalone="yes"?>
<Relationships xmlns="http://schemas.openxmlformats.org/package/2006/relationships"><Relationship Id="rId2" Type="http://schemas.openxmlformats.org/officeDocument/2006/relationships/slide" Target="../slides/slide13.xml"/><Relationship Id="rId1" Type="http://schemas.openxmlformats.org/officeDocument/2006/relationships/notesMaster" Target="../notesMasters/notesMaster1.xml"/></Relationships>
</file>

<file path=ppt/notesSlides/_rels/notesSlide10.xml.rels><?xml version="1.0" encoding="UTF-8" standalone="yes"?>
<Relationships xmlns="http://schemas.openxmlformats.org/package/2006/relationships"><Relationship Id="rId2" Type="http://schemas.openxmlformats.org/officeDocument/2006/relationships/slide" Target="../slides/slide14.xml"/><Relationship Id="rId1" Type="http://schemas.openxmlformats.org/officeDocument/2006/relationships/notesMaster" Target="../notesMasters/notesMaster1.xml"/></Relationships>
</file>

<file path=ppt/notesSlides/_rels/notesSlide11.xml.rels><?xml version="1.0" encoding="UTF-8" standalone="yes"?>
<Relationships xmlns="http://schemas.openxmlformats.org/package/2006/relationships"><Relationship Id="rId2" Type="http://schemas.openxmlformats.org/officeDocument/2006/relationships/slide" Target="../slides/slide15.xml"/><Relationship Id="rId1" Type="http://schemas.openxmlformats.org/officeDocument/2006/relationships/notesMaster" Target="../notesMasters/notesMaster1.xml"/></Relationships>
</file>

<file path=ppt/notesSlides/_rels/notesSlide12.xml.rels><?xml version="1.0" encoding="UTF-8" standalone="yes"?>
<Relationships xmlns="http://schemas.openxmlformats.org/package/2006/relationships"><Relationship Id="rId2" Type="http://schemas.openxmlformats.org/officeDocument/2006/relationships/slide" Target="../slides/slide16.xml"/><Relationship Id="rId1" Type="http://schemas.openxmlformats.org/officeDocument/2006/relationships/notesMaster" Target="../notesMasters/notesMaster1.xml"/></Relationships>
</file>

<file path=ppt/notesSlides/_rels/notesSlide13.xml.rels><?xml version="1.0" encoding="UTF-8" standalone="yes"?>
<Relationships xmlns="http://schemas.openxmlformats.org/package/2006/relationships"><Relationship Id="rId2" Type="http://schemas.openxmlformats.org/officeDocument/2006/relationships/slide" Target="../slides/slide17.xml"/><Relationship Id="rId1" Type="http://schemas.openxmlformats.org/officeDocument/2006/relationships/notesMaster" Target="../notesMasters/notesMaster1.xml"/></Relationships>
</file>

<file path=ppt/notesSlides/_rels/notesSlide14.xml.rels><?xml version="1.0" encoding="UTF-8" standalone="yes"?>
<Relationships xmlns="http://schemas.openxmlformats.org/package/2006/relationships"><Relationship Id="rId2" Type="http://schemas.openxmlformats.org/officeDocument/2006/relationships/slide" Target="../slides/slide18.xml"/><Relationship Id="rId1" Type="http://schemas.openxmlformats.org/officeDocument/2006/relationships/notesMaster" Target="../notesMasters/notesMaster1.xml"/></Relationships>
</file>

<file path=ppt/notesSlides/_rels/notesSlide15.xml.rels><?xml version="1.0" encoding="UTF-8" standalone="yes"?>
<Relationships xmlns="http://schemas.openxmlformats.org/package/2006/relationships"><Relationship Id="rId2" Type="http://schemas.openxmlformats.org/officeDocument/2006/relationships/slide" Target="../slides/slide19.xml"/><Relationship Id="rId1" Type="http://schemas.openxmlformats.org/officeDocument/2006/relationships/notesMaster" Target="../notesMasters/notesMaster1.xml"/></Relationships>
</file>

<file path=ppt/notesSlides/_rels/notesSlide16.xml.rels><?xml version="1.0" encoding="UTF-8" standalone="yes"?>
<Relationships xmlns="http://schemas.openxmlformats.org/package/2006/relationships"><Relationship Id="rId2" Type="http://schemas.openxmlformats.org/officeDocument/2006/relationships/slide" Target="../slides/slide20.xml"/><Relationship Id="rId1" Type="http://schemas.openxmlformats.org/officeDocument/2006/relationships/notesMaster" Target="../notesMasters/notesMaster1.xml"/></Relationships>
</file>

<file path=ppt/notesSlides/_rels/notesSlide17.xml.rels><?xml version="1.0" encoding="UTF-8" standalone="yes"?>
<Relationships xmlns="http://schemas.openxmlformats.org/package/2006/relationships"><Relationship Id="rId2" Type="http://schemas.openxmlformats.org/officeDocument/2006/relationships/slide" Target="../slides/slide21.xml"/><Relationship Id="rId1" Type="http://schemas.openxmlformats.org/officeDocument/2006/relationships/notesMaster" Target="../notesMasters/notesMaster1.xml"/></Relationships>
</file>

<file path=ppt/notesSlides/_rels/notesSlide18.xml.rels><?xml version="1.0" encoding="UTF-8" standalone="yes"?>
<Relationships xmlns="http://schemas.openxmlformats.org/package/2006/relationships"><Relationship Id="rId2" Type="http://schemas.openxmlformats.org/officeDocument/2006/relationships/slide" Target="../slides/slide22.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1746" name="Rectangle 7"/>
          <p:cNvSpPr>
            <a:spLocks noGrp="1" noChangeArrowheads="1"/>
          </p:cNvSpPr>
          <p:nvPr>
            <p:ph type="sldNum" sz="quarter" idx="5"/>
          </p:nvPr>
        </p:nvSpPr>
        <p:spPr>
          <a:noFill/>
        </p:spPr>
        <p:txBody>
          <a:bodyPr/>
          <a:lstStyle>
            <a:lvl1pPr eaLnBrk="0" hangingPunct="0">
              <a:defRPr sz="2400">
                <a:solidFill>
                  <a:schemeClr val="tx1"/>
                </a:solidFill>
                <a:latin typeface="Arial" charset="0"/>
              </a:defRPr>
            </a:lvl1pPr>
            <a:lvl2pPr marL="742950" indent="-285750" eaLnBrk="0" hangingPunct="0">
              <a:defRPr sz="2400">
                <a:solidFill>
                  <a:schemeClr val="tx1"/>
                </a:solidFill>
                <a:latin typeface="Arial" charset="0"/>
              </a:defRPr>
            </a:lvl2pPr>
            <a:lvl3pPr marL="1143000" indent="-228600" eaLnBrk="0" hangingPunct="0">
              <a:defRPr sz="2400">
                <a:solidFill>
                  <a:schemeClr val="tx1"/>
                </a:solidFill>
                <a:latin typeface="Arial" charset="0"/>
              </a:defRPr>
            </a:lvl3pPr>
            <a:lvl4pPr marL="1600200" indent="-228600" eaLnBrk="0" hangingPunct="0">
              <a:defRPr sz="2400">
                <a:solidFill>
                  <a:schemeClr val="tx1"/>
                </a:solidFill>
                <a:latin typeface="Arial" charset="0"/>
              </a:defRPr>
            </a:lvl4pPr>
            <a:lvl5pPr marL="2057400" indent="-228600" eaLnBrk="0" hangingPunct="0">
              <a:defRPr sz="2400">
                <a:solidFill>
                  <a:schemeClr val="tx1"/>
                </a:solidFill>
                <a:latin typeface="Arial" charset="0"/>
              </a:defRPr>
            </a:lvl5pPr>
            <a:lvl6pPr marL="2514600" indent="-228600" eaLnBrk="0" fontAlgn="base" hangingPunct="0">
              <a:spcBef>
                <a:spcPct val="0"/>
              </a:spcBef>
              <a:spcAft>
                <a:spcPct val="0"/>
              </a:spcAft>
              <a:defRPr sz="2400">
                <a:solidFill>
                  <a:schemeClr val="tx1"/>
                </a:solidFill>
                <a:latin typeface="Arial" charset="0"/>
              </a:defRPr>
            </a:lvl6pPr>
            <a:lvl7pPr marL="2971800" indent="-228600" eaLnBrk="0" fontAlgn="base" hangingPunct="0">
              <a:spcBef>
                <a:spcPct val="0"/>
              </a:spcBef>
              <a:spcAft>
                <a:spcPct val="0"/>
              </a:spcAft>
              <a:defRPr sz="2400">
                <a:solidFill>
                  <a:schemeClr val="tx1"/>
                </a:solidFill>
                <a:latin typeface="Arial" charset="0"/>
              </a:defRPr>
            </a:lvl7pPr>
            <a:lvl8pPr marL="3429000" indent="-228600" eaLnBrk="0" fontAlgn="base" hangingPunct="0">
              <a:spcBef>
                <a:spcPct val="0"/>
              </a:spcBef>
              <a:spcAft>
                <a:spcPct val="0"/>
              </a:spcAft>
              <a:defRPr sz="2400">
                <a:solidFill>
                  <a:schemeClr val="tx1"/>
                </a:solidFill>
                <a:latin typeface="Arial" charset="0"/>
              </a:defRPr>
            </a:lvl8pPr>
            <a:lvl9pPr marL="3886200" indent="-228600" eaLnBrk="0" fontAlgn="base" hangingPunct="0">
              <a:spcBef>
                <a:spcPct val="0"/>
              </a:spcBef>
              <a:spcAft>
                <a:spcPct val="0"/>
              </a:spcAft>
              <a:defRPr sz="2400">
                <a:solidFill>
                  <a:schemeClr val="tx1"/>
                </a:solidFill>
                <a:latin typeface="Arial" charset="0"/>
              </a:defRPr>
            </a:lvl9pPr>
          </a:lstStyle>
          <a:p>
            <a:pPr eaLnBrk="1" hangingPunct="1"/>
            <a:fld id="{6F48B2B3-3FFD-4E37-B713-BF9C1FB8F38E}" type="slidenum">
              <a:rPr lang="en-US" sz="1200"/>
              <a:pPr eaLnBrk="1" hangingPunct="1"/>
              <a:t>4</a:t>
            </a:fld>
            <a:endParaRPr lang="en-US" sz="1200" dirty="0"/>
          </a:p>
        </p:txBody>
      </p:sp>
      <p:sp>
        <p:nvSpPr>
          <p:cNvPr id="31747" name="Rectangle 2"/>
          <p:cNvSpPr>
            <a:spLocks noGrp="1" noRot="1" noChangeAspect="1" noChangeArrowheads="1" noTextEdit="1"/>
          </p:cNvSpPr>
          <p:nvPr>
            <p:ph type="sldImg"/>
          </p:nvPr>
        </p:nvSpPr>
        <p:spPr>
          <a:ln/>
        </p:spPr>
      </p:sp>
      <p:sp>
        <p:nvSpPr>
          <p:cNvPr id="31748" name="Rectangle 3"/>
          <p:cNvSpPr>
            <a:spLocks noGrp="1" noChangeArrowheads="1"/>
          </p:cNvSpPr>
          <p:nvPr>
            <p:ph type="body" idx="1"/>
          </p:nvPr>
        </p:nvSpPr>
        <p:spPr>
          <a:noFill/>
        </p:spPr>
        <p:txBody>
          <a:bodyPr/>
          <a:lstStyle/>
          <a:p>
            <a:pPr eaLnBrk="1" hangingPunct="1"/>
            <a:endParaRPr lang="nl-NL"/>
          </a:p>
        </p:txBody>
      </p:sp>
    </p:spTree>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3794" name="Rectangle 7"/>
          <p:cNvSpPr>
            <a:spLocks noGrp="1" noChangeArrowheads="1"/>
          </p:cNvSpPr>
          <p:nvPr>
            <p:ph type="sldNum" sz="quarter" idx="5"/>
          </p:nvPr>
        </p:nvSpPr>
        <p:spPr>
          <a:noFill/>
        </p:spPr>
        <p:txBody>
          <a:bodyPr/>
          <a:lstStyle>
            <a:lvl1pPr eaLnBrk="0" hangingPunct="0">
              <a:defRPr sz="2400">
                <a:solidFill>
                  <a:schemeClr val="tx1"/>
                </a:solidFill>
                <a:latin typeface="Arial" charset="0"/>
              </a:defRPr>
            </a:lvl1pPr>
            <a:lvl2pPr marL="742950" indent="-285750" eaLnBrk="0" hangingPunct="0">
              <a:defRPr sz="2400">
                <a:solidFill>
                  <a:schemeClr val="tx1"/>
                </a:solidFill>
                <a:latin typeface="Arial" charset="0"/>
              </a:defRPr>
            </a:lvl2pPr>
            <a:lvl3pPr marL="1143000" indent="-228600" eaLnBrk="0" hangingPunct="0">
              <a:defRPr sz="2400">
                <a:solidFill>
                  <a:schemeClr val="tx1"/>
                </a:solidFill>
                <a:latin typeface="Arial" charset="0"/>
              </a:defRPr>
            </a:lvl3pPr>
            <a:lvl4pPr marL="1600200" indent="-228600" eaLnBrk="0" hangingPunct="0">
              <a:defRPr sz="2400">
                <a:solidFill>
                  <a:schemeClr val="tx1"/>
                </a:solidFill>
                <a:latin typeface="Arial" charset="0"/>
              </a:defRPr>
            </a:lvl4pPr>
            <a:lvl5pPr marL="2057400" indent="-228600" eaLnBrk="0" hangingPunct="0">
              <a:defRPr sz="2400">
                <a:solidFill>
                  <a:schemeClr val="tx1"/>
                </a:solidFill>
                <a:latin typeface="Arial" charset="0"/>
              </a:defRPr>
            </a:lvl5pPr>
            <a:lvl6pPr marL="2514600" indent="-228600" eaLnBrk="0" fontAlgn="base" hangingPunct="0">
              <a:spcBef>
                <a:spcPct val="0"/>
              </a:spcBef>
              <a:spcAft>
                <a:spcPct val="0"/>
              </a:spcAft>
              <a:defRPr sz="2400">
                <a:solidFill>
                  <a:schemeClr val="tx1"/>
                </a:solidFill>
                <a:latin typeface="Arial" charset="0"/>
              </a:defRPr>
            </a:lvl6pPr>
            <a:lvl7pPr marL="2971800" indent="-228600" eaLnBrk="0" fontAlgn="base" hangingPunct="0">
              <a:spcBef>
                <a:spcPct val="0"/>
              </a:spcBef>
              <a:spcAft>
                <a:spcPct val="0"/>
              </a:spcAft>
              <a:defRPr sz="2400">
                <a:solidFill>
                  <a:schemeClr val="tx1"/>
                </a:solidFill>
                <a:latin typeface="Arial" charset="0"/>
              </a:defRPr>
            </a:lvl7pPr>
            <a:lvl8pPr marL="3429000" indent="-228600" eaLnBrk="0" fontAlgn="base" hangingPunct="0">
              <a:spcBef>
                <a:spcPct val="0"/>
              </a:spcBef>
              <a:spcAft>
                <a:spcPct val="0"/>
              </a:spcAft>
              <a:defRPr sz="2400">
                <a:solidFill>
                  <a:schemeClr val="tx1"/>
                </a:solidFill>
                <a:latin typeface="Arial" charset="0"/>
              </a:defRPr>
            </a:lvl8pPr>
            <a:lvl9pPr marL="3886200" indent="-228600" eaLnBrk="0" fontAlgn="base" hangingPunct="0">
              <a:spcBef>
                <a:spcPct val="0"/>
              </a:spcBef>
              <a:spcAft>
                <a:spcPct val="0"/>
              </a:spcAft>
              <a:defRPr sz="2400">
                <a:solidFill>
                  <a:schemeClr val="tx1"/>
                </a:solidFill>
                <a:latin typeface="Arial" charset="0"/>
              </a:defRPr>
            </a:lvl9pPr>
          </a:lstStyle>
          <a:p>
            <a:pPr eaLnBrk="1" hangingPunct="1"/>
            <a:fld id="{C9A1810D-7B29-437D-92D3-45DEC54C3C3F}" type="slidenum">
              <a:rPr lang="en-US" sz="1200"/>
              <a:pPr eaLnBrk="1" hangingPunct="1"/>
              <a:t>6</a:t>
            </a:fld>
            <a:endParaRPr lang="en-US" sz="1200" dirty="0"/>
          </a:p>
        </p:txBody>
      </p:sp>
      <p:sp>
        <p:nvSpPr>
          <p:cNvPr id="33795" name="Rectangle 2"/>
          <p:cNvSpPr>
            <a:spLocks noGrp="1" noRot="1" noChangeAspect="1" noChangeArrowheads="1" noTextEdit="1"/>
          </p:cNvSpPr>
          <p:nvPr>
            <p:ph type="sldImg"/>
          </p:nvPr>
        </p:nvSpPr>
        <p:spPr>
          <a:ln/>
        </p:spPr>
      </p:sp>
      <p:sp>
        <p:nvSpPr>
          <p:cNvPr id="33796" name="Rectangle 3"/>
          <p:cNvSpPr>
            <a:spLocks noGrp="1" noChangeArrowheads="1"/>
          </p:cNvSpPr>
          <p:nvPr>
            <p:ph type="body" idx="1"/>
          </p:nvPr>
        </p:nvSpPr>
        <p:spPr>
          <a:noFill/>
        </p:spPr>
        <p:txBody>
          <a:bodyPr/>
          <a:lstStyle/>
          <a:p>
            <a:pPr marL="0" marR="0" indent="0" algn="l" defTabSz="914400" rtl="0" eaLnBrk="1" fontAlgn="base" latinLnBrk="0" hangingPunct="1">
              <a:lnSpc>
                <a:spcPct val="100000"/>
              </a:lnSpc>
              <a:spcBef>
                <a:spcPct val="30000"/>
              </a:spcBef>
              <a:spcAft>
                <a:spcPct val="0"/>
              </a:spcAft>
              <a:buClrTx/>
              <a:buSzTx/>
              <a:buFontTx/>
              <a:buNone/>
              <a:tabLst/>
              <a:defRPr/>
            </a:pPr>
            <a:endParaRPr lang="nl-NL" dirty="0"/>
          </a:p>
        </p:txBody>
      </p:sp>
    </p:spTree>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8914" name="Rectangle 7"/>
          <p:cNvSpPr>
            <a:spLocks noGrp="1" noChangeArrowheads="1"/>
          </p:cNvSpPr>
          <p:nvPr>
            <p:ph type="sldNum" sz="quarter" idx="5"/>
          </p:nvPr>
        </p:nvSpPr>
        <p:spPr>
          <a:noFill/>
        </p:spPr>
        <p:txBody>
          <a:bodyPr/>
          <a:lstStyle>
            <a:lvl1pPr eaLnBrk="0" hangingPunct="0">
              <a:defRPr b="1">
                <a:solidFill>
                  <a:schemeClr val="tx1"/>
                </a:solidFill>
                <a:latin typeface="Arial" charset="0"/>
              </a:defRPr>
            </a:lvl1pPr>
            <a:lvl2pPr marL="742950" indent="-285750" eaLnBrk="0" hangingPunct="0">
              <a:defRPr b="1">
                <a:solidFill>
                  <a:schemeClr val="tx1"/>
                </a:solidFill>
                <a:latin typeface="Arial" charset="0"/>
              </a:defRPr>
            </a:lvl2pPr>
            <a:lvl3pPr marL="1143000" indent="-228600" eaLnBrk="0" hangingPunct="0">
              <a:defRPr b="1">
                <a:solidFill>
                  <a:schemeClr val="tx1"/>
                </a:solidFill>
                <a:latin typeface="Arial" charset="0"/>
              </a:defRPr>
            </a:lvl3pPr>
            <a:lvl4pPr marL="1600200" indent="-228600" eaLnBrk="0" hangingPunct="0">
              <a:defRPr b="1">
                <a:solidFill>
                  <a:schemeClr val="tx1"/>
                </a:solidFill>
                <a:latin typeface="Arial" charset="0"/>
              </a:defRPr>
            </a:lvl4pPr>
            <a:lvl5pPr marL="2057400" indent="-228600" eaLnBrk="0" hangingPunct="0">
              <a:defRPr b="1">
                <a:solidFill>
                  <a:schemeClr val="tx1"/>
                </a:solidFill>
                <a:latin typeface="Arial" charset="0"/>
              </a:defRPr>
            </a:lvl5pPr>
            <a:lvl6pPr marL="2514600" indent="-228600" algn="ctr" eaLnBrk="0" fontAlgn="base" hangingPunct="0">
              <a:spcBef>
                <a:spcPct val="0"/>
              </a:spcBef>
              <a:spcAft>
                <a:spcPct val="0"/>
              </a:spcAft>
              <a:defRPr b="1">
                <a:solidFill>
                  <a:schemeClr val="tx1"/>
                </a:solidFill>
                <a:latin typeface="Arial" charset="0"/>
              </a:defRPr>
            </a:lvl6pPr>
            <a:lvl7pPr marL="2971800" indent="-228600" algn="ctr" eaLnBrk="0" fontAlgn="base" hangingPunct="0">
              <a:spcBef>
                <a:spcPct val="0"/>
              </a:spcBef>
              <a:spcAft>
                <a:spcPct val="0"/>
              </a:spcAft>
              <a:defRPr b="1">
                <a:solidFill>
                  <a:schemeClr val="tx1"/>
                </a:solidFill>
                <a:latin typeface="Arial" charset="0"/>
              </a:defRPr>
            </a:lvl7pPr>
            <a:lvl8pPr marL="3429000" indent="-228600" algn="ctr" eaLnBrk="0" fontAlgn="base" hangingPunct="0">
              <a:spcBef>
                <a:spcPct val="0"/>
              </a:spcBef>
              <a:spcAft>
                <a:spcPct val="0"/>
              </a:spcAft>
              <a:defRPr b="1">
                <a:solidFill>
                  <a:schemeClr val="tx1"/>
                </a:solidFill>
                <a:latin typeface="Arial" charset="0"/>
              </a:defRPr>
            </a:lvl8pPr>
            <a:lvl9pPr marL="3886200" indent="-228600" algn="ctr" eaLnBrk="0" fontAlgn="base" hangingPunct="0">
              <a:spcBef>
                <a:spcPct val="0"/>
              </a:spcBef>
              <a:spcAft>
                <a:spcPct val="0"/>
              </a:spcAft>
              <a:defRPr b="1">
                <a:solidFill>
                  <a:schemeClr val="tx1"/>
                </a:solidFill>
                <a:latin typeface="Arial" charset="0"/>
              </a:defRPr>
            </a:lvl9pPr>
          </a:lstStyle>
          <a:p>
            <a:pPr eaLnBrk="1" hangingPunct="1"/>
            <a:fld id="{DADE1E5C-C5FD-4AD9-BDFF-20822961C996}" type="slidenum">
              <a:rPr lang="en-US" b="0" smtClean="0"/>
              <a:pPr eaLnBrk="1" hangingPunct="1"/>
              <a:t>7</a:t>
            </a:fld>
            <a:endParaRPr lang="en-US" b="0" dirty="0"/>
          </a:p>
        </p:txBody>
      </p:sp>
      <p:sp>
        <p:nvSpPr>
          <p:cNvPr id="38915" name="Rectangle 2"/>
          <p:cNvSpPr>
            <a:spLocks noGrp="1" noRot="1" noChangeAspect="1" noChangeArrowheads="1" noTextEdit="1"/>
          </p:cNvSpPr>
          <p:nvPr>
            <p:ph type="sldImg"/>
          </p:nvPr>
        </p:nvSpPr>
        <p:spPr>
          <a:ln/>
        </p:spPr>
      </p:sp>
      <p:sp>
        <p:nvSpPr>
          <p:cNvPr id="38916" name="Rectangle 3"/>
          <p:cNvSpPr>
            <a:spLocks noGrp="1" noChangeArrowheads="1"/>
          </p:cNvSpPr>
          <p:nvPr>
            <p:ph type="body" idx="1"/>
          </p:nvPr>
        </p:nvSpPr>
        <p:spPr>
          <a:noFill/>
        </p:spPr>
        <p:txBody>
          <a:bodyPr/>
          <a:lstStyle/>
          <a:p>
            <a:pPr eaLnBrk="1" hangingPunct="1"/>
            <a:endParaRPr lang="nl-NL" dirty="0"/>
          </a:p>
        </p:txBody>
      </p:sp>
    </p:spTree>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8914" name="Rectangle 7"/>
          <p:cNvSpPr>
            <a:spLocks noGrp="1" noChangeArrowheads="1"/>
          </p:cNvSpPr>
          <p:nvPr>
            <p:ph type="sldNum" sz="quarter" idx="5"/>
          </p:nvPr>
        </p:nvSpPr>
        <p:spPr>
          <a:noFill/>
        </p:spPr>
        <p:txBody>
          <a:bodyPr/>
          <a:lstStyle>
            <a:lvl1pPr eaLnBrk="0" hangingPunct="0">
              <a:defRPr b="1">
                <a:solidFill>
                  <a:schemeClr val="tx1"/>
                </a:solidFill>
                <a:latin typeface="Arial" charset="0"/>
              </a:defRPr>
            </a:lvl1pPr>
            <a:lvl2pPr marL="742950" indent="-285750" eaLnBrk="0" hangingPunct="0">
              <a:defRPr b="1">
                <a:solidFill>
                  <a:schemeClr val="tx1"/>
                </a:solidFill>
                <a:latin typeface="Arial" charset="0"/>
              </a:defRPr>
            </a:lvl2pPr>
            <a:lvl3pPr marL="1143000" indent="-228600" eaLnBrk="0" hangingPunct="0">
              <a:defRPr b="1">
                <a:solidFill>
                  <a:schemeClr val="tx1"/>
                </a:solidFill>
                <a:latin typeface="Arial" charset="0"/>
              </a:defRPr>
            </a:lvl3pPr>
            <a:lvl4pPr marL="1600200" indent="-228600" eaLnBrk="0" hangingPunct="0">
              <a:defRPr b="1">
                <a:solidFill>
                  <a:schemeClr val="tx1"/>
                </a:solidFill>
                <a:latin typeface="Arial" charset="0"/>
              </a:defRPr>
            </a:lvl4pPr>
            <a:lvl5pPr marL="2057400" indent="-228600" eaLnBrk="0" hangingPunct="0">
              <a:defRPr b="1">
                <a:solidFill>
                  <a:schemeClr val="tx1"/>
                </a:solidFill>
                <a:latin typeface="Arial" charset="0"/>
              </a:defRPr>
            </a:lvl5pPr>
            <a:lvl6pPr marL="2514600" indent="-228600" algn="ctr" eaLnBrk="0" fontAlgn="base" hangingPunct="0">
              <a:spcBef>
                <a:spcPct val="0"/>
              </a:spcBef>
              <a:spcAft>
                <a:spcPct val="0"/>
              </a:spcAft>
              <a:defRPr b="1">
                <a:solidFill>
                  <a:schemeClr val="tx1"/>
                </a:solidFill>
                <a:latin typeface="Arial" charset="0"/>
              </a:defRPr>
            </a:lvl6pPr>
            <a:lvl7pPr marL="2971800" indent="-228600" algn="ctr" eaLnBrk="0" fontAlgn="base" hangingPunct="0">
              <a:spcBef>
                <a:spcPct val="0"/>
              </a:spcBef>
              <a:spcAft>
                <a:spcPct val="0"/>
              </a:spcAft>
              <a:defRPr b="1">
                <a:solidFill>
                  <a:schemeClr val="tx1"/>
                </a:solidFill>
                <a:latin typeface="Arial" charset="0"/>
              </a:defRPr>
            </a:lvl7pPr>
            <a:lvl8pPr marL="3429000" indent="-228600" algn="ctr" eaLnBrk="0" fontAlgn="base" hangingPunct="0">
              <a:spcBef>
                <a:spcPct val="0"/>
              </a:spcBef>
              <a:spcAft>
                <a:spcPct val="0"/>
              </a:spcAft>
              <a:defRPr b="1">
                <a:solidFill>
                  <a:schemeClr val="tx1"/>
                </a:solidFill>
                <a:latin typeface="Arial" charset="0"/>
              </a:defRPr>
            </a:lvl8pPr>
            <a:lvl9pPr marL="3886200" indent="-228600" algn="ctr" eaLnBrk="0" fontAlgn="base" hangingPunct="0">
              <a:spcBef>
                <a:spcPct val="0"/>
              </a:spcBef>
              <a:spcAft>
                <a:spcPct val="0"/>
              </a:spcAft>
              <a:defRPr b="1">
                <a:solidFill>
                  <a:schemeClr val="tx1"/>
                </a:solidFill>
                <a:latin typeface="Arial" charset="0"/>
              </a:defRPr>
            </a:lvl9pPr>
          </a:lstStyle>
          <a:p>
            <a:pPr eaLnBrk="1" hangingPunct="1"/>
            <a:fld id="{DADE1E5C-C5FD-4AD9-BDFF-20822961C996}" type="slidenum">
              <a:rPr lang="en-US" b="0" smtClean="0"/>
              <a:pPr eaLnBrk="1" hangingPunct="1"/>
              <a:t>8</a:t>
            </a:fld>
            <a:endParaRPr lang="en-US" b="0" dirty="0"/>
          </a:p>
        </p:txBody>
      </p:sp>
      <p:sp>
        <p:nvSpPr>
          <p:cNvPr id="38915" name="Rectangle 2"/>
          <p:cNvSpPr>
            <a:spLocks noGrp="1" noRot="1" noChangeAspect="1" noChangeArrowheads="1" noTextEdit="1"/>
          </p:cNvSpPr>
          <p:nvPr>
            <p:ph type="sldImg"/>
          </p:nvPr>
        </p:nvSpPr>
        <p:spPr>
          <a:ln/>
        </p:spPr>
      </p:sp>
      <p:sp>
        <p:nvSpPr>
          <p:cNvPr id="38916" name="Rectangle 3"/>
          <p:cNvSpPr>
            <a:spLocks noGrp="1" noChangeArrowheads="1"/>
          </p:cNvSpPr>
          <p:nvPr>
            <p:ph type="body" idx="1"/>
          </p:nvPr>
        </p:nvSpPr>
        <p:spPr>
          <a:noFill/>
        </p:spPr>
        <p:txBody>
          <a:bodyPr/>
          <a:lstStyle/>
          <a:p>
            <a:pPr eaLnBrk="1" hangingPunct="1"/>
            <a:r>
              <a:rPr lang="en-US" dirty="0"/>
              <a:t>A grammar for the English language tells us whether a particular sentence is well-formed or not.</a:t>
            </a:r>
            <a:endParaRPr lang="nl-NL" dirty="0"/>
          </a:p>
        </p:txBody>
      </p:sp>
    </p:spTree>
    <p:extLst>
      <p:ext uri="{BB962C8B-B14F-4D97-AF65-F5344CB8AC3E}">
        <p14:creationId xmlns:p14="http://schemas.microsoft.com/office/powerpoint/2010/main" val="4294707018"/>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8914" name="Rectangle 7"/>
          <p:cNvSpPr>
            <a:spLocks noGrp="1" noChangeArrowheads="1"/>
          </p:cNvSpPr>
          <p:nvPr>
            <p:ph type="sldNum" sz="quarter" idx="5"/>
          </p:nvPr>
        </p:nvSpPr>
        <p:spPr>
          <a:noFill/>
        </p:spPr>
        <p:txBody>
          <a:bodyPr/>
          <a:lstStyle>
            <a:lvl1pPr eaLnBrk="0" hangingPunct="0">
              <a:defRPr b="1">
                <a:solidFill>
                  <a:schemeClr val="tx1"/>
                </a:solidFill>
                <a:latin typeface="Arial" charset="0"/>
              </a:defRPr>
            </a:lvl1pPr>
            <a:lvl2pPr marL="742950" indent="-285750" eaLnBrk="0" hangingPunct="0">
              <a:defRPr b="1">
                <a:solidFill>
                  <a:schemeClr val="tx1"/>
                </a:solidFill>
                <a:latin typeface="Arial" charset="0"/>
              </a:defRPr>
            </a:lvl2pPr>
            <a:lvl3pPr marL="1143000" indent="-228600" eaLnBrk="0" hangingPunct="0">
              <a:defRPr b="1">
                <a:solidFill>
                  <a:schemeClr val="tx1"/>
                </a:solidFill>
                <a:latin typeface="Arial" charset="0"/>
              </a:defRPr>
            </a:lvl3pPr>
            <a:lvl4pPr marL="1600200" indent="-228600" eaLnBrk="0" hangingPunct="0">
              <a:defRPr b="1">
                <a:solidFill>
                  <a:schemeClr val="tx1"/>
                </a:solidFill>
                <a:latin typeface="Arial" charset="0"/>
              </a:defRPr>
            </a:lvl4pPr>
            <a:lvl5pPr marL="2057400" indent="-228600" eaLnBrk="0" hangingPunct="0">
              <a:defRPr b="1">
                <a:solidFill>
                  <a:schemeClr val="tx1"/>
                </a:solidFill>
                <a:latin typeface="Arial" charset="0"/>
              </a:defRPr>
            </a:lvl5pPr>
            <a:lvl6pPr marL="2514600" indent="-228600" algn="ctr" eaLnBrk="0" fontAlgn="base" hangingPunct="0">
              <a:spcBef>
                <a:spcPct val="0"/>
              </a:spcBef>
              <a:spcAft>
                <a:spcPct val="0"/>
              </a:spcAft>
              <a:defRPr b="1">
                <a:solidFill>
                  <a:schemeClr val="tx1"/>
                </a:solidFill>
                <a:latin typeface="Arial" charset="0"/>
              </a:defRPr>
            </a:lvl6pPr>
            <a:lvl7pPr marL="2971800" indent="-228600" algn="ctr" eaLnBrk="0" fontAlgn="base" hangingPunct="0">
              <a:spcBef>
                <a:spcPct val="0"/>
              </a:spcBef>
              <a:spcAft>
                <a:spcPct val="0"/>
              </a:spcAft>
              <a:defRPr b="1">
                <a:solidFill>
                  <a:schemeClr val="tx1"/>
                </a:solidFill>
                <a:latin typeface="Arial" charset="0"/>
              </a:defRPr>
            </a:lvl7pPr>
            <a:lvl8pPr marL="3429000" indent="-228600" algn="ctr" eaLnBrk="0" fontAlgn="base" hangingPunct="0">
              <a:spcBef>
                <a:spcPct val="0"/>
              </a:spcBef>
              <a:spcAft>
                <a:spcPct val="0"/>
              </a:spcAft>
              <a:defRPr b="1">
                <a:solidFill>
                  <a:schemeClr val="tx1"/>
                </a:solidFill>
                <a:latin typeface="Arial" charset="0"/>
              </a:defRPr>
            </a:lvl8pPr>
            <a:lvl9pPr marL="3886200" indent="-228600" algn="ctr" eaLnBrk="0" fontAlgn="base" hangingPunct="0">
              <a:spcBef>
                <a:spcPct val="0"/>
              </a:spcBef>
              <a:spcAft>
                <a:spcPct val="0"/>
              </a:spcAft>
              <a:defRPr b="1">
                <a:solidFill>
                  <a:schemeClr val="tx1"/>
                </a:solidFill>
                <a:latin typeface="Arial" charset="0"/>
              </a:defRPr>
            </a:lvl9pPr>
          </a:lstStyle>
          <a:p>
            <a:pPr eaLnBrk="1" hangingPunct="1"/>
            <a:fld id="{DADE1E5C-C5FD-4AD9-BDFF-20822961C996}" type="slidenum">
              <a:rPr lang="en-US" b="0" smtClean="0"/>
              <a:pPr eaLnBrk="1" hangingPunct="1"/>
              <a:t>9</a:t>
            </a:fld>
            <a:endParaRPr lang="en-US" b="0" dirty="0"/>
          </a:p>
        </p:txBody>
      </p:sp>
      <p:sp>
        <p:nvSpPr>
          <p:cNvPr id="38915" name="Rectangle 2"/>
          <p:cNvSpPr>
            <a:spLocks noGrp="1" noRot="1" noChangeAspect="1" noChangeArrowheads="1" noTextEdit="1"/>
          </p:cNvSpPr>
          <p:nvPr>
            <p:ph type="sldImg"/>
          </p:nvPr>
        </p:nvSpPr>
        <p:spPr>
          <a:ln/>
        </p:spPr>
      </p:sp>
      <p:sp>
        <p:nvSpPr>
          <p:cNvPr id="38916" name="Rectangle 3"/>
          <p:cNvSpPr>
            <a:spLocks noGrp="1" noChangeArrowheads="1"/>
          </p:cNvSpPr>
          <p:nvPr>
            <p:ph type="body" idx="1"/>
          </p:nvPr>
        </p:nvSpPr>
        <p:spPr>
          <a:noFill/>
        </p:spPr>
        <p:txBody>
          <a:bodyPr/>
          <a:lstStyle/>
          <a:p>
            <a:pPr eaLnBrk="1" hangingPunct="1"/>
            <a:r>
              <a:rPr lang="en-US" dirty="0"/>
              <a:t>A grammar for the English language tells us whether a particular sentence is well-formed or not.</a:t>
            </a:r>
          </a:p>
          <a:p>
            <a:pPr eaLnBrk="1" hangingPunct="1"/>
            <a:endParaRPr lang="en-US" dirty="0"/>
          </a:p>
          <a:p>
            <a:pPr eaLnBrk="1" hangingPunct="1"/>
            <a:r>
              <a:rPr lang="en-US" dirty="0"/>
              <a:t>A grammar G is defined as a quadruple</a:t>
            </a:r>
          </a:p>
          <a:p>
            <a:pPr eaLnBrk="1" hangingPunct="1"/>
            <a:r>
              <a:rPr lang="en-US" dirty="0"/>
              <a:t>G =(V, T, S, P),</a:t>
            </a:r>
          </a:p>
          <a:p>
            <a:pPr eaLnBrk="1" hangingPunct="1"/>
            <a:r>
              <a:rPr lang="en-US" dirty="0"/>
              <a:t>where V is a finite set of objects called variables,</a:t>
            </a:r>
          </a:p>
          <a:p>
            <a:pPr eaLnBrk="1" hangingPunct="1"/>
            <a:r>
              <a:rPr lang="en-US" dirty="0"/>
              <a:t>T is a finite set of objects called terminal symbols,</a:t>
            </a:r>
          </a:p>
          <a:p>
            <a:pPr eaLnBrk="1" hangingPunct="1"/>
            <a:r>
              <a:rPr lang="en-US" dirty="0"/>
              <a:t>S ∈ V is a special symbol called the start variable,</a:t>
            </a:r>
          </a:p>
          <a:p>
            <a:pPr eaLnBrk="1" hangingPunct="1"/>
            <a:r>
              <a:rPr lang="en-US" dirty="0"/>
              <a:t>P is a finite set of productions.</a:t>
            </a:r>
          </a:p>
          <a:p>
            <a:pPr eaLnBrk="1" hangingPunct="1"/>
            <a:endParaRPr lang="nl-NL" dirty="0"/>
          </a:p>
        </p:txBody>
      </p:sp>
    </p:spTree>
    <p:extLst>
      <p:ext uri="{BB962C8B-B14F-4D97-AF65-F5344CB8AC3E}">
        <p14:creationId xmlns:p14="http://schemas.microsoft.com/office/powerpoint/2010/main" val="3248413566"/>
      </p:ext>
    </p:extLst>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8914" name="Rectangle 7"/>
          <p:cNvSpPr>
            <a:spLocks noGrp="1" noChangeArrowheads="1"/>
          </p:cNvSpPr>
          <p:nvPr>
            <p:ph type="sldNum" sz="quarter" idx="5"/>
          </p:nvPr>
        </p:nvSpPr>
        <p:spPr>
          <a:noFill/>
        </p:spPr>
        <p:txBody>
          <a:bodyPr/>
          <a:lstStyle>
            <a:lvl1pPr eaLnBrk="0" hangingPunct="0">
              <a:defRPr b="1">
                <a:solidFill>
                  <a:schemeClr val="tx1"/>
                </a:solidFill>
                <a:latin typeface="Arial" charset="0"/>
              </a:defRPr>
            </a:lvl1pPr>
            <a:lvl2pPr marL="742950" indent="-285750" eaLnBrk="0" hangingPunct="0">
              <a:defRPr b="1">
                <a:solidFill>
                  <a:schemeClr val="tx1"/>
                </a:solidFill>
                <a:latin typeface="Arial" charset="0"/>
              </a:defRPr>
            </a:lvl2pPr>
            <a:lvl3pPr marL="1143000" indent="-228600" eaLnBrk="0" hangingPunct="0">
              <a:defRPr b="1">
                <a:solidFill>
                  <a:schemeClr val="tx1"/>
                </a:solidFill>
                <a:latin typeface="Arial" charset="0"/>
              </a:defRPr>
            </a:lvl3pPr>
            <a:lvl4pPr marL="1600200" indent="-228600" eaLnBrk="0" hangingPunct="0">
              <a:defRPr b="1">
                <a:solidFill>
                  <a:schemeClr val="tx1"/>
                </a:solidFill>
                <a:latin typeface="Arial" charset="0"/>
              </a:defRPr>
            </a:lvl4pPr>
            <a:lvl5pPr marL="2057400" indent="-228600" eaLnBrk="0" hangingPunct="0">
              <a:defRPr b="1">
                <a:solidFill>
                  <a:schemeClr val="tx1"/>
                </a:solidFill>
                <a:latin typeface="Arial" charset="0"/>
              </a:defRPr>
            </a:lvl5pPr>
            <a:lvl6pPr marL="2514600" indent="-228600" algn="ctr" eaLnBrk="0" fontAlgn="base" hangingPunct="0">
              <a:spcBef>
                <a:spcPct val="0"/>
              </a:spcBef>
              <a:spcAft>
                <a:spcPct val="0"/>
              </a:spcAft>
              <a:defRPr b="1">
                <a:solidFill>
                  <a:schemeClr val="tx1"/>
                </a:solidFill>
                <a:latin typeface="Arial" charset="0"/>
              </a:defRPr>
            </a:lvl6pPr>
            <a:lvl7pPr marL="2971800" indent="-228600" algn="ctr" eaLnBrk="0" fontAlgn="base" hangingPunct="0">
              <a:spcBef>
                <a:spcPct val="0"/>
              </a:spcBef>
              <a:spcAft>
                <a:spcPct val="0"/>
              </a:spcAft>
              <a:defRPr b="1">
                <a:solidFill>
                  <a:schemeClr val="tx1"/>
                </a:solidFill>
                <a:latin typeface="Arial" charset="0"/>
              </a:defRPr>
            </a:lvl7pPr>
            <a:lvl8pPr marL="3429000" indent="-228600" algn="ctr" eaLnBrk="0" fontAlgn="base" hangingPunct="0">
              <a:spcBef>
                <a:spcPct val="0"/>
              </a:spcBef>
              <a:spcAft>
                <a:spcPct val="0"/>
              </a:spcAft>
              <a:defRPr b="1">
                <a:solidFill>
                  <a:schemeClr val="tx1"/>
                </a:solidFill>
                <a:latin typeface="Arial" charset="0"/>
              </a:defRPr>
            </a:lvl8pPr>
            <a:lvl9pPr marL="3886200" indent="-228600" algn="ctr" eaLnBrk="0" fontAlgn="base" hangingPunct="0">
              <a:spcBef>
                <a:spcPct val="0"/>
              </a:spcBef>
              <a:spcAft>
                <a:spcPct val="0"/>
              </a:spcAft>
              <a:defRPr b="1">
                <a:solidFill>
                  <a:schemeClr val="tx1"/>
                </a:solidFill>
                <a:latin typeface="Arial" charset="0"/>
              </a:defRPr>
            </a:lvl9pPr>
          </a:lstStyle>
          <a:p>
            <a:pPr eaLnBrk="1" hangingPunct="1"/>
            <a:fld id="{DADE1E5C-C5FD-4AD9-BDFF-20822961C996}" type="slidenum">
              <a:rPr lang="en-US" b="0" smtClean="0"/>
              <a:pPr eaLnBrk="1" hangingPunct="1"/>
              <a:t>10</a:t>
            </a:fld>
            <a:endParaRPr lang="en-US" b="0" dirty="0"/>
          </a:p>
        </p:txBody>
      </p:sp>
      <p:sp>
        <p:nvSpPr>
          <p:cNvPr id="38915" name="Rectangle 2"/>
          <p:cNvSpPr>
            <a:spLocks noGrp="1" noRot="1" noChangeAspect="1" noChangeArrowheads="1" noTextEdit="1"/>
          </p:cNvSpPr>
          <p:nvPr>
            <p:ph type="sldImg"/>
          </p:nvPr>
        </p:nvSpPr>
        <p:spPr>
          <a:ln/>
        </p:spPr>
      </p:sp>
      <p:sp>
        <p:nvSpPr>
          <p:cNvPr id="38916" name="Rectangle 3"/>
          <p:cNvSpPr>
            <a:spLocks noGrp="1" noChangeArrowheads="1"/>
          </p:cNvSpPr>
          <p:nvPr>
            <p:ph type="body" idx="1"/>
          </p:nvPr>
        </p:nvSpPr>
        <p:spPr>
          <a:noFill/>
        </p:spPr>
        <p:txBody>
          <a:bodyPr/>
          <a:lstStyle/>
          <a:p>
            <a:pPr eaLnBrk="1" hangingPunct="1"/>
            <a:endParaRPr lang="nl-NL" dirty="0"/>
          </a:p>
        </p:txBody>
      </p:sp>
    </p:spTree>
    <p:extLst>
      <p:ext uri="{BB962C8B-B14F-4D97-AF65-F5344CB8AC3E}">
        <p14:creationId xmlns:p14="http://schemas.microsoft.com/office/powerpoint/2010/main" val="424219983"/>
      </p:ext>
    </p:extLst>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8914" name="Rectangle 7"/>
          <p:cNvSpPr>
            <a:spLocks noGrp="1" noChangeArrowheads="1"/>
          </p:cNvSpPr>
          <p:nvPr>
            <p:ph type="sldNum" sz="quarter" idx="5"/>
          </p:nvPr>
        </p:nvSpPr>
        <p:spPr>
          <a:noFill/>
        </p:spPr>
        <p:txBody>
          <a:bodyPr/>
          <a:lstStyle>
            <a:lvl1pPr eaLnBrk="0" hangingPunct="0">
              <a:defRPr b="1">
                <a:solidFill>
                  <a:schemeClr val="tx1"/>
                </a:solidFill>
                <a:latin typeface="Arial" charset="0"/>
              </a:defRPr>
            </a:lvl1pPr>
            <a:lvl2pPr marL="742950" indent="-285750" eaLnBrk="0" hangingPunct="0">
              <a:defRPr b="1">
                <a:solidFill>
                  <a:schemeClr val="tx1"/>
                </a:solidFill>
                <a:latin typeface="Arial" charset="0"/>
              </a:defRPr>
            </a:lvl2pPr>
            <a:lvl3pPr marL="1143000" indent="-228600" eaLnBrk="0" hangingPunct="0">
              <a:defRPr b="1">
                <a:solidFill>
                  <a:schemeClr val="tx1"/>
                </a:solidFill>
                <a:latin typeface="Arial" charset="0"/>
              </a:defRPr>
            </a:lvl3pPr>
            <a:lvl4pPr marL="1600200" indent="-228600" eaLnBrk="0" hangingPunct="0">
              <a:defRPr b="1">
                <a:solidFill>
                  <a:schemeClr val="tx1"/>
                </a:solidFill>
                <a:latin typeface="Arial" charset="0"/>
              </a:defRPr>
            </a:lvl4pPr>
            <a:lvl5pPr marL="2057400" indent="-228600" eaLnBrk="0" hangingPunct="0">
              <a:defRPr b="1">
                <a:solidFill>
                  <a:schemeClr val="tx1"/>
                </a:solidFill>
                <a:latin typeface="Arial" charset="0"/>
              </a:defRPr>
            </a:lvl5pPr>
            <a:lvl6pPr marL="2514600" indent="-228600" algn="ctr" eaLnBrk="0" fontAlgn="base" hangingPunct="0">
              <a:spcBef>
                <a:spcPct val="0"/>
              </a:spcBef>
              <a:spcAft>
                <a:spcPct val="0"/>
              </a:spcAft>
              <a:defRPr b="1">
                <a:solidFill>
                  <a:schemeClr val="tx1"/>
                </a:solidFill>
                <a:latin typeface="Arial" charset="0"/>
              </a:defRPr>
            </a:lvl6pPr>
            <a:lvl7pPr marL="2971800" indent="-228600" algn="ctr" eaLnBrk="0" fontAlgn="base" hangingPunct="0">
              <a:spcBef>
                <a:spcPct val="0"/>
              </a:spcBef>
              <a:spcAft>
                <a:spcPct val="0"/>
              </a:spcAft>
              <a:defRPr b="1">
                <a:solidFill>
                  <a:schemeClr val="tx1"/>
                </a:solidFill>
                <a:latin typeface="Arial" charset="0"/>
              </a:defRPr>
            </a:lvl7pPr>
            <a:lvl8pPr marL="3429000" indent="-228600" algn="ctr" eaLnBrk="0" fontAlgn="base" hangingPunct="0">
              <a:spcBef>
                <a:spcPct val="0"/>
              </a:spcBef>
              <a:spcAft>
                <a:spcPct val="0"/>
              </a:spcAft>
              <a:defRPr b="1">
                <a:solidFill>
                  <a:schemeClr val="tx1"/>
                </a:solidFill>
                <a:latin typeface="Arial" charset="0"/>
              </a:defRPr>
            </a:lvl8pPr>
            <a:lvl9pPr marL="3886200" indent="-228600" algn="ctr" eaLnBrk="0" fontAlgn="base" hangingPunct="0">
              <a:spcBef>
                <a:spcPct val="0"/>
              </a:spcBef>
              <a:spcAft>
                <a:spcPct val="0"/>
              </a:spcAft>
              <a:defRPr b="1">
                <a:solidFill>
                  <a:schemeClr val="tx1"/>
                </a:solidFill>
                <a:latin typeface="Arial" charset="0"/>
              </a:defRPr>
            </a:lvl9pPr>
          </a:lstStyle>
          <a:p>
            <a:pPr eaLnBrk="1" hangingPunct="1"/>
            <a:fld id="{DADE1E5C-C5FD-4AD9-BDFF-20822961C996}" type="slidenum">
              <a:rPr lang="en-US" b="0" smtClean="0"/>
              <a:pPr eaLnBrk="1" hangingPunct="1"/>
              <a:t>11</a:t>
            </a:fld>
            <a:endParaRPr lang="en-US" b="0" dirty="0"/>
          </a:p>
        </p:txBody>
      </p:sp>
      <p:sp>
        <p:nvSpPr>
          <p:cNvPr id="38915" name="Rectangle 2"/>
          <p:cNvSpPr>
            <a:spLocks noGrp="1" noRot="1" noChangeAspect="1" noChangeArrowheads="1" noTextEdit="1"/>
          </p:cNvSpPr>
          <p:nvPr>
            <p:ph type="sldImg"/>
          </p:nvPr>
        </p:nvSpPr>
        <p:spPr>
          <a:ln/>
        </p:spPr>
      </p:sp>
      <p:sp>
        <p:nvSpPr>
          <p:cNvPr id="38916" name="Rectangle 3"/>
          <p:cNvSpPr>
            <a:spLocks noGrp="1" noChangeArrowheads="1"/>
          </p:cNvSpPr>
          <p:nvPr>
            <p:ph type="body" idx="1"/>
          </p:nvPr>
        </p:nvSpPr>
        <p:spPr>
          <a:noFill/>
        </p:spPr>
        <p:txBody>
          <a:bodyPr/>
          <a:lstStyle/>
          <a:p>
            <a:pPr eaLnBrk="1" hangingPunct="1"/>
            <a:endParaRPr lang="nl-NL" dirty="0"/>
          </a:p>
        </p:txBody>
      </p:sp>
    </p:spTree>
    <p:extLst>
      <p:ext uri="{BB962C8B-B14F-4D97-AF65-F5344CB8AC3E}">
        <p14:creationId xmlns:p14="http://schemas.microsoft.com/office/powerpoint/2010/main" val="754798961"/>
      </p:ext>
    </p:extLst>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8914" name="Rectangle 7"/>
          <p:cNvSpPr>
            <a:spLocks noGrp="1" noChangeArrowheads="1"/>
          </p:cNvSpPr>
          <p:nvPr>
            <p:ph type="sldNum" sz="quarter" idx="5"/>
          </p:nvPr>
        </p:nvSpPr>
        <p:spPr>
          <a:noFill/>
        </p:spPr>
        <p:txBody>
          <a:bodyPr/>
          <a:lstStyle>
            <a:lvl1pPr eaLnBrk="0" hangingPunct="0">
              <a:defRPr b="1">
                <a:solidFill>
                  <a:schemeClr val="tx1"/>
                </a:solidFill>
                <a:latin typeface="Arial" charset="0"/>
              </a:defRPr>
            </a:lvl1pPr>
            <a:lvl2pPr marL="742950" indent="-285750" eaLnBrk="0" hangingPunct="0">
              <a:defRPr b="1">
                <a:solidFill>
                  <a:schemeClr val="tx1"/>
                </a:solidFill>
                <a:latin typeface="Arial" charset="0"/>
              </a:defRPr>
            </a:lvl2pPr>
            <a:lvl3pPr marL="1143000" indent="-228600" eaLnBrk="0" hangingPunct="0">
              <a:defRPr b="1">
                <a:solidFill>
                  <a:schemeClr val="tx1"/>
                </a:solidFill>
                <a:latin typeface="Arial" charset="0"/>
              </a:defRPr>
            </a:lvl3pPr>
            <a:lvl4pPr marL="1600200" indent="-228600" eaLnBrk="0" hangingPunct="0">
              <a:defRPr b="1">
                <a:solidFill>
                  <a:schemeClr val="tx1"/>
                </a:solidFill>
                <a:latin typeface="Arial" charset="0"/>
              </a:defRPr>
            </a:lvl4pPr>
            <a:lvl5pPr marL="2057400" indent="-228600" eaLnBrk="0" hangingPunct="0">
              <a:defRPr b="1">
                <a:solidFill>
                  <a:schemeClr val="tx1"/>
                </a:solidFill>
                <a:latin typeface="Arial" charset="0"/>
              </a:defRPr>
            </a:lvl5pPr>
            <a:lvl6pPr marL="2514600" indent="-228600" algn="ctr" eaLnBrk="0" fontAlgn="base" hangingPunct="0">
              <a:spcBef>
                <a:spcPct val="0"/>
              </a:spcBef>
              <a:spcAft>
                <a:spcPct val="0"/>
              </a:spcAft>
              <a:defRPr b="1">
                <a:solidFill>
                  <a:schemeClr val="tx1"/>
                </a:solidFill>
                <a:latin typeface="Arial" charset="0"/>
              </a:defRPr>
            </a:lvl6pPr>
            <a:lvl7pPr marL="2971800" indent="-228600" algn="ctr" eaLnBrk="0" fontAlgn="base" hangingPunct="0">
              <a:spcBef>
                <a:spcPct val="0"/>
              </a:spcBef>
              <a:spcAft>
                <a:spcPct val="0"/>
              </a:spcAft>
              <a:defRPr b="1">
                <a:solidFill>
                  <a:schemeClr val="tx1"/>
                </a:solidFill>
                <a:latin typeface="Arial" charset="0"/>
              </a:defRPr>
            </a:lvl7pPr>
            <a:lvl8pPr marL="3429000" indent="-228600" algn="ctr" eaLnBrk="0" fontAlgn="base" hangingPunct="0">
              <a:spcBef>
                <a:spcPct val="0"/>
              </a:spcBef>
              <a:spcAft>
                <a:spcPct val="0"/>
              </a:spcAft>
              <a:defRPr b="1">
                <a:solidFill>
                  <a:schemeClr val="tx1"/>
                </a:solidFill>
                <a:latin typeface="Arial" charset="0"/>
              </a:defRPr>
            </a:lvl8pPr>
            <a:lvl9pPr marL="3886200" indent="-228600" algn="ctr" eaLnBrk="0" fontAlgn="base" hangingPunct="0">
              <a:spcBef>
                <a:spcPct val="0"/>
              </a:spcBef>
              <a:spcAft>
                <a:spcPct val="0"/>
              </a:spcAft>
              <a:defRPr b="1">
                <a:solidFill>
                  <a:schemeClr val="tx1"/>
                </a:solidFill>
                <a:latin typeface="Arial" charset="0"/>
              </a:defRPr>
            </a:lvl9pPr>
          </a:lstStyle>
          <a:p>
            <a:pPr eaLnBrk="1" hangingPunct="1"/>
            <a:fld id="{DADE1E5C-C5FD-4AD9-BDFF-20822961C996}" type="slidenum">
              <a:rPr lang="en-US" b="0" smtClean="0"/>
              <a:pPr eaLnBrk="1" hangingPunct="1"/>
              <a:t>12</a:t>
            </a:fld>
            <a:endParaRPr lang="en-US" b="0" dirty="0"/>
          </a:p>
        </p:txBody>
      </p:sp>
      <p:sp>
        <p:nvSpPr>
          <p:cNvPr id="38915" name="Rectangle 2"/>
          <p:cNvSpPr>
            <a:spLocks noGrp="1" noRot="1" noChangeAspect="1" noChangeArrowheads="1" noTextEdit="1"/>
          </p:cNvSpPr>
          <p:nvPr>
            <p:ph type="sldImg"/>
          </p:nvPr>
        </p:nvSpPr>
        <p:spPr>
          <a:ln/>
        </p:spPr>
      </p:sp>
      <p:sp>
        <p:nvSpPr>
          <p:cNvPr id="38916" name="Rectangle 3"/>
          <p:cNvSpPr>
            <a:spLocks noGrp="1" noChangeArrowheads="1"/>
          </p:cNvSpPr>
          <p:nvPr>
            <p:ph type="body" idx="1"/>
          </p:nvPr>
        </p:nvSpPr>
        <p:spPr>
          <a:noFill/>
        </p:spPr>
        <p:txBody>
          <a:bodyPr/>
          <a:lstStyle/>
          <a:p>
            <a:pPr eaLnBrk="1" hangingPunct="1"/>
            <a:endParaRPr lang="nl-NL" dirty="0"/>
          </a:p>
        </p:txBody>
      </p:sp>
    </p:spTree>
    <p:extLst>
      <p:ext uri="{BB962C8B-B14F-4D97-AF65-F5344CB8AC3E}">
        <p14:creationId xmlns:p14="http://schemas.microsoft.com/office/powerpoint/2010/main" val="501556242"/>
      </p:ext>
    </p:extLst>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8914" name="Rectangle 7"/>
          <p:cNvSpPr>
            <a:spLocks noGrp="1" noChangeArrowheads="1"/>
          </p:cNvSpPr>
          <p:nvPr>
            <p:ph type="sldNum" sz="quarter" idx="5"/>
          </p:nvPr>
        </p:nvSpPr>
        <p:spPr>
          <a:noFill/>
        </p:spPr>
        <p:txBody>
          <a:bodyPr/>
          <a:lstStyle>
            <a:lvl1pPr eaLnBrk="0" hangingPunct="0">
              <a:defRPr b="1">
                <a:solidFill>
                  <a:schemeClr val="tx1"/>
                </a:solidFill>
                <a:latin typeface="Arial" charset="0"/>
              </a:defRPr>
            </a:lvl1pPr>
            <a:lvl2pPr marL="742950" indent="-285750" eaLnBrk="0" hangingPunct="0">
              <a:defRPr b="1">
                <a:solidFill>
                  <a:schemeClr val="tx1"/>
                </a:solidFill>
                <a:latin typeface="Arial" charset="0"/>
              </a:defRPr>
            </a:lvl2pPr>
            <a:lvl3pPr marL="1143000" indent="-228600" eaLnBrk="0" hangingPunct="0">
              <a:defRPr b="1">
                <a:solidFill>
                  <a:schemeClr val="tx1"/>
                </a:solidFill>
                <a:latin typeface="Arial" charset="0"/>
              </a:defRPr>
            </a:lvl3pPr>
            <a:lvl4pPr marL="1600200" indent="-228600" eaLnBrk="0" hangingPunct="0">
              <a:defRPr b="1">
                <a:solidFill>
                  <a:schemeClr val="tx1"/>
                </a:solidFill>
                <a:latin typeface="Arial" charset="0"/>
              </a:defRPr>
            </a:lvl4pPr>
            <a:lvl5pPr marL="2057400" indent="-228600" eaLnBrk="0" hangingPunct="0">
              <a:defRPr b="1">
                <a:solidFill>
                  <a:schemeClr val="tx1"/>
                </a:solidFill>
                <a:latin typeface="Arial" charset="0"/>
              </a:defRPr>
            </a:lvl5pPr>
            <a:lvl6pPr marL="2514600" indent="-228600" algn="ctr" eaLnBrk="0" fontAlgn="base" hangingPunct="0">
              <a:spcBef>
                <a:spcPct val="0"/>
              </a:spcBef>
              <a:spcAft>
                <a:spcPct val="0"/>
              </a:spcAft>
              <a:defRPr b="1">
                <a:solidFill>
                  <a:schemeClr val="tx1"/>
                </a:solidFill>
                <a:latin typeface="Arial" charset="0"/>
              </a:defRPr>
            </a:lvl6pPr>
            <a:lvl7pPr marL="2971800" indent="-228600" algn="ctr" eaLnBrk="0" fontAlgn="base" hangingPunct="0">
              <a:spcBef>
                <a:spcPct val="0"/>
              </a:spcBef>
              <a:spcAft>
                <a:spcPct val="0"/>
              </a:spcAft>
              <a:defRPr b="1">
                <a:solidFill>
                  <a:schemeClr val="tx1"/>
                </a:solidFill>
                <a:latin typeface="Arial" charset="0"/>
              </a:defRPr>
            </a:lvl7pPr>
            <a:lvl8pPr marL="3429000" indent="-228600" algn="ctr" eaLnBrk="0" fontAlgn="base" hangingPunct="0">
              <a:spcBef>
                <a:spcPct val="0"/>
              </a:spcBef>
              <a:spcAft>
                <a:spcPct val="0"/>
              </a:spcAft>
              <a:defRPr b="1">
                <a:solidFill>
                  <a:schemeClr val="tx1"/>
                </a:solidFill>
                <a:latin typeface="Arial" charset="0"/>
              </a:defRPr>
            </a:lvl8pPr>
            <a:lvl9pPr marL="3886200" indent="-228600" algn="ctr" eaLnBrk="0" fontAlgn="base" hangingPunct="0">
              <a:spcBef>
                <a:spcPct val="0"/>
              </a:spcBef>
              <a:spcAft>
                <a:spcPct val="0"/>
              </a:spcAft>
              <a:defRPr b="1">
                <a:solidFill>
                  <a:schemeClr val="tx1"/>
                </a:solidFill>
                <a:latin typeface="Arial" charset="0"/>
              </a:defRPr>
            </a:lvl9pPr>
          </a:lstStyle>
          <a:p>
            <a:pPr eaLnBrk="1" hangingPunct="1"/>
            <a:fld id="{DADE1E5C-C5FD-4AD9-BDFF-20822961C996}" type="slidenum">
              <a:rPr lang="en-US" b="0" smtClean="0"/>
              <a:pPr eaLnBrk="1" hangingPunct="1"/>
              <a:t>13</a:t>
            </a:fld>
            <a:endParaRPr lang="en-US" b="0" dirty="0"/>
          </a:p>
        </p:txBody>
      </p:sp>
      <p:sp>
        <p:nvSpPr>
          <p:cNvPr id="38915" name="Rectangle 2"/>
          <p:cNvSpPr>
            <a:spLocks noGrp="1" noRot="1" noChangeAspect="1" noChangeArrowheads="1" noTextEdit="1"/>
          </p:cNvSpPr>
          <p:nvPr>
            <p:ph type="sldImg"/>
          </p:nvPr>
        </p:nvSpPr>
        <p:spPr>
          <a:ln/>
        </p:spPr>
      </p:sp>
      <p:sp>
        <p:nvSpPr>
          <p:cNvPr id="38916" name="Rectangle 3"/>
          <p:cNvSpPr>
            <a:spLocks noGrp="1" noChangeArrowheads="1"/>
          </p:cNvSpPr>
          <p:nvPr>
            <p:ph type="body" idx="1"/>
          </p:nvPr>
        </p:nvSpPr>
        <p:spPr>
          <a:noFill/>
        </p:spPr>
        <p:txBody>
          <a:bodyPr/>
          <a:lstStyle/>
          <a:p>
            <a:pPr eaLnBrk="1" hangingPunct="1"/>
            <a:endParaRPr lang="nl-NL" dirty="0"/>
          </a:p>
        </p:txBody>
      </p:sp>
    </p:spTree>
    <p:extLst>
      <p:ext uri="{BB962C8B-B14F-4D97-AF65-F5344CB8AC3E}">
        <p14:creationId xmlns:p14="http://schemas.microsoft.com/office/powerpoint/2010/main" val="3765558222"/>
      </p:ext>
    </p:extLst>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8914" name="Rectangle 7"/>
          <p:cNvSpPr>
            <a:spLocks noGrp="1" noChangeArrowheads="1"/>
          </p:cNvSpPr>
          <p:nvPr>
            <p:ph type="sldNum" sz="quarter" idx="5"/>
          </p:nvPr>
        </p:nvSpPr>
        <p:spPr>
          <a:noFill/>
        </p:spPr>
        <p:txBody>
          <a:bodyPr/>
          <a:lstStyle>
            <a:lvl1pPr eaLnBrk="0" hangingPunct="0">
              <a:defRPr b="1">
                <a:solidFill>
                  <a:schemeClr val="tx1"/>
                </a:solidFill>
                <a:latin typeface="Arial" charset="0"/>
              </a:defRPr>
            </a:lvl1pPr>
            <a:lvl2pPr marL="742950" indent="-285750" eaLnBrk="0" hangingPunct="0">
              <a:defRPr b="1">
                <a:solidFill>
                  <a:schemeClr val="tx1"/>
                </a:solidFill>
                <a:latin typeface="Arial" charset="0"/>
              </a:defRPr>
            </a:lvl2pPr>
            <a:lvl3pPr marL="1143000" indent="-228600" eaLnBrk="0" hangingPunct="0">
              <a:defRPr b="1">
                <a:solidFill>
                  <a:schemeClr val="tx1"/>
                </a:solidFill>
                <a:latin typeface="Arial" charset="0"/>
              </a:defRPr>
            </a:lvl3pPr>
            <a:lvl4pPr marL="1600200" indent="-228600" eaLnBrk="0" hangingPunct="0">
              <a:defRPr b="1">
                <a:solidFill>
                  <a:schemeClr val="tx1"/>
                </a:solidFill>
                <a:latin typeface="Arial" charset="0"/>
              </a:defRPr>
            </a:lvl4pPr>
            <a:lvl5pPr marL="2057400" indent="-228600" eaLnBrk="0" hangingPunct="0">
              <a:defRPr b="1">
                <a:solidFill>
                  <a:schemeClr val="tx1"/>
                </a:solidFill>
                <a:latin typeface="Arial" charset="0"/>
              </a:defRPr>
            </a:lvl5pPr>
            <a:lvl6pPr marL="2514600" indent="-228600" algn="ctr" eaLnBrk="0" fontAlgn="base" hangingPunct="0">
              <a:spcBef>
                <a:spcPct val="0"/>
              </a:spcBef>
              <a:spcAft>
                <a:spcPct val="0"/>
              </a:spcAft>
              <a:defRPr b="1">
                <a:solidFill>
                  <a:schemeClr val="tx1"/>
                </a:solidFill>
                <a:latin typeface="Arial" charset="0"/>
              </a:defRPr>
            </a:lvl6pPr>
            <a:lvl7pPr marL="2971800" indent="-228600" algn="ctr" eaLnBrk="0" fontAlgn="base" hangingPunct="0">
              <a:spcBef>
                <a:spcPct val="0"/>
              </a:spcBef>
              <a:spcAft>
                <a:spcPct val="0"/>
              </a:spcAft>
              <a:defRPr b="1">
                <a:solidFill>
                  <a:schemeClr val="tx1"/>
                </a:solidFill>
                <a:latin typeface="Arial" charset="0"/>
              </a:defRPr>
            </a:lvl7pPr>
            <a:lvl8pPr marL="3429000" indent="-228600" algn="ctr" eaLnBrk="0" fontAlgn="base" hangingPunct="0">
              <a:spcBef>
                <a:spcPct val="0"/>
              </a:spcBef>
              <a:spcAft>
                <a:spcPct val="0"/>
              </a:spcAft>
              <a:defRPr b="1">
                <a:solidFill>
                  <a:schemeClr val="tx1"/>
                </a:solidFill>
                <a:latin typeface="Arial" charset="0"/>
              </a:defRPr>
            </a:lvl8pPr>
            <a:lvl9pPr marL="3886200" indent="-228600" algn="ctr" eaLnBrk="0" fontAlgn="base" hangingPunct="0">
              <a:spcBef>
                <a:spcPct val="0"/>
              </a:spcBef>
              <a:spcAft>
                <a:spcPct val="0"/>
              </a:spcAft>
              <a:defRPr b="1">
                <a:solidFill>
                  <a:schemeClr val="tx1"/>
                </a:solidFill>
                <a:latin typeface="Arial" charset="0"/>
              </a:defRPr>
            </a:lvl9pPr>
          </a:lstStyle>
          <a:p>
            <a:pPr eaLnBrk="1" hangingPunct="1"/>
            <a:fld id="{DADE1E5C-C5FD-4AD9-BDFF-20822961C996}" type="slidenum">
              <a:rPr lang="en-US" b="0" smtClean="0"/>
              <a:pPr eaLnBrk="1" hangingPunct="1"/>
              <a:t>14</a:t>
            </a:fld>
            <a:endParaRPr lang="en-US" b="0" dirty="0"/>
          </a:p>
        </p:txBody>
      </p:sp>
      <p:sp>
        <p:nvSpPr>
          <p:cNvPr id="38915" name="Rectangle 2"/>
          <p:cNvSpPr>
            <a:spLocks noGrp="1" noRot="1" noChangeAspect="1" noChangeArrowheads="1" noTextEdit="1"/>
          </p:cNvSpPr>
          <p:nvPr>
            <p:ph type="sldImg"/>
          </p:nvPr>
        </p:nvSpPr>
        <p:spPr>
          <a:ln/>
        </p:spPr>
      </p:sp>
      <p:sp>
        <p:nvSpPr>
          <p:cNvPr id="38916" name="Rectangle 3"/>
          <p:cNvSpPr>
            <a:spLocks noGrp="1" noChangeArrowheads="1"/>
          </p:cNvSpPr>
          <p:nvPr>
            <p:ph type="body" idx="1"/>
          </p:nvPr>
        </p:nvSpPr>
        <p:spPr>
          <a:noFill/>
        </p:spPr>
        <p:txBody>
          <a:bodyPr/>
          <a:lstStyle/>
          <a:p>
            <a:pPr eaLnBrk="1" hangingPunct="1"/>
            <a:endParaRPr lang="nl-NL" dirty="0"/>
          </a:p>
        </p:txBody>
      </p:sp>
    </p:spTree>
    <p:extLst>
      <p:ext uri="{BB962C8B-B14F-4D97-AF65-F5344CB8AC3E}">
        <p14:creationId xmlns:p14="http://schemas.microsoft.com/office/powerpoint/2010/main" val="1870593324"/>
      </p:ext>
    </p:extLst>
  </p:cSld>
  <p:clrMapOvr>
    <a:masterClrMapping/>
  </p:clrMapOvr>
</p:notes>
</file>

<file path=ppt/notesSlides/notesSlide1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nl-NL" dirty="0"/>
              <a:t>https://en.wikipedia.org/wiki/Parsing</a:t>
            </a:r>
          </a:p>
        </p:txBody>
      </p:sp>
      <p:sp>
        <p:nvSpPr>
          <p:cNvPr id="4" name="Slide Number Placeholder 3"/>
          <p:cNvSpPr>
            <a:spLocks noGrp="1"/>
          </p:cNvSpPr>
          <p:nvPr>
            <p:ph type="sldNum" sz="quarter" idx="10"/>
          </p:nvPr>
        </p:nvSpPr>
        <p:spPr/>
        <p:txBody>
          <a:bodyPr/>
          <a:lstStyle/>
          <a:p>
            <a:pPr>
              <a:defRPr/>
            </a:pPr>
            <a:fld id="{E96490A4-71D0-43B6-A632-F02D13E6AF8A}" type="slidenum">
              <a:rPr lang="en-US" smtClean="0"/>
              <a:pPr>
                <a:defRPr/>
              </a:pPr>
              <a:t>15</a:t>
            </a:fld>
            <a:endParaRPr lang="en-US"/>
          </a:p>
        </p:txBody>
      </p:sp>
    </p:spTree>
    <p:extLst>
      <p:ext uri="{BB962C8B-B14F-4D97-AF65-F5344CB8AC3E}">
        <p14:creationId xmlns:p14="http://schemas.microsoft.com/office/powerpoint/2010/main" val="732736810"/>
      </p:ext>
    </p:extLst>
  </p:cSld>
  <p:clrMapOvr>
    <a:masterClrMapping/>
  </p:clrMapOvr>
</p:notes>
</file>

<file path=ppt/notesSlides/notesSlide1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8914" name="Rectangle 7"/>
          <p:cNvSpPr>
            <a:spLocks noGrp="1" noChangeArrowheads="1"/>
          </p:cNvSpPr>
          <p:nvPr>
            <p:ph type="sldNum" sz="quarter" idx="5"/>
          </p:nvPr>
        </p:nvSpPr>
        <p:spPr>
          <a:noFill/>
        </p:spPr>
        <p:txBody>
          <a:bodyPr/>
          <a:lstStyle>
            <a:lvl1pPr eaLnBrk="0" hangingPunct="0">
              <a:defRPr b="1">
                <a:solidFill>
                  <a:schemeClr val="tx1"/>
                </a:solidFill>
                <a:latin typeface="Arial" charset="0"/>
              </a:defRPr>
            </a:lvl1pPr>
            <a:lvl2pPr marL="742950" indent="-285750" eaLnBrk="0" hangingPunct="0">
              <a:defRPr b="1">
                <a:solidFill>
                  <a:schemeClr val="tx1"/>
                </a:solidFill>
                <a:latin typeface="Arial" charset="0"/>
              </a:defRPr>
            </a:lvl2pPr>
            <a:lvl3pPr marL="1143000" indent="-228600" eaLnBrk="0" hangingPunct="0">
              <a:defRPr b="1">
                <a:solidFill>
                  <a:schemeClr val="tx1"/>
                </a:solidFill>
                <a:latin typeface="Arial" charset="0"/>
              </a:defRPr>
            </a:lvl3pPr>
            <a:lvl4pPr marL="1600200" indent="-228600" eaLnBrk="0" hangingPunct="0">
              <a:defRPr b="1">
                <a:solidFill>
                  <a:schemeClr val="tx1"/>
                </a:solidFill>
                <a:latin typeface="Arial" charset="0"/>
              </a:defRPr>
            </a:lvl4pPr>
            <a:lvl5pPr marL="2057400" indent="-228600" eaLnBrk="0" hangingPunct="0">
              <a:defRPr b="1">
                <a:solidFill>
                  <a:schemeClr val="tx1"/>
                </a:solidFill>
                <a:latin typeface="Arial" charset="0"/>
              </a:defRPr>
            </a:lvl5pPr>
            <a:lvl6pPr marL="2514600" indent="-228600" algn="ctr" eaLnBrk="0" fontAlgn="base" hangingPunct="0">
              <a:spcBef>
                <a:spcPct val="0"/>
              </a:spcBef>
              <a:spcAft>
                <a:spcPct val="0"/>
              </a:spcAft>
              <a:defRPr b="1">
                <a:solidFill>
                  <a:schemeClr val="tx1"/>
                </a:solidFill>
                <a:latin typeface="Arial" charset="0"/>
              </a:defRPr>
            </a:lvl6pPr>
            <a:lvl7pPr marL="2971800" indent="-228600" algn="ctr" eaLnBrk="0" fontAlgn="base" hangingPunct="0">
              <a:spcBef>
                <a:spcPct val="0"/>
              </a:spcBef>
              <a:spcAft>
                <a:spcPct val="0"/>
              </a:spcAft>
              <a:defRPr b="1">
                <a:solidFill>
                  <a:schemeClr val="tx1"/>
                </a:solidFill>
                <a:latin typeface="Arial" charset="0"/>
              </a:defRPr>
            </a:lvl7pPr>
            <a:lvl8pPr marL="3429000" indent="-228600" algn="ctr" eaLnBrk="0" fontAlgn="base" hangingPunct="0">
              <a:spcBef>
                <a:spcPct val="0"/>
              </a:spcBef>
              <a:spcAft>
                <a:spcPct val="0"/>
              </a:spcAft>
              <a:defRPr b="1">
                <a:solidFill>
                  <a:schemeClr val="tx1"/>
                </a:solidFill>
                <a:latin typeface="Arial" charset="0"/>
              </a:defRPr>
            </a:lvl8pPr>
            <a:lvl9pPr marL="3886200" indent="-228600" algn="ctr" eaLnBrk="0" fontAlgn="base" hangingPunct="0">
              <a:spcBef>
                <a:spcPct val="0"/>
              </a:spcBef>
              <a:spcAft>
                <a:spcPct val="0"/>
              </a:spcAft>
              <a:defRPr b="1">
                <a:solidFill>
                  <a:schemeClr val="tx1"/>
                </a:solidFill>
                <a:latin typeface="Arial" charset="0"/>
              </a:defRPr>
            </a:lvl9pPr>
          </a:lstStyle>
          <a:p>
            <a:pPr eaLnBrk="1" hangingPunct="1"/>
            <a:fld id="{DADE1E5C-C5FD-4AD9-BDFF-20822961C996}" type="slidenum">
              <a:rPr lang="en-US" b="0" smtClean="0"/>
              <a:pPr eaLnBrk="1" hangingPunct="1"/>
              <a:t>16</a:t>
            </a:fld>
            <a:endParaRPr lang="en-US" b="0" dirty="0"/>
          </a:p>
        </p:txBody>
      </p:sp>
      <p:sp>
        <p:nvSpPr>
          <p:cNvPr id="38915" name="Rectangle 2"/>
          <p:cNvSpPr>
            <a:spLocks noGrp="1" noRot="1" noChangeAspect="1" noChangeArrowheads="1" noTextEdit="1"/>
          </p:cNvSpPr>
          <p:nvPr>
            <p:ph type="sldImg"/>
          </p:nvPr>
        </p:nvSpPr>
        <p:spPr>
          <a:ln/>
        </p:spPr>
      </p:sp>
      <p:sp>
        <p:nvSpPr>
          <p:cNvPr id="38916" name="Rectangle 3"/>
          <p:cNvSpPr>
            <a:spLocks noGrp="1" noChangeArrowheads="1"/>
          </p:cNvSpPr>
          <p:nvPr>
            <p:ph type="body" idx="1"/>
          </p:nvPr>
        </p:nvSpPr>
        <p:spPr>
          <a:noFill/>
        </p:spPr>
        <p:txBody>
          <a:bodyPr/>
          <a:lstStyle/>
          <a:p>
            <a:pPr eaLnBrk="1" hangingPunct="1"/>
            <a:endParaRPr lang="nl-NL" dirty="0"/>
          </a:p>
        </p:txBody>
      </p:sp>
    </p:spTree>
    <p:extLst>
      <p:ext uri="{BB962C8B-B14F-4D97-AF65-F5344CB8AC3E}">
        <p14:creationId xmlns:p14="http://schemas.microsoft.com/office/powerpoint/2010/main" val="2753865241"/>
      </p:ext>
    </p:extLst>
  </p:cSld>
  <p:clrMapOvr>
    <a:masterClrMapping/>
  </p:clrMapOvr>
</p:notes>
</file>

<file path=ppt/notesSlides/notesSlide1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8914" name="Rectangle 7"/>
          <p:cNvSpPr>
            <a:spLocks noGrp="1" noChangeArrowheads="1"/>
          </p:cNvSpPr>
          <p:nvPr>
            <p:ph type="sldNum" sz="quarter" idx="5"/>
          </p:nvPr>
        </p:nvSpPr>
        <p:spPr>
          <a:noFill/>
        </p:spPr>
        <p:txBody>
          <a:bodyPr/>
          <a:lstStyle>
            <a:lvl1pPr eaLnBrk="0" hangingPunct="0">
              <a:defRPr b="1">
                <a:solidFill>
                  <a:schemeClr val="tx1"/>
                </a:solidFill>
                <a:latin typeface="Arial" charset="0"/>
              </a:defRPr>
            </a:lvl1pPr>
            <a:lvl2pPr marL="742950" indent="-285750" eaLnBrk="0" hangingPunct="0">
              <a:defRPr b="1">
                <a:solidFill>
                  <a:schemeClr val="tx1"/>
                </a:solidFill>
                <a:latin typeface="Arial" charset="0"/>
              </a:defRPr>
            </a:lvl2pPr>
            <a:lvl3pPr marL="1143000" indent="-228600" eaLnBrk="0" hangingPunct="0">
              <a:defRPr b="1">
                <a:solidFill>
                  <a:schemeClr val="tx1"/>
                </a:solidFill>
                <a:latin typeface="Arial" charset="0"/>
              </a:defRPr>
            </a:lvl3pPr>
            <a:lvl4pPr marL="1600200" indent="-228600" eaLnBrk="0" hangingPunct="0">
              <a:defRPr b="1">
                <a:solidFill>
                  <a:schemeClr val="tx1"/>
                </a:solidFill>
                <a:latin typeface="Arial" charset="0"/>
              </a:defRPr>
            </a:lvl4pPr>
            <a:lvl5pPr marL="2057400" indent="-228600" eaLnBrk="0" hangingPunct="0">
              <a:defRPr b="1">
                <a:solidFill>
                  <a:schemeClr val="tx1"/>
                </a:solidFill>
                <a:latin typeface="Arial" charset="0"/>
              </a:defRPr>
            </a:lvl5pPr>
            <a:lvl6pPr marL="2514600" indent="-228600" algn="ctr" eaLnBrk="0" fontAlgn="base" hangingPunct="0">
              <a:spcBef>
                <a:spcPct val="0"/>
              </a:spcBef>
              <a:spcAft>
                <a:spcPct val="0"/>
              </a:spcAft>
              <a:defRPr b="1">
                <a:solidFill>
                  <a:schemeClr val="tx1"/>
                </a:solidFill>
                <a:latin typeface="Arial" charset="0"/>
              </a:defRPr>
            </a:lvl6pPr>
            <a:lvl7pPr marL="2971800" indent="-228600" algn="ctr" eaLnBrk="0" fontAlgn="base" hangingPunct="0">
              <a:spcBef>
                <a:spcPct val="0"/>
              </a:spcBef>
              <a:spcAft>
                <a:spcPct val="0"/>
              </a:spcAft>
              <a:defRPr b="1">
                <a:solidFill>
                  <a:schemeClr val="tx1"/>
                </a:solidFill>
                <a:latin typeface="Arial" charset="0"/>
              </a:defRPr>
            </a:lvl7pPr>
            <a:lvl8pPr marL="3429000" indent="-228600" algn="ctr" eaLnBrk="0" fontAlgn="base" hangingPunct="0">
              <a:spcBef>
                <a:spcPct val="0"/>
              </a:spcBef>
              <a:spcAft>
                <a:spcPct val="0"/>
              </a:spcAft>
              <a:defRPr b="1">
                <a:solidFill>
                  <a:schemeClr val="tx1"/>
                </a:solidFill>
                <a:latin typeface="Arial" charset="0"/>
              </a:defRPr>
            </a:lvl8pPr>
            <a:lvl9pPr marL="3886200" indent="-228600" algn="ctr" eaLnBrk="0" fontAlgn="base" hangingPunct="0">
              <a:spcBef>
                <a:spcPct val="0"/>
              </a:spcBef>
              <a:spcAft>
                <a:spcPct val="0"/>
              </a:spcAft>
              <a:defRPr b="1">
                <a:solidFill>
                  <a:schemeClr val="tx1"/>
                </a:solidFill>
                <a:latin typeface="Arial" charset="0"/>
              </a:defRPr>
            </a:lvl9pPr>
          </a:lstStyle>
          <a:p>
            <a:pPr eaLnBrk="1" hangingPunct="1"/>
            <a:fld id="{DADE1E5C-C5FD-4AD9-BDFF-20822961C996}" type="slidenum">
              <a:rPr lang="en-US" b="0" smtClean="0"/>
              <a:pPr eaLnBrk="1" hangingPunct="1"/>
              <a:t>17</a:t>
            </a:fld>
            <a:endParaRPr lang="en-US" b="0" dirty="0"/>
          </a:p>
        </p:txBody>
      </p:sp>
      <p:sp>
        <p:nvSpPr>
          <p:cNvPr id="38915" name="Rectangle 2"/>
          <p:cNvSpPr>
            <a:spLocks noGrp="1" noRot="1" noChangeAspect="1" noChangeArrowheads="1" noTextEdit="1"/>
          </p:cNvSpPr>
          <p:nvPr>
            <p:ph type="sldImg"/>
          </p:nvPr>
        </p:nvSpPr>
        <p:spPr>
          <a:ln/>
        </p:spPr>
      </p:sp>
      <p:sp>
        <p:nvSpPr>
          <p:cNvPr id="38916" name="Rectangle 3"/>
          <p:cNvSpPr>
            <a:spLocks noGrp="1" noChangeArrowheads="1"/>
          </p:cNvSpPr>
          <p:nvPr>
            <p:ph type="body" idx="1"/>
          </p:nvPr>
        </p:nvSpPr>
        <p:spPr>
          <a:noFill/>
        </p:spPr>
        <p:txBody>
          <a:bodyPr/>
          <a:lstStyle/>
          <a:p>
            <a:pPr eaLnBrk="1" hangingPunct="1"/>
            <a:endParaRPr lang="nl-NL" dirty="0"/>
          </a:p>
        </p:txBody>
      </p:sp>
    </p:spTree>
    <p:extLst>
      <p:ext uri="{BB962C8B-B14F-4D97-AF65-F5344CB8AC3E}">
        <p14:creationId xmlns:p14="http://schemas.microsoft.com/office/powerpoint/2010/main" val="3669265546"/>
      </p:ext>
    </p:extLst>
  </p:cSld>
  <p:clrMapOvr>
    <a:masterClrMapping/>
  </p:clrMapOvr>
</p:notes>
</file>

<file path=ppt/notesSlides/notesSlide1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8914" name="Rectangle 7"/>
          <p:cNvSpPr>
            <a:spLocks noGrp="1" noChangeArrowheads="1"/>
          </p:cNvSpPr>
          <p:nvPr>
            <p:ph type="sldNum" sz="quarter" idx="5"/>
          </p:nvPr>
        </p:nvSpPr>
        <p:spPr>
          <a:noFill/>
        </p:spPr>
        <p:txBody>
          <a:bodyPr/>
          <a:lstStyle>
            <a:lvl1pPr eaLnBrk="0" hangingPunct="0">
              <a:defRPr b="1">
                <a:solidFill>
                  <a:schemeClr val="tx1"/>
                </a:solidFill>
                <a:latin typeface="Arial" charset="0"/>
              </a:defRPr>
            </a:lvl1pPr>
            <a:lvl2pPr marL="742950" indent="-285750" eaLnBrk="0" hangingPunct="0">
              <a:defRPr b="1">
                <a:solidFill>
                  <a:schemeClr val="tx1"/>
                </a:solidFill>
                <a:latin typeface="Arial" charset="0"/>
              </a:defRPr>
            </a:lvl2pPr>
            <a:lvl3pPr marL="1143000" indent="-228600" eaLnBrk="0" hangingPunct="0">
              <a:defRPr b="1">
                <a:solidFill>
                  <a:schemeClr val="tx1"/>
                </a:solidFill>
                <a:latin typeface="Arial" charset="0"/>
              </a:defRPr>
            </a:lvl3pPr>
            <a:lvl4pPr marL="1600200" indent="-228600" eaLnBrk="0" hangingPunct="0">
              <a:defRPr b="1">
                <a:solidFill>
                  <a:schemeClr val="tx1"/>
                </a:solidFill>
                <a:latin typeface="Arial" charset="0"/>
              </a:defRPr>
            </a:lvl4pPr>
            <a:lvl5pPr marL="2057400" indent="-228600" eaLnBrk="0" hangingPunct="0">
              <a:defRPr b="1">
                <a:solidFill>
                  <a:schemeClr val="tx1"/>
                </a:solidFill>
                <a:latin typeface="Arial" charset="0"/>
              </a:defRPr>
            </a:lvl5pPr>
            <a:lvl6pPr marL="2514600" indent="-228600" algn="ctr" eaLnBrk="0" fontAlgn="base" hangingPunct="0">
              <a:spcBef>
                <a:spcPct val="0"/>
              </a:spcBef>
              <a:spcAft>
                <a:spcPct val="0"/>
              </a:spcAft>
              <a:defRPr b="1">
                <a:solidFill>
                  <a:schemeClr val="tx1"/>
                </a:solidFill>
                <a:latin typeface="Arial" charset="0"/>
              </a:defRPr>
            </a:lvl6pPr>
            <a:lvl7pPr marL="2971800" indent="-228600" algn="ctr" eaLnBrk="0" fontAlgn="base" hangingPunct="0">
              <a:spcBef>
                <a:spcPct val="0"/>
              </a:spcBef>
              <a:spcAft>
                <a:spcPct val="0"/>
              </a:spcAft>
              <a:defRPr b="1">
                <a:solidFill>
                  <a:schemeClr val="tx1"/>
                </a:solidFill>
                <a:latin typeface="Arial" charset="0"/>
              </a:defRPr>
            </a:lvl7pPr>
            <a:lvl8pPr marL="3429000" indent="-228600" algn="ctr" eaLnBrk="0" fontAlgn="base" hangingPunct="0">
              <a:spcBef>
                <a:spcPct val="0"/>
              </a:spcBef>
              <a:spcAft>
                <a:spcPct val="0"/>
              </a:spcAft>
              <a:defRPr b="1">
                <a:solidFill>
                  <a:schemeClr val="tx1"/>
                </a:solidFill>
                <a:latin typeface="Arial" charset="0"/>
              </a:defRPr>
            </a:lvl8pPr>
            <a:lvl9pPr marL="3886200" indent="-228600" algn="ctr" eaLnBrk="0" fontAlgn="base" hangingPunct="0">
              <a:spcBef>
                <a:spcPct val="0"/>
              </a:spcBef>
              <a:spcAft>
                <a:spcPct val="0"/>
              </a:spcAft>
              <a:defRPr b="1">
                <a:solidFill>
                  <a:schemeClr val="tx1"/>
                </a:solidFill>
                <a:latin typeface="Arial" charset="0"/>
              </a:defRPr>
            </a:lvl9pPr>
          </a:lstStyle>
          <a:p>
            <a:pPr eaLnBrk="1" hangingPunct="1"/>
            <a:fld id="{DADE1E5C-C5FD-4AD9-BDFF-20822961C996}" type="slidenum">
              <a:rPr lang="en-US" b="0" smtClean="0"/>
              <a:pPr eaLnBrk="1" hangingPunct="1"/>
              <a:t>18</a:t>
            </a:fld>
            <a:endParaRPr lang="en-US" b="0" dirty="0"/>
          </a:p>
        </p:txBody>
      </p:sp>
      <p:sp>
        <p:nvSpPr>
          <p:cNvPr id="38915" name="Rectangle 2"/>
          <p:cNvSpPr>
            <a:spLocks noGrp="1" noRot="1" noChangeAspect="1" noChangeArrowheads="1" noTextEdit="1"/>
          </p:cNvSpPr>
          <p:nvPr>
            <p:ph type="sldImg"/>
          </p:nvPr>
        </p:nvSpPr>
        <p:spPr>
          <a:ln/>
        </p:spPr>
      </p:sp>
      <p:sp>
        <p:nvSpPr>
          <p:cNvPr id="38916" name="Rectangle 3"/>
          <p:cNvSpPr>
            <a:spLocks noGrp="1" noChangeArrowheads="1"/>
          </p:cNvSpPr>
          <p:nvPr>
            <p:ph type="body" idx="1"/>
          </p:nvPr>
        </p:nvSpPr>
        <p:spPr>
          <a:noFill/>
        </p:spPr>
        <p:txBody>
          <a:bodyPr/>
          <a:lstStyle/>
          <a:p>
            <a:pPr eaLnBrk="1" hangingPunct="1"/>
            <a:endParaRPr lang="nl-NL" dirty="0"/>
          </a:p>
        </p:txBody>
      </p:sp>
    </p:spTree>
    <p:extLst>
      <p:ext uri="{BB962C8B-B14F-4D97-AF65-F5344CB8AC3E}">
        <p14:creationId xmlns:p14="http://schemas.microsoft.com/office/powerpoint/2010/main" val="1722322385"/>
      </p:ext>
    </p:extLst>
  </p:cSld>
  <p:clrMapOvr>
    <a:masterClrMapping/>
  </p:clrMapOvr>
</p:notes>
</file>

<file path=ppt/notesSlides/notesSlide1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8914" name="Rectangle 7"/>
          <p:cNvSpPr>
            <a:spLocks noGrp="1" noChangeArrowheads="1"/>
          </p:cNvSpPr>
          <p:nvPr>
            <p:ph type="sldNum" sz="quarter" idx="5"/>
          </p:nvPr>
        </p:nvSpPr>
        <p:spPr>
          <a:noFill/>
        </p:spPr>
        <p:txBody>
          <a:bodyPr/>
          <a:lstStyle>
            <a:lvl1pPr eaLnBrk="0" hangingPunct="0">
              <a:defRPr b="1">
                <a:solidFill>
                  <a:schemeClr val="tx1"/>
                </a:solidFill>
                <a:latin typeface="Arial" charset="0"/>
              </a:defRPr>
            </a:lvl1pPr>
            <a:lvl2pPr marL="742950" indent="-285750" eaLnBrk="0" hangingPunct="0">
              <a:defRPr b="1">
                <a:solidFill>
                  <a:schemeClr val="tx1"/>
                </a:solidFill>
                <a:latin typeface="Arial" charset="0"/>
              </a:defRPr>
            </a:lvl2pPr>
            <a:lvl3pPr marL="1143000" indent="-228600" eaLnBrk="0" hangingPunct="0">
              <a:defRPr b="1">
                <a:solidFill>
                  <a:schemeClr val="tx1"/>
                </a:solidFill>
                <a:latin typeface="Arial" charset="0"/>
              </a:defRPr>
            </a:lvl3pPr>
            <a:lvl4pPr marL="1600200" indent="-228600" eaLnBrk="0" hangingPunct="0">
              <a:defRPr b="1">
                <a:solidFill>
                  <a:schemeClr val="tx1"/>
                </a:solidFill>
                <a:latin typeface="Arial" charset="0"/>
              </a:defRPr>
            </a:lvl4pPr>
            <a:lvl5pPr marL="2057400" indent="-228600" eaLnBrk="0" hangingPunct="0">
              <a:defRPr b="1">
                <a:solidFill>
                  <a:schemeClr val="tx1"/>
                </a:solidFill>
                <a:latin typeface="Arial" charset="0"/>
              </a:defRPr>
            </a:lvl5pPr>
            <a:lvl6pPr marL="2514600" indent="-228600" algn="ctr" eaLnBrk="0" fontAlgn="base" hangingPunct="0">
              <a:spcBef>
                <a:spcPct val="0"/>
              </a:spcBef>
              <a:spcAft>
                <a:spcPct val="0"/>
              </a:spcAft>
              <a:defRPr b="1">
                <a:solidFill>
                  <a:schemeClr val="tx1"/>
                </a:solidFill>
                <a:latin typeface="Arial" charset="0"/>
              </a:defRPr>
            </a:lvl6pPr>
            <a:lvl7pPr marL="2971800" indent="-228600" algn="ctr" eaLnBrk="0" fontAlgn="base" hangingPunct="0">
              <a:spcBef>
                <a:spcPct val="0"/>
              </a:spcBef>
              <a:spcAft>
                <a:spcPct val="0"/>
              </a:spcAft>
              <a:defRPr b="1">
                <a:solidFill>
                  <a:schemeClr val="tx1"/>
                </a:solidFill>
                <a:latin typeface="Arial" charset="0"/>
              </a:defRPr>
            </a:lvl7pPr>
            <a:lvl8pPr marL="3429000" indent="-228600" algn="ctr" eaLnBrk="0" fontAlgn="base" hangingPunct="0">
              <a:spcBef>
                <a:spcPct val="0"/>
              </a:spcBef>
              <a:spcAft>
                <a:spcPct val="0"/>
              </a:spcAft>
              <a:defRPr b="1">
                <a:solidFill>
                  <a:schemeClr val="tx1"/>
                </a:solidFill>
                <a:latin typeface="Arial" charset="0"/>
              </a:defRPr>
            </a:lvl8pPr>
            <a:lvl9pPr marL="3886200" indent="-228600" algn="ctr" eaLnBrk="0" fontAlgn="base" hangingPunct="0">
              <a:spcBef>
                <a:spcPct val="0"/>
              </a:spcBef>
              <a:spcAft>
                <a:spcPct val="0"/>
              </a:spcAft>
              <a:defRPr b="1">
                <a:solidFill>
                  <a:schemeClr val="tx1"/>
                </a:solidFill>
                <a:latin typeface="Arial" charset="0"/>
              </a:defRPr>
            </a:lvl9pPr>
          </a:lstStyle>
          <a:p>
            <a:pPr eaLnBrk="1" hangingPunct="1"/>
            <a:fld id="{DADE1E5C-C5FD-4AD9-BDFF-20822961C996}" type="slidenum">
              <a:rPr lang="en-US" b="0" smtClean="0"/>
              <a:pPr eaLnBrk="1" hangingPunct="1"/>
              <a:t>19</a:t>
            </a:fld>
            <a:endParaRPr lang="en-US" b="0" dirty="0"/>
          </a:p>
        </p:txBody>
      </p:sp>
      <p:sp>
        <p:nvSpPr>
          <p:cNvPr id="38915" name="Rectangle 2"/>
          <p:cNvSpPr>
            <a:spLocks noGrp="1" noRot="1" noChangeAspect="1" noChangeArrowheads="1" noTextEdit="1"/>
          </p:cNvSpPr>
          <p:nvPr>
            <p:ph type="sldImg"/>
          </p:nvPr>
        </p:nvSpPr>
        <p:spPr>
          <a:ln/>
        </p:spPr>
      </p:sp>
      <p:sp>
        <p:nvSpPr>
          <p:cNvPr id="38916" name="Rectangle 3"/>
          <p:cNvSpPr>
            <a:spLocks noGrp="1" noChangeArrowheads="1"/>
          </p:cNvSpPr>
          <p:nvPr>
            <p:ph type="body" idx="1"/>
          </p:nvPr>
        </p:nvSpPr>
        <p:spPr>
          <a:noFill/>
        </p:spPr>
        <p:txBody>
          <a:bodyPr/>
          <a:lstStyle/>
          <a:p>
            <a:pPr eaLnBrk="1" hangingPunct="1"/>
            <a:endParaRPr lang="nl-NL" dirty="0"/>
          </a:p>
        </p:txBody>
      </p:sp>
    </p:spTree>
    <p:extLst>
      <p:ext uri="{BB962C8B-B14F-4D97-AF65-F5344CB8AC3E}">
        <p14:creationId xmlns:p14="http://schemas.microsoft.com/office/powerpoint/2010/main" val="1100764590"/>
      </p:ext>
    </p:extLst>
  </p:cSld>
  <p:clrMapOvr>
    <a:masterClrMapping/>
  </p:clrMapOvr>
</p:notes>
</file>

<file path=ppt/notesSlides/notesSlide1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8914" name="Rectangle 7"/>
          <p:cNvSpPr>
            <a:spLocks noGrp="1" noChangeArrowheads="1"/>
          </p:cNvSpPr>
          <p:nvPr>
            <p:ph type="sldNum" sz="quarter" idx="5"/>
          </p:nvPr>
        </p:nvSpPr>
        <p:spPr>
          <a:noFill/>
        </p:spPr>
        <p:txBody>
          <a:bodyPr/>
          <a:lstStyle>
            <a:lvl1pPr eaLnBrk="0" hangingPunct="0">
              <a:defRPr b="1">
                <a:solidFill>
                  <a:schemeClr val="tx1"/>
                </a:solidFill>
                <a:latin typeface="Arial" charset="0"/>
              </a:defRPr>
            </a:lvl1pPr>
            <a:lvl2pPr marL="742950" indent="-285750" eaLnBrk="0" hangingPunct="0">
              <a:defRPr b="1">
                <a:solidFill>
                  <a:schemeClr val="tx1"/>
                </a:solidFill>
                <a:latin typeface="Arial" charset="0"/>
              </a:defRPr>
            </a:lvl2pPr>
            <a:lvl3pPr marL="1143000" indent="-228600" eaLnBrk="0" hangingPunct="0">
              <a:defRPr b="1">
                <a:solidFill>
                  <a:schemeClr val="tx1"/>
                </a:solidFill>
                <a:latin typeface="Arial" charset="0"/>
              </a:defRPr>
            </a:lvl3pPr>
            <a:lvl4pPr marL="1600200" indent="-228600" eaLnBrk="0" hangingPunct="0">
              <a:defRPr b="1">
                <a:solidFill>
                  <a:schemeClr val="tx1"/>
                </a:solidFill>
                <a:latin typeface="Arial" charset="0"/>
              </a:defRPr>
            </a:lvl4pPr>
            <a:lvl5pPr marL="2057400" indent="-228600" eaLnBrk="0" hangingPunct="0">
              <a:defRPr b="1">
                <a:solidFill>
                  <a:schemeClr val="tx1"/>
                </a:solidFill>
                <a:latin typeface="Arial" charset="0"/>
              </a:defRPr>
            </a:lvl5pPr>
            <a:lvl6pPr marL="2514600" indent="-228600" algn="ctr" eaLnBrk="0" fontAlgn="base" hangingPunct="0">
              <a:spcBef>
                <a:spcPct val="0"/>
              </a:spcBef>
              <a:spcAft>
                <a:spcPct val="0"/>
              </a:spcAft>
              <a:defRPr b="1">
                <a:solidFill>
                  <a:schemeClr val="tx1"/>
                </a:solidFill>
                <a:latin typeface="Arial" charset="0"/>
              </a:defRPr>
            </a:lvl6pPr>
            <a:lvl7pPr marL="2971800" indent="-228600" algn="ctr" eaLnBrk="0" fontAlgn="base" hangingPunct="0">
              <a:spcBef>
                <a:spcPct val="0"/>
              </a:spcBef>
              <a:spcAft>
                <a:spcPct val="0"/>
              </a:spcAft>
              <a:defRPr b="1">
                <a:solidFill>
                  <a:schemeClr val="tx1"/>
                </a:solidFill>
                <a:latin typeface="Arial" charset="0"/>
              </a:defRPr>
            </a:lvl7pPr>
            <a:lvl8pPr marL="3429000" indent="-228600" algn="ctr" eaLnBrk="0" fontAlgn="base" hangingPunct="0">
              <a:spcBef>
                <a:spcPct val="0"/>
              </a:spcBef>
              <a:spcAft>
                <a:spcPct val="0"/>
              </a:spcAft>
              <a:defRPr b="1">
                <a:solidFill>
                  <a:schemeClr val="tx1"/>
                </a:solidFill>
                <a:latin typeface="Arial" charset="0"/>
              </a:defRPr>
            </a:lvl8pPr>
            <a:lvl9pPr marL="3886200" indent="-228600" algn="ctr" eaLnBrk="0" fontAlgn="base" hangingPunct="0">
              <a:spcBef>
                <a:spcPct val="0"/>
              </a:spcBef>
              <a:spcAft>
                <a:spcPct val="0"/>
              </a:spcAft>
              <a:defRPr b="1">
                <a:solidFill>
                  <a:schemeClr val="tx1"/>
                </a:solidFill>
                <a:latin typeface="Arial" charset="0"/>
              </a:defRPr>
            </a:lvl9pPr>
          </a:lstStyle>
          <a:p>
            <a:pPr eaLnBrk="1" hangingPunct="1"/>
            <a:fld id="{DADE1E5C-C5FD-4AD9-BDFF-20822961C996}" type="slidenum">
              <a:rPr lang="en-US" b="0" smtClean="0"/>
              <a:pPr eaLnBrk="1" hangingPunct="1"/>
              <a:t>20</a:t>
            </a:fld>
            <a:endParaRPr lang="en-US" b="0" dirty="0"/>
          </a:p>
        </p:txBody>
      </p:sp>
      <p:sp>
        <p:nvSpPr>
          <p:cNvPr id="38915" name="Rectangle 2"/>
          <p:cNvSpPr>
            <a:spLocks noGrp="1" noRot="1" noChangeAspect="1" noChangeArrowheads="1" noTextEdit="1"/>
          </p:cNvSpPr>
          <p:nvPr>
            <p:ph type="sldImg"/>
          </p:nvPr>
        </p:nvSpPr>
        <p:spPr>
          <a:ln/>
        </p:spPr>
      </p:sp>
      <p:sp>
        <p:nvSpPr>
          <p:cNvPr id="38916" name="Rectangle 3"/>
          <p:cNvSpPr>
            <a:spLocks noGrp="1" noChangeArrowheads="1"/>
          </p:cNvSpPr>
          <p:nvPr>
            <p:ph type="body" idx="1"/>
          </p:nvPr>
        </p:nvSpPr>
        <p:spPr>
          <a:noFill/>
        </p:spPr>
        <p:txBody>
          <a:bodyPr/>
          <a:lstStyle/>
          <a:p>
            <a:pPr eaLnBrk="1" hangingPunct="1"/>
            <a:endParaRPr lang="nl-NL" dirty="0"/>
          </a:p>
        </p:txBody>
      </p:sp>
    </p:spTree>
    <p:extLst>
      <p:ext uri="{BB962C8B-B14F-4D97-AF65-F5344CB8AC3E}">
        <p14:creationId xmlns:p14="http://schemas.microsoft.com/office/powerpoint/2010/main" val="1579339126"/>
      </p:ext>
    </p:extLst>
  </p:cSld>
  <p:clrMapOvr>
    <a:masterClrMapping/>
  </p:clrMapOvr>
</p:notes>
</file>

<file path=ppt/notesSlides/notesSlide1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8914" name="Rectangle 7"/>
          <p:cNvSpPr>
            <a:spLocks noGrp="1" noChangeArrowheads="1"/>
          </p:cNvSpPr>
          <p:nvPr>
            <p:ph type="sldNum" sz="quarter" idx="5"/>
          </p:nvPr>
        </p:nvSpPr>
        <p:spPr>
          <a:noFill/>
        </p:spPr>
        <p:txBody>
          <a:bodyPr/>
          <a:lstStyle>
            <a:lvl1pPr eaLnBrk="0" hangingPunct="0">
              <a:defRPr b="1">
                <a:solidFill>
                  <a:schemeClr val="tx1"/>
                </a:solidFill>
                <a:latin typeface="Arial" charset="0"/>
              </a:defRPr>
            </a:lvl1pPr>
            <a:lvl2pPr marL="742950" indent="-285750" eaLnBrk="0" hangingPunct="0">
              <a:defRPr b="1">
                <a:solidFill>
                  <a:schemeClr val="tx1"/>
                </a:solidFill>
                <a:latin typeface="Arial" charset="0"/>
              </a:defRPr>
            </a:lvl2pPr>
            <a:lvl3pPr marL="1143000" indent="-228600" eaLnBrk="0" hangingPunct="0">
              <a:defRPr b="1">
                <a:solidFill>
                  <a:schemeClr val="tx1"/>
                </a:solidFill>
                <a:latin typeface="Arial" charset="0"/>
              </a:defRPr>
            </a:lvl3pPr>
            <a:lvl4pPr marL="1600200" indent="-228600" eaLnBrk="0" hangingPunct="0">
              <a:defRPr b="1">
                <a:solidFill>
                  <a:schemeClr val="tx1"/>
                </a:solidFill>
                <a:latin typeface="Arial" charset="0"/>
              </a:defRPr>
            </a:lvl4pPr>
            <a:lvl5pPr marL="2057400" indent="-228600" eaLnBrk="0" hangingPunct="0">
              <a:defRPr b="1">
                <a:solidFill>
                  <a:schemeClr val="tx1"/>
                </a:solidFill>
                <a:latin typeface="Arial" charset="0"/>
              </a:defRPr>
            </a:lvl5pPr>
            <a:lvl6pPr marL="2514600" indent="-228600" algn="ctr" eaLnBrk="0" fontAlgn="base" hangingPunct="0">
              <a:spcBef>
                <a:spcPct val="0"/>
              </a:spcBef>
              <a:spcAft>
                <a:spcPct val="0"/>
              </a:spcAft>
              <a:defRPr b="1">
                <a:solidFill>
                  <a:schemeClr val="tx1"/>
                </a:solidFill>
                <a:latin typeface="Arial" charset="0"/>
              </a:defRPr>
            </a:lvl6pPr>
            <a:lvl7pPr marL="2971800" indent="-228600" algn="ctr" eaLnBrk="0" fontAlgn="base" hangingPunct="0">
              <a:spcBef>
                <a:spcPct val="0"/>
              </a:spcBef>
              <a:spcAft>
                <a:spcPct val="0"/>
              </a:spcAft>
              <a:defRPr b="1">
                <a:solidFill>
                  <a:schemeClr val="tx1"/>
                </a:solidFill>
                <a:latin typeface="Arial" charset="0"/>
              </a:defRPr>
            </a:lvl7pPr>
            <a:lvl8pPr marL="3429000" indent="-228600" algn="ctr" eaLnBrk="0" fontAlgn="base" hangingPunct="0">
              <a:spcBef>
                <a:spcPct val="0"/>
              </a:spcBef>
              <a:spcAft>
                <a:spcPct val="0"/>
              </a:spcAft>
              <a:defRPr b="1">
                <a:solidFill>
                  <a:schemeClr val="tx1"/>
                </a:solidFill>
                <a:latin typeface="Arial" charset="0"/>
              </a:defRPr>
            </a:lvl8pPr>
            <a:lvl9pPr marL="3886200" indent="-228600" algn="ctr" eaLnBrk="0" fontAlgn="base" hangingPunct="0">
              <a:spcBef>
                <a:spcPct val="0"/>
              </a:spcBef>
              <a:spcAft>
                <a:spcPct val="0"/>
              </a:spcAft>
              <a:defRPr b="1">
                <a:solidFill>
                  <a:schemeClr val="tx1"/>
                </a:solidFill>
                <a:latin typeface="Arial" charset="0"/>
              </a:defRPr>
            </a:lvl9pPr>
          </a:lstStyle>
          <a:p>
            <a:pPr eaLnBrk="1" hangingPunct="1"/>
            <a:fld id="{DADE1E5C-C5FD-4AD9-BDFF-20822961C996}" type="slidenum">
              <a:rPr lang="en-US" b="0" smtClean="0"/>
              <a:pPr eaLnBrk="1" hangingPunct="1"/>
              <a:t>21</a:t>
            </a:fld>
            <a:endParaRPr lang="en-US" b="0" dirty="0"/>
          </a:p>
        </p:txBody>
      </p:sp>
      <p:sp>
        <p:nvSpPr>
          <p:cNvPr id="38915" name="Rectangle 2"/>
          <p:cNvSpPr>
            <a:spLocks noGrp="1" noRot="1" noChangeAspect="1" noChangeArrowheads="1" noTextEdit="1"/>
          </p:cNvSpPr>
          <p:nvPr>
            <p:ph type="sldImg"/>
          </p:nvPr>
        </p:nvSpPr>
        <p:spPr>
          <a:ln/>
        </p:spPr>
      </p:sp>
      <p:sp>
        <p:nvSpPr>
          <p:cNvPr id="38916" name="Rectangle 3"/>
          <p:cNvSpPr>
            <a:spLocks noGrp="1" noChangeArrowheads="1"/>
          </p:cNvSpPr>
          <p:nvPr>
            <p:ph type="body" idx="1"/>
          </p:nvPr>
        </p:nvSpPr>
        <p:spPr>
          <a:noFill/>
        </p:spPr>
        <p:txBody>
          <a:bodyPr/>
          <a:lstStyle/>
          <a:p>
            <a:pPr eaLnBrk="1" hangingPunct="1"/>
            <a:endParaRPr lang="nl-NL" dirty="0"/>
          </a:p>
        </p:txBody>
      </p:sp>
    </p:spTree>
    <p:extLst>
      <p:ext uri="{BB962C8B-B14F-4D97-AF65-F5344CB8AC3E}">
        <p14:creationId xmlns:p14="http://schemas.microsoft.com/office/powerpoint/2010/main" val="571265002"/>
      </p:ext>
    </p:extLst>
  </p:cSld>
  <p:clrMapOvr>
    <a:masterClrMapping/>
  </p:clrMapOvr>
</p:notes>
</file>

<file path=ppt/notesSlides/notesSlide1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nl-NL" dirty="0"/>
              <a:t>https://www.techopedia.com/definition/22431/abstract-syntax-tree-ast</a:t>
            </a:r>
          </a:p>
        </p:txBody>
      </p:sp>
      <p:sp>
        <p:nvSpPr>
          <p:cNvPr id="4" name="Slide Number Placeholder 3"/>
          <p:cNvSpPr>
            <a:spLocks noGrp="1"/>
          </p:cNvSpPr>
          <p:nvPr>
            <p:ph type="sldNum" sz="quarter" idx="10"/>
          </p:nvPr>
        </p:nvSpPr>
        <p:spPr/>
        <p:txBody>
          <a:bodyPr/>
          <a:lstStyle/>
          <a:p>
            <a:pPr>
              <a:defRPr/>
            </a:pPr>
            <a:fld id="{E96490A4-71D0-43B6-A632-F02D13E6AF8A}" type="slidenum">
              <a:rPr lang="en-US" smtClean="0"/>
              <a:pPr>
                <a:defRPr/>
              </a:pPr>
              <a:t>22</a:t>
            </a:fld>
            <a:endParaRPr lang="en-US"/>
          </a:p>
        </p:txBody>
      </p:sp>
    </p:spTree>
    <p:extLst>
      <p:ext uri="{BB962C8B-B14F-4D97-AF65-F5344CB8AC3E}">
        <p14:creationId xmlns:p14="http://schemas.microsoft.com/office/powerpoint/2010/main" val="1159292447"/>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eldia">
    <p:spTree>
      <p:nvGrpSpPr>
        <p:cNvPr id="1" name=""/>
        <p:cNvGrpSpPr/>
        <p:nvPr/>
      </p:nvGrpSpPr>
      <p:grpSpPr>
        <a:xfrm>
          <a:off x="0" y="0"/>
          <a:ext cx="0" cy="0"/>
          <a:chOff x="0" y="0"/>
          <a:chExt cx="0" cy="0"/>
        </a:xfrm>
      </p:grpSpPr>
      <p:sp>
        <p:nvSpPr>
          <p:cNvPr id="2" name="Titel 1"/>
          <p:cNvSpPr>
            <a:spLocks noGrp="1"/>
          </p:cNvSpPr>
          <p:nvPr>
            <p:ph type="ctrTitle"/>
          </p:nvPr>
        </p:nvSpPr>
        <p:spPr>
          <a:xfrm>
            <a:off x="685800" y="2130425"/>
            <a:ext cx="7772400" cy="1470025"/>
          </a:xfrm>
        </p:spPr>
        <p:txBody>
          <a:bodyPr/>
          <a:lstStyle/>
          <a:p>
            <a:r>
              <a:rPr lang="nl-NL"/>
              <a:t>Klik om de stijl te bewerken</a:t>
            </a:r>
            <a:endParaRPr lang="en-US"/>
          </a:p>
        </p:txBody>
      </p:sp>
      <p:sp>
        <p:nvSpPr>
          <p:cNvPr id="3" name="Ondertitel 2"/>
          <p:cNvSpPr>
            <a:spLocks noGrp="1"/>
          </p:cNvSpPr>
          <p:nvPr>
            <p:ph type="subTitle" idx="1"/>
          </p:nvPr>
        </p:nvSpPr>
        <p:spPr>
          <a:xfrm>
            <a:off x="1371600" y="3886200"/>
            <a:ext cx="6400800" cy="1752600"/>
          </a:xfrm>
        </p:spPr>
        <p:txBody>
          <a:bodyPr/>
          <a:lstStyle>
            <a:lvl1pPr marL="0" indent="0" algn="ctr">
              <a:buNone/>
              <a:defRPr/>
            </a:lvl1pPr>
            <a:lvl2pPr marL="457200" indent="0" algn="ctr">
              <a:buNone/>
              <a:defRPr/>
            </a:lvl2pPr>
            <a:lvl3pPr marL="914400" indent="0" algn="ctr">
              <a:buNone/>
              <a:defRPr/>
            </a:lvl3pPr>
            <a:lvl4pPr marL="1371600" indent="0" algn="ctr">
              <a:buNone/>
              <a:defRPr/>
            </a:lvl4pPr>
            <a:lvl5pPr marL="1828800" indent="0" algn="ctr">
              <a:buNone/>
              <a:defRPr/>
            </a:lvl5pPr>
            <a:lvl6pPr marL="2286000" indent="0" algn="ctr">
              <a:buNone/>
              <a:defRPr/>
            </a:lvl6pPr>
            <a:lvl7pPr marL="2743200" indent="0" algn="ctr">
              <a:buNone/>
              <a:defRPr/>
            </a:lvl7pPr>
            <a:lvl8pPr marL="3200400" indent="0" algn="ctr">
              <a:buNone/>
              <a:defRPr/>
            </a:lvl8pPr>
            <a:lvl9pPr marL="3657600" indent="0" algn="ctr">
              <a:buNone/>
              <a:defRPr/>
            </a:lvl9pPr>
          </a:lstStyle>
          <a:p>
            <a:r>
              <a:rPr lang="nl-NL"/>
              <a:t>Klik om de ondertitelstijl van het model te bewerken</a:t>
            </a:r>
            <a:endParaRPr lang="en-US"/>
          </a:p>
        </p:txBody>
      </p:sp>
      <p:sp>
        <p:nvSpPr>
          <p:cNvPr id="4" name="Rectangle 4"/>
          <p:cNvSpPr>
            <a:spLocks noGrp="1" noChangeArrowheads="1"/>
          </p:cNvSpPr>
          <p:nvPr>
            <p:ph type="dt" sz="half" idx="10"/>
          </p:nvPr>
        </p:nvSpPr>
        <p:spPr>
          <a:ln/>
        </p:spPr>
        <p:txBody>
          <a:bodyPr/>
          <a:lstStyle>
            <a:lvl1pPr>
              <a:defRPr/>
            </a:lvl1pPr>
          </a:lstStyle>
          <a:p>
            <a:pPr>
              <a:defRPr/>
            </a:pPr>
            <a:endParaRPr lang="en-US"/>
          </a:p>
        </p:txBody>
      </p:sp>
      <p:sp>
        <p:nvSpPr>
          <p:cNvPr id="5" name="Rectangle 5"/>
          <p:cNvSpPr>
            <a:spLocks noGrp="1" noChangeArrowheads="1"/>
          </p:cNvSpPr>
          <p:nvPr>
            <p:ph type="ftr" sz="quarter" idx="11"/>
          </p:nvPr>
        </p:nvSpPr>
        <p:spPr>
          <a:ln/>
        </p:spPr>
        <p:txBody>
          <a:bodyPr/>
          <a:lstStyle>
            <a:lvl1pPr>
              <a:defRPr/>
            </a:lvl1pPr>
          </a:lstStyle>
          <a:p>
            <a:pPr>
              <a:defRPr/>
            </a:pPr>
            <a:endParaRPr lang="en-US"/>
          </a:p>
        </p:txBody>
      </p:sp>
      <p:sp>
        <p:nvSpPr>
          <p:cNvPr id="6" name="Rectangle 6"/>
          <p:cNvSpPr>
            <a:spLocks noGrp="1" noChangeArrowheads="1"/>
          </p:cNvSpPr>
          <p:nvPr>
            <p:ph type="sldNum" sz="quarter" idx="12"/>
          </p:nvPr>
        </p:nvSpPr>
        <p:spPr>
          <a:ln/>
        </p:spPr>
        <p:txBody>
          <a:bodyPr/>
          <a:lstStyle>
            <a:lvl1pPr>
              <a:defRPr/>
            </a:lvl1pPr>
          </a:lstStyle>
          <a:p>
            <a:pPr>
              <a:defRPr/>
            </a:pPr>
            <a:fld id="{853CCD31-1DDD-474A-8076-E82A80468E6D}" type="slidenum">
              <a:rPr lang="en-US"/>
              <a:pPr>
                <a:defRPr/>
              </a:pPr>
              <a:t>‹nr.›</a:t>
            </a:fld>
            <a:endParaRPr lang="en-US"/>
          </a:p>
        </p:txBody>
      </p:sp>
    </p:spTree>
    <p:extLst>
      <p:ext uri="{BB962C8B-B14F-4D97-AF65-F5344CB8AC3E}">
        <p14:creationId xmlns:p14="http://schemas.microsoft.com/office/powerpoint/2010/main" val="2074002107"/>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el en object">
    <p:spTree>
      <p:nvGrpSpPr>
        <p:cNvPr id="1" name=""/>
        <p:cNvGrpSpPr/>
        <p:nvPr/>
      </p:nvGrpSpPr>
      <p:grpSpPr>
        <a:xfrm>
          <a:off x="0" y="0"/>
          <a:ext cx="0" cy="0"/>
          <a:chOff x="0" y="0"/>
          <a:chExt cx="0" cy="0"/>
        </a:xfrm>
      </p:grpSpPr>
      <p:sp>
        <p:nvSpPr>
          <p:cNvPr id="2" name="Titel 1"/>
          <p:cNvSpPr>
            <a:spLocks noGrp="1"/>
          </p:cNvSpPr>
          <p:nvPr>
            <p:ph type="title"/>
          </p:nvPr>
        </p:nvSpPr>
        <p:spPr/>
        <p:txBody>
          <a:bodyPr/>
          <a:lstStyle/>
          <a:p>
            <a:r>
              <a:rPr lang="nl-NL"/>
              <a:t>Klik om de stijl te bewerken</a:t>
            </a:r>
            <a:endParaRPr lang="en-US"/>
          </a:p>
        </p:txBody>
      </p:sp>
      <p:sp>
        <p:nvSpPr>
          <p:cNvPr id="3" name="Tijdelijke aanduiding voor inhoud 2"/>
          <p:cNvSpPr>
            <a:spLocks noGrp="1"/>
          </p:cNvSpPr>
          <p:nvPr>
            <p:ph idx="1"/>
          </p:nvPr>
        </p:nvSpPr>
        <p:spPr/>
        <p:txBody>
          <a:bodyPr/>
          <a:lstStyle/>
          <a:p>
            <a:pPr lvl="0"/>
            <a:r>
              <a:rPr lang="nl-NL"/>
              <a:t>Klik om de modelstijlen te bewerken</a:t>
            </a:r>
          </a:p>
          <a:p>
            <a:pPr lvl="1"/>
            <a:r>
              <a:rPr lang="nl-NL"/>
              <a:t>Tweede niveau</a:t>
            </a:r>
          </a:p>
          <a:p>
            <a:pPr lvl="2"/>
            <a:r>
              <a:rPr lang="nl-NL"/>
              <a:t>Derde niveau</a:t>
            </a:r>
          </a:p>
          <a:p>
            <a:pPr lvl="3"/>
            <a:r>
              <a:rPr lang="nl-NL"/>
              <a:t>Vierde niveau</a:t>
            </a:r>
          </a:p>
          <a:p>
            <a:pPr lvl="4"/>
            <a:r>
              <a:rPr lang="nl-NL"/>
              <a:t>Vijfde niveau</a:t>
            </a:r>
            <a:endParaRPr lang="en-US"/>
          </a:p>
        </p:txBody>
      </p:sp>
      <p:sp>
        <p:nvSpPr>
          <p:cNvPr id="4" name="Rectangle 4"/>
          <p:cNvSpPr>
            <a:spLocks noGrp="1" noChangeArrowheads="1"/>
          </p:cNvSpPr>
          <p:nvPr>
            <p:ph type="dt" sz="half" idx="10"/>
          </p:nvPr>
        </p:nvSpPr>
        <p:spPr>
          <a:ln/>
        </p:spPr>
        <p:txBody>
          <a:bodyPr/>
          <a:lstStyle>
            <a:lvl1pPr>
              <a:defRPr/>
            </a:lvl1pPr>
          </a:lstStyle>
          <a:p>
            <a:pPr>
              <a:defRPr/>
            </a:pPr>
            <a:endParaRPr lang="en-US"/>
          </a:p>
        </p:txBody>
      </p:sp>
      <p:sp>
        <p:nvSpPr>
          <p:cNvPr id="5" name="Rectangle 5"/>
          <p:cNvSpPr>
            <a:spLocks noGrp="1" noChangeArrowheads="1"/>
          </p:cNvSpPr>
          <p:nvPr>
            <p:ph type="ftr" sz="quarter" idx="11"/>
          </p:nvPr>
        </p:nvSpPr>
        <p:spPr>
          <a:ln/>
        </p:spPr>
        <p:txBody>
          <a:bodyPr/>
          <a:lstStyle>
            <a:lvl1pPr>
              <a:defRPr/>
            </a:lvl1pPr>
          </a:lstStyle>
          <a:p>
            <a:pPr>
              <a:defRPr/>
            </a:pPr>
            <a:endParaRPr lang="en-US"/>
          </a:p>
        </p:txBody>
      </p:sp>
      <p:sp>
        <p:nvSpPr>
          <p:cNvPr id="6" name="Rectangle 6"/>
          <p:cNvSpPr>
            <a:spLocks noGrp="1" noChangeArrowheads="1"/>
          </p:cNvSpPr>
          <p:nvPr>
            <p:ph type="sldNum" sz="quarter" idx="12"/>
          </p:nvPr>
        </p:nvSpPr>
        <p:spPr>
          <a:ln/>
        </p:spPr>
        <p:txBody>
          <a:bodyPr/>
          <a:lstStyle>
            <a:lvl1pPr>
              <a:defRPr/>
            </a:lvl1pPr>
          </a:lstStyle>
          <a:p>
            <a:pPr>
              <a:defRPr/>
            </a:pPr>
            <a:fld id="{D82B5E23-F948-44CB-824A-8981D2A1942D}" type="slidenum">
              <a:rPr lang="en-US"/>
              <a:pPr>
                <a:defRPr/>
              </a:pPr>
              <a:t>‹nr.›</a:t>
            </a:fld>
            <a:endParaRPr lang="en-US"/>
          </a:p>
        </p:txBody>
      </p:sp>
    </p:spTree>
    <p:extLst>
      <p:ext uri="{BB962C8B-B14F-4D97-AF65-F5344CB8AC3E}">
        <p14:creationId xmlns:p14="http://schemas.microsoft.com/office/powerpoint/2010/main" val="1119388758"/>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ekop">
    <p:spTree>
      <p:nvGrpSpPr>
        <p:cNvPr id="1" name=""/>
        <p:cNvGrpSpPr/>
        <p:nvPr/>
      </p:nvGrpSpPr>
      <p:grpSpPr>
        <a:xfrm>
          <a:off x="0" y="0"/>
          <a:ext cx="0" cy="0"/>
          <a:chOff x="0" y="0"/>
          <a:chExt cx="0" cy="0"/>
        </a:xfrm>
      </p:grpSpPr>
      <p:sp>
        <p:nvSpPr>
          <p:cNvPr id="2" name="Titel 1"/>
          <p:cNvSpPr>
            <a:spLocks noGrp="1"/>
          </p:cNvSpPr>
          <p:nvPr>
            <p:ph type="title"/>
          </p:nvPr>
        </p:nvSpPr>
        <p:spPr>
          <a:xfrm>
            <a:off x="722313" y="4406900"/>
            <a:ext cx="7772400" cy="1362075"/>
          </a:xfrm>
        </p:spPr>
        <p:txBody>
          <a:bodyPr anchor="t"/>
          <a:lstStyle>
            <a:lvl1pPr algn="l">
              <a:defRPr sz="4000" b="1" cap="all"/>
            </a:lvl1pPr>
          </a:lstStyle>
          <a:p>
            <a:r>
              <a:rPr lang="nl-NL"/>
              <a:t>Klik om de stijl te bewerken</a:t>
            </a:r>
            <a:endParaRPr lang="en-US"/>
          </a:p>
        </p:txBody>
      </p:sp>
      <p:sp>
        <p:nvSpPr>
          <p:cNvPr id="3" name="Tijdelijke aanduiding voor tekst 2"/>
          <p:cNvSpPr>
            <a:spLocks noGrp="1"/>
          </p:cNvSpPr>
          <p:nvPr>
            <p:ph type="body" idx="1"/>
          </p:nvPr>
        </p:nvSpPr>
        <p:spPr>
          <a:xfrm>
            <a:off x="722313" y="2906713"/>
            <a:ext cx="7772400" cy="1500187"/>
          </a:xfrm>
        </p:spPr>
        <p:txBody>
          <a:bodyPr anchor="b"/>
          <a:lstStyle>
            <a:lvl1pPr marL="0" indent="0">
              <a:buNone/>
              <a:defRPr sz="2000"/>
            </a:lvl1pPr>
            <a:lvl2pPr marL="457200" indent="0">
              <a:buNone/>
              <a:defRPr sz="1800"/>
            </a:lvl2pPr>
            <a:lvl3pPr marL="914400" indent="0">
              <a:buNone/>
              <a:defRPr sz="1600"/>
            </a:lvl3pPr>
            <a:lvl4pPr marL="1371600" indent="0">
              <a:buNone/>
              <a:defRPr sz="1400"/>
            </a:lvl4pPr>
            <a:lvl5pPr marL="1828800" indent="0">
              <a:buNone/>
              <a:defRPr sz="1400"/>
            </a:lvl5pPr>
            <a:lvl6pPr marL="2286000" indent="0">
              <a:buNone/>
              <a:defRPr sz="1400"/>
            </a:lvl6pPr>
            <a:lvl7pPr marL="2743200" indent="0">
              <a:buNone/>
              <a:defRPr sz="1400"/>
            </a:lvl7pPr>
            <a:lvl8pPr marL="3200400" indent="0">
              <a:buNone/>
              <a:defRPr sz="1400"/>
            </a:lvl8pPr>
            <a:lvl9pPr marL="3657600" indent="0">
              <a:buNone/>
              <a:defRPr sz="1400"/>
            </a:lvl9pPr>
          </a:lstStyle>
          <a:p>
            <a:pPr lvl="0"/>
            <a:r>
              <a:rPr lang="nl-NL"/>
              <a:t>Klik om de modelstijlen te bewerken</a:t>
            </a:r>
          </a:p>
        </p:txBody>
      </p:sp>
      <p:sp>
        <p:nvSpPr>
          <p:cNvPr id="4" name="Rectangle 4"/>
          <p:cNvSpPr>
            <a:spLocks noGrp="1" noChangeArrowheads="1"/>
          </p:cNvSpPr>
          <p:nvPr>
            <p:ph type="dt" sz="half" idx="10"/>
          </p:nvPr>
        </p:nvSpPr>
        <p:spPr>
          <a:ln/>
        </p:spPr>
        <p:txBody>
          <a:bodyPr/>
          <a:lstStyle>
            <a:lvl1pPr>
              <a:defRPr/>
            </a:lvl1pPr>
          </a:lstStyle>
          <a:p>
            <a:pPr>
              <a:defRPr/>
            </a:pPr>
            <a:endParaRPr lang="en-US"/>
          </a:p>
        </p:txBody>
      </p:sp>
      <p:sp>
        <p:nvSpPr>
          <p:cNvPr id="5" name="Rectangle 5"/>
          <p:cNvSpPr>
            <a:spLocks noGrp="1" noChangeArrowheads="1"/>
          </p:cNvSpPr>
          <p:nvPr>
            <p:ph type="ftr" sz="quarter" idx="11"/>
          </p:nvPr>
        </p:nvSpPr>
        <p:spPr>
          <a:ln/>
        </p:spPr>
        <p:txBody>
          <a:bodyPr/>
          <a:lstStyle>
            <a:lvl1pPr>
              <a:defRPr/>
            </a:lvl1pPr>
          </a:lstStyle>
          <a:p>
            <a:pPr>
              <a:defRPr/>
            </a:pPr>
            <a:endParaRPr lang="en-US"/>
          </a:p>
        </p:txBody>
      </p:sp>
      <p:sp>
        <p:nvSpPr>
          <p:cNvPr id="6" name="Rectangle 6"/>
          <p:cNvSpPr>
            <a:spLocks noGrp="1" noChangeArrowheads="1"/>
          </p:cNvSpPr>
          <p:nvPr>
            <p:ph type="sldNum" sz="quarter" idx="12"/>
          </p:nvPr>
        </p:nvSpPr>
        <p:spPr>
          <a:ln/>
        </p:spPr>
        <p:txBody>
          <a:bodyPr/>
          <a:lstStyle>
            <a:lvl1pPr>
              <a:defRPr/>
            </a:lvl1pPr>
          </a:lstStyle>
          <a:p>
            <a:pPr>
              <a:defRPr/>
            </a:pPr>
            <a:fld id="{F80FB80E-2A7B-4A5F-A594-A1CDC7C6C87A}" type="slidenum">
              <a:rPr lang="en-US"/>
              <a:pPr>
                <a:defRPr/>
              </a:pPr>
              <a:t>‹nr.›</a:t>
            </a:fld>
            <a:endParaRPr lang="en-US"/>
          </a:p>
        </p:txBody>
      </p:sp>
    </p:spTree>
    <p:extLst>
      <p:ext uri="{BB962C8B-B14F-4D97-AF65-F5344CB8AC3E}">
        <p14:creationId xmlns:p14="http://schemas.microsoft.com/office/powerpoint/2010/main" val="3374217513"/>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Inhoud van twee">
    <p:spTree>
      <p:nvGrpSpPr>
        <p:cNvPr id="1" name=""/>
        <p:cNvGrpSpPr/>
        <p:nvPr/>
      </p:nvGrpSpPr>
      <p:grpSpPr>
        <a:xfrm>
          <a:off x="0" y="0"/>
          <a:ext cx="0" cy="0"/>
          <a:chOff x="0" y="0"/>
          <a:chExt cx="0" cy="0"/>
        </a:xfrm>
      </p:grpSpPr>
      <p:sp>
        <p:nvSpPr>
          <p:cNvPr id="2" name="Titel 1"/>
          <p:cNvSpPr>
            <a:spLocks noGrp="1"/>
          </p:cNvSpPr>
          <p:nvPr>
            <p:ph type="title"/>
          </p:nvPr>
        </p:nvSpPr>
        <p:spPr/>
        <p:txBody>
          <a:bodyPr/>
          <a:lstStyle/>
          <a:p>
            <a:r>
              <a:rPr lang="nl-NL"/>
              <a:t>Klik om de stijl te bewerken</a:t>
            </a:r>
            <a:endParaRPr lang="en-US"/>
          </a:p>
        </p:txBody>
      </p:sp>
      <p:sp>
        <p:nvSpPr>
          <p:cNvPr id="3" name="Tijdelijke aanduiding voor inhoud 2"/>
          <p:cNvSpPr>
            <a:spLocks noGrp="1"/>
          </p:cNvSpPr>
          <p:nvPr>
            <p:ph sz="half" idx="1"/>
          </p:nvPr>
        </p:nvSpPr>
        <p:spPr>
          <a:xfrm>
            <a:off x="457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nl-NL"/>
              <a:t>Klik om de modelstijlen te bewerken</a:t>
            </a:r>
          </a:p>
          <a:p>
            <a:pPr lvl="1"/>
            <a:r>
              <a:rPr lang="nl-NL"/>
              <a:t>Tweede niveau</a:t>
            </a:r>
          </a:p>
          <a:p>
            <a:pPr lvl="2"/>
            <a:r>
              <a:rPr lang="nl-NL"/>
              <a:t>Derde niveau</a:t>
            </a:r>
          </a:p>
          <a:p>
            <a:pPr lvl="3"/>
            <a:r>
              <a:rPr lang="nl-NL"/>
              <a:t>Vierde niveau</a:t>
            </a:r>
          </a:p>
          <a:p>
            <a:pPr lvl="4"/>
            <a:r>
              <a:rPr lang="nl-NL"/>
              <a:t>Vijfde niveau</a:t>
            </a:r>
            <a:endParaRPr lang="en-US"/>
          </a:p>
        </p:txBody>
      </p:sp>
      <p:sp>
        <p:nvSpPr>
          <p:cNvPr id="4" name="Tijdelijke aanduiding voor inhoud 3"/>
          <p:cNvSpPr>
            <a:spLocks noGrp="1"/>
          </p:cNvSpPr>
          <p:nvPr>
            <p:ph sz="half" idx="2"/>
          </p:nvPr>
        </p:nvSpPr>
        <p:spPr>
          <a:xfrm>
            <a:off x="4648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nl-NL"/>
              <a:t>Klik om de modelstijlen te bewerken</a:t>
            </a:r>
          </a:p>
          <a:p>
            <a:pPr lvl="1"/>
            <a:r>
              <a:rPr lang="nl-NL"/>
              <a:t>Tweede niveau</a:t>
            </a:r>
          </a:p>
          <a:p>
            <a:pPr lvl="2"/>
            <a:r>
              <a:rPr lang="nl-NL"/>
              <a:t>Derde niveau</a:t>
            </a:r>
          </a:p>
          <a:p>
            <a:pPr lvl="3"/>
            <a:r>
              <a:rPr lang="nl-NL"/>
              <a:t>Vierde niveau</a:t>
            </a:r>
          </a:p>
          <a:p>
            <a:pPr lvl="4"/>
            <a:r>
              <a:rPr lang="nl-NL"/>
              <a:t>Vijfde niveau</a:t>
            </a:r>
            <a:endParaRPr lang="en-US"/>
          </a:p>
        </p:txBody>
      </p:sp>
      <p:sp>
        <p:nvSpPr>
          <p:cNvPr id="5" name="Rectangle 4"/>
          <p:cNvSpPr>
            <a:spLocks noGrp="1" noChangeArrowheads="1"/>
          </p:cNvSpPr>
          <p:nvPr>
            <p:ph type="dt" sz="half" idx="10"/>
          </p:nvPr>
        </p:nvSpPr>
        <p:spPr>
          <a:ln/>
        </p:spPr>
        <p:txBody>
          <a:bodyPr/>
          <a:lstStyle>
            <a:lvl1pPr>
              <a:defRPr/>
            </a:lvl1pPr>
          </a:lstStyle>
          <a:p>
            <a:pPr>
              <a:defRPr/>
            </a:pPr>
            <a:endParaRPr lang="en-US"/>
          </a:p>
        </p:txBody>
      </p:sp>
      <p:sp>
        <p:nvSpPr>
          <p:cNvPr id="6" name="Rectangle 5"/>
          <p:cNvSpPr>
            <a:spLocks noGrp="1" noChangeArrowheads="1"/>
          </p:cNvSpPr>
          <p:nvPr>
            <p:ph type="ftr" sz="quarter" idx="11"/>
          </p:nvPr>
        </p:nvSpPr>
        <p:spPr>
          <a:ln/>
        </p:spPr>
        <p:txBody>
          <a:bodyPr/>
          <a:lstStyle>
            <a:lvl1pPr>
              <a:defRPr/>
            </a:lvl1pPr>
          </a:lstStyle>
          <a:p>
            <a:pPr>
              <a:defRPr/>
            </a:pPr>
            <a:endParaRPr lang="en-US"/>
          </a:p>
        </p:txBody>
      </p:sp>
      <p:sp>
        <p:nvSpPr>
          <p:cNvPr id="7" name="Rectangle 6"/>
          <p:cNvSpPr>
            <a:spLocks noGrp="1" noChangeArrowheads="1"/>
          </p:cNvSpPr>
          <p:nvPr>
            <p:ph type="sldNum" sz="quarter" idx="12"/>
          </p:nvPr>
        </p:nvSpPr>
        <p:spPr>
          <a:ln/>
        </p:spPr>
        <p:txBody>
          <a:bodyPr/>
          <a:lstStyle>
            <a:lvl1pPr>
              <a:defRPr/>
            </a:lvl1pPr>
          </a:lstStyle>
          <a:p>
            <a:pPr>
              <a:defRPr/>
            </a:pPr>
            <a:fld id="{1F064D41-E143-408C-8EB7-7E9879E427BE}" type="slidenum">
              <a:rPr lang="en-US"/>
              <a:pPr>
                <a:defRPr/>
              </a:pPr>
              <a:t>‹nr.›</a:t>
            </a:fld>
            <a:endParaRPr lang="en-US"/>
          </a:p>
        </p:txBody>
      </p:sp>
    </p:spTree>
    <p:extLst>
      <p:ext uri="{BB962C8B-B14F-4D97-AF65-F5344CB8AC3E}">
        <p14:creationId xmlns:p14="http://schemas.microsoft.com/office/powerpoint/2010/main" val="1004678093"/>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Vergelijking">
    <p:spTree>
      <p:nvGrpSpPr>
        <p:cNvPr id="1" name=""/>
        <p:cNvGrpSpPr/>
        <p:nvPr/>
      </p:nvGrpSpPr>
      <p:grpSpPr>
        <a:xfrm>
          <a:off x="0" y="0"/>
          <a:ext cx="0" cy="0"/>
          <a:chOff x="0" y="0"/>
          <a:chExt cx="0" cy="0"/>
        </a:xfrm>
      </p:grpSpPr>
      <p:sp>
        <p:nvSpPr>
          <p:cNvPr id="2" name="Titel 1"/>
          <p:cNvSpPr>
            <a:spLocks noGrp="1"/>
          </p:cNvSpPr>
          <p:nvPr>
            <p:ph type="title"/>
          </p:nvPr>
        </p:nvSpPr>
        <p:spPr/>
        <p:txBody>
          <a:bodyPr/>
          <a:lstStyle>
            <a:lvl1pPr>
              <a:defRPr/>
            </a:lvl1pPr>
          </a:lstStyle>
          <a:p>
            <a:r>
              <a:rPr lang="nl-NL"/>
              <a:t>Klik om de stijl te bewerken</a:t>
            </a:r>
            <a:endParaRPr lang="en-US"/>
          </a:p>
        </p:txBody>
      </p:sp>
      <p:sp>
        <p:nvSpPr>
          <p:cNvPr id="3" name="Tijdelijke aanduiding voor tekst 2"/>
          <p:cNvSpPr>
            <a:spLocks noGrp="1"/>
          </p:cNvSpPr>
          <p:nvPr>
            <p:ph type="body" idx="1"/>
          </p:nvPr>
        </p:nvSpPr>
        <p:spPr>
          <a:xfrm>
            <a:off x="457200" y="1535113"/>
            <a:ext cx="4040188"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nl-NL"/>
              <a:t>Klik om de modelstijlen te bewerken</a:t>
            </a:r>
          </a:p>
        </p:txBody>
      </p:sp>
      <p:sp>
        <p:nvSpPr>
          <p:cNvPr id="4" name="Tijdelijke aanduiding voor inhoud 3"/>
          <p:cNvSpPr>
            <a:spLocks noGrp="1"/>
          </p:cNvSpPr>
          <p:nvPr>
            <p:ph sz="half" idx="2"/>
          </p:nvPr>
        </p:nvSpPr>
        <p:spPr>
          <a:xfrm>
            <a:off x="457200" y="2174875"/>
            <a:ext cx="4040188"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nl-NL"/>
              <a:t>Klik om de modelstijlen te bewerken</a:t>
            </a:r>
          </a:p>
          <a:p>
            <a:pPr lvl="1"/>
            <a:r>
              <a:rPr lang="nl-NL"/>
              <a:t>Tweede niveau</a:t>
            </a:r>
          </a:p>
          <a:p>
            <a:pPr lvl="2"/>
            <a:r>
              <a:rPr lang="nl-NL"/>
              <a:t>Derde niveau</a:t>
            </a:r>
          </a:p>
          <a:p>
            <a:pPr lvl="3"/>
            <a:r>
              <a:rPr lang="nl-NL"/>
              <a:t>Vierde niveau</a:t>
            </a:r>
          </a:p>
          <a:p>
            <a:pPr lvl="4"/>
            <a:r>
              <a:rPr lang="nl-NL"/>
              <a:t>Vijfde niveau</a:t>
            </a:r>
            <a:endParaRPr lang="en-US"/>
          </a:p>
        </p:txBody>
      </p:sp>
      <p:sp>
        <p:nvSpPr>
          <p:cNvPr id="5" name="Tijdelijke aanduiding voor tekst 4"/>
          <p:cNvSpPr>
            <a:spLocks noGrp="1"/>
          </p:cNvSpPr>
          <p:nvPr>
            <p:ph type="body" sz="quarter" idx="3"/>
          </p:nvPr>
        </p:nvSpPr>
        <p:spPr>
          <a:xfrm>
            <a:off x="4645025" y="1535113"/>
            <a:ext cx="4041775"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nl-NL"/>
              <a:t>Klik om de modelstijlen te bewerken</a:t>
            </a:r>
          </a:p>
        </p:txBody>
      </p:sp>
      <p:sp>
        <p:nvSpPr>
          <p:cNvPr id="6" name="Tijdelijke aanduiding voor inhoud 5"/>
          <p:cNvSpPr>
            <a:spLocks noGrp="1"/>
          </p:cNvSpPr>
          <p:nvPr>
            <p:ph sz="quarter" idx="4"/>
          </p:nvPr>
        </p:nvSpPr>
        <p:spPr>
          <a:xfrm>
            <a:off x="4645025" y="2174875"/>
            <a:ext cx="4041775"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nl-NL"/>
              <a:t>Klik om de modelstijlen te bewerken</a:t>
            </a:r>
          </a:p>
          <a:p>
            <a:pPr lvl="1"/>
            <a:r>
              <a:rPr lang="nl-NL"/>
              <a:t>Tweede niveau</a:t>
            </a:r>
          </a:p>
          <a:p>
            <a:pPr lvl="2"/>
            <a:r>
              <a:rPr lang="nl-NL"/>
              <a:t>Derde niveau</a:t>
            </a:r>
          </a:p>
          <a:p>
            <a:pPr lvl="3"/>
            <a:r>
              <a:rPr lang="nl-NL"/>
              <a:t>Vierde niveau</a:t>
            </a:r>
          </a:p>
          <a:p>
            <a:pPr lvl="4"/>
            <a:r>
              <a:rPr lang="nl-NL"/>
              <a:t>Vijfde niveau</a:t>
            </a:r>
            <a:endParaRPr lang="en-US"/>
          </a:p>
        </p:txBody>
      </p:sp>
      <p:sp>
        <p:nvSpPr>
          <p:cNvPr id="7" name="Rectangle 4"/>
          <p:cNvSpPr>
            <a:spLocks noGrp="1" noChangeArrowheads="1"/>
          </p:cNvSpPr>
          <p:nvPr>
            <p:ph type="dt" sz="half" idx="10"/>
          </p:nvPr>
        </p:nvSpPr>
        <p:spPr>
          <a:ln/>
        </p:spPr>
        <p:txBody>
          <a:bodyPr/>
          <a:lstStyle>
            <a:lvl1pPr>
              <a:defRPr/>
            </a:lvl1pPr>
          </a:lstStyle>
          <a:p>
            <a:pPr>
              <a:defRPr/>
            </a:pPr>
            <a:endParaRPr lang="en-US"/>
          </a:p>
        </p:txBody>
      </p:sp>
      <p:sp>
        <p:nvSpPr>
          <p:cNvPr id="8" name="Rectangle 5"/>
          <p:cNvSpPr>
            <a:spLocks noGrp="1" noChangeArrowheads="1"/>
          </p:cNvSpPr>
          <p:nvPr>
            <p:ph type="ftr" sz="quarter" idx="11"/>
          </p:nvPr>
        </p:nvSpPr>
        <p:spPr>
          <a:ln/>
        </p:spPr>
        <p:txBody>
          <a:bodyPr/>
          <a:lstStyle>
            <a:lvl1pPr>
              <a:defRPr/>
            </a:lvl1pPr>
          </a:lstStyle>
          <a:p>
            <a:pPr>
              <a:defRPr/>
            </a:pPr>
            <a:endParaRPr lang="en-US"/>
          </a:p>
        </p:txBody>
      </p:sp>
      <p:sp>
        <p:nvSpPr>
          <p:cNvPr id="9" name="Rectangle 6"/>
          <p:cNvSpPr>
            <a:spLocks noGrp="1" noChangeArrowheads="1"/>
          </p:cNvSpPr>
          <p:nvPr>
            <p:ph type="sldNum" sz="quarter" idx="12"/>
          </p:nvPr>
        </p:nvSpPr>
        <p:spPr>
          <a:ln/>
        </p:spPr>
        <p:txBody>
          <a:bodyPr/>
          <a:lstStyle>
            <a:lvl1pPr>
              <a:defRPr/>
            </a:lvl1pPr>
          </a:lstStyle>
          <a:p>
            <a:pPr>
              <a:defRPr/>
            </a:pPr>
            <a:fld id="{BBAEF2A2-2E30-4C73-AB51-987DB599D10B}" type="slidenum">
              <a:rPr lang="en-US"/>
              <a:pPr>
                <a:defRPr/>
              </a:pPr>
              <a:t>‹nr.›</a:t>
            </a:fld>
            <a:endParaRPr lang="en-US"/>
          </a:p>
        </p:txBody>
      </p:sp>
    </p:spTree>
    <p:extLst>
      <p:ext uri="{BB962C8B-B14F-4D97-AF65-F5344CB8AC3E}">
        <p14:creationId xmlns:p14="http://schemas.microsoft.com/office/powerpoint/2010/main" val="2159382858"/>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Alleen titel">
    <p:spTree>
      <p:nvGrpSpPr>
        <p:cNvPr id="1" name=""/>
        <p:cNvGrpSpPr/>
        <p:nvPr/>
      </p:nvGrpSpPr>
      <p:grpSpPr>
        <a:xfrm>
          <a:off x="0" y="0"/>
          <a:ext cx="0" cy="0"/>
          <a:chOff x="0" y="0"/>
          <a:chExt cx="0" cy="0"/>
        </a:xfrm>
      </p:grpSpPr>
      <p:sp>
        <p:nvSpPr>
          <p:cNvPr id="2" name="Titel 1"/>
          <p:cNvSpPr>
            <a:spLocks noGrp="1"/>
          </p:cNvSpPr>
          <p:nvPr>
            <p:ph type="title"/>
          </p:nvPr>
        </p:nvSpPr>
        <p:spPr/>
        <p:txBody>
          <a:bodyPr/>
          <a:lstStyle/>
          <a:p>
            <a:r>
              <a:rPr lang="nl-NL"/>
              <a:t>Klik om de stijl te bewerken</a:t>
            </a:r>
            <a:endParaRPr lang="en-US"/>
          </a:p>
        </p:txBody>
      </p:sp>
      <p:sp>
        <p:nvSpPr>
          <p:cNvPr id="3" name="Rectangle 4"/>
          <p:cNvSpPr>
            <a:spLocks noGrp="1" noChangeArrowheads="1"/>
          </p:cNvSpPr>
          <p:nvPr>
            <p:ph type="dt" sz="half" idx="10"/>
          </p:nvPr>
        </p:nvSpPr>
        <p:spPr>
          <a:ln/>
        </p:spPr>
        <p:txBody>
          <a:bodyPr/>
          <a:lstStyle>
            <a:lvl1pPr>
              <a:defRPr/>
            </a:lvl1pPr>
          </a:lstStyle>
          <a:p>
            <a:pPr>
              <a:defRPr/>
            </a:pPr>
            <a:endParaRPr lang="en-US"/>
          </a:p>
        </p:txBody>
      </p:sp>
      <p:sp>
        <p:nvSpPr>
          <p:cNvPr id="4" name="Rectangle 5"/>
          <p:cNvSpPr>
            <a:spLocks noGrp="1" noChangeArrowheads="1"/>
          </p:cNvSpPr>
          <p:nvPr>
            <p:ph type="ftr" sz="quarter" idx="11"/>
          </p:nvPr>
        </p:nvSpPr>
        <p:spPr>
          <a:ln/>
        </p:spPr>
        <p:txBody>
          <a:bodyPr/>
          <a:lstStyle>
            <a:lvl1pPr>
              <a:defRPr/>
            </a:lvl1pPr>
          </a:lstStyle>
          <a:p>
            <a:pPr>
              <a:defRPr/>
            </a:pPr>
            <a:endParaRPr lang="en-US"/>
          </a:p>
        </p:txBody>
      </p:sp>
      <p:sp>
        <p:nvSpPr>
          <p:cNvPr id="5" name="Rectangle 6"/>
          <p:cNvSpPr>
            <a:spLocks noGrp="1" noChangeArrowheads="1"/>
          </p:cNvSpPr>
          <p:nvPr>
            <p:ph type="sldNum" sz="quarter" idx="12"/>
          </p:nvPr>
        </p:nvSpPr>
        <p:spPr>
          <a:ln/>
        </p:spPr>
        <p:txBody>
          <a:bodyPr/>
          <a:lstStyle>
            <a:lvl1pPr>
              <a:defRPr/>
            </a:lvl1pPr>
          </a:lstStyle>
          <a:p>
            <a:pPr>
              <a:defRPr/>
            </a:pPr>
            <a:fld id="{50F1C2EC-A5A6-480D-84E2-3C65DDD1FBBD}" type="slidenum">
              <a:rPr lang="en-US"/>
              <a:pPr>
                <a:defRPr/>
              </a:pPr>
              <a:t>‹nr.›</a:t>
            </a:fld>
            <a:endParaRPr lang="en-US"/>
          </a:p>
        </p:txBody>
      </p:sp>
    </p:spTree>
    <p:extLst>
      <p:ext uri="{BB962C8B-B14F-4D97-AF65-F5344CB8AC3E}">
        <p14:creationId xmlns:p14="http://schemas.microsoft.com/office/powerpoint/2010/main" val="4030490800"/>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Leeg">
    <p:spTree>
      <p:nvGrpSpPr>
        <p:cNvPr id="1" name=""/>
        <p:cNvGrpSpPr/>
        <p:nvPr/>
      </p:nvGrpSpPr>
      <p:grpSpPr>
        <a:xfrm>
          <a:off x="0" y="0"/>
          <a:ext cx="0" cy="0"/>
          <a:chOff x="0" y="0"/>
          <a:chExt cx="0" cy="0"/>
        </a:xfrm>
      </p:grpSpPr>
      <p:sp>
        <p:nvSpPr>
          <p:cNvPr id="2" name="Rectangle 4"/>
          <p:cNvSpPr>
            <a:spLocks noGrp="1" noChangeArrowheads="1"/>
          </p:cNvSpPr>
          <p:nvPr>
            <p:ph type="dt" sz="half" idx="10"/>
          </p:nvPr>
        </p:nvSpPr>
        <p:spPr>
          <a:ln/>
        </p:spPr>
        <p:txBody>
          <a:bodyPr/>
          <a:lstStyle>
            <a:lvl1pPr>
              <a:defRPr/>
            </a:lvl1pPr>
          </a:lstStyle>
          <a:p>
            <a:pPr>
              <a:defRPr/>
            </a:pPr>
            <a:endParaRPr lang="en-US"/>
          </a:p>
        </p:txBody>
      </p:sp>
      <p:sp>
        <p:nvSpPr>
          <p:cNvPr id="3" name="Rectangle 5"/>
          <p:cNvSpPr>
            <a:spLocks noGrp="1" noChangeArrowheads="1"/>
          </p:cNvSpPr>
          <p:nvPr>
            <p:ph type="ftr" sz="quarter" idx="11"/>
          </p:nvPr>
        </p:nvSpPr>
        <p:spPr>
          <a:ln/>
        </p:spPr>
        <p:txBody>
          <a:bodyPr/>
          <a:lstStyle>
            <a:lvl1pPr>
              <a:defRPr/>
            </a:lvl1pPr>
          </a:lstStyle>
          <a:p>
            <a:pPr>
              <a:defRPr/>
            </a:pPr>
            <a:endParaRPr lang="en-US"/>
          </a:p>
        </p:txBody>
      </p:sp>
      <p:sp>
        <p:nvSpPr>
          <p:cNvPr id="4" name="Rectangle 6"/>
          <p:cNvSpPr>
            <a:spLocks noGrp="1" noChangeArrowheads="1"/>
          </p:cNvSpPr>
          <p:nvPr>
            <p:ph type="sldNum" sz="quarter" idx="12"/>
          </p:nvPr>
        </p:nvSpPr>
        <p:spPr>
          <a:ln/>
        </p:spPr>
        <p:txBody>
          <a:bodyPr/>
          <a:lstStyle>
            <a:lvl1pPr>
              <a:defRPr/>
            </a:lvl1pPr>
          </a:lstStyle>
          <a:p>
            <a:pPr>
              <a:defRPr/>
            </a:pPr>
            <a:fld id="{90B9F312-F328-4E9B-AFFF-1FAD4B493AA9}" type="slidenum">
              <a:rPr lang="en-US"/>
              <a:pPr>
                <a:defRPr/>
              </a:pPr>
              <a:t>‹nr.›</a:t>
            </a:fld>
            <a:endParaRPr lang="en-US"/>
          </a:p>
        </p:txBody>
      </p:sp>
    </p:spTree>
    <p:extLst>
      <p:ext uri="{BB962C8B-B14F-4D97-AF65-F5344CB8AC3E}">
        <p14:creationId xmlns:p14="http://schemas.microsoft.com/office/powerpoint/2010/main" val="143195"/>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Inhoud met bijschrift">
    <p:spTree>
      <p:nvGrpSpPr>
        <p:cNvPr id="1" name=""/>
        <p:cNvGrpSpPr/>
        <p:nvPr/>
      </p:nvGrpSpPr>
      <p:grpSpPr>
        <a:xfrm>
          <a:off x="0" y="0"/>
          <a:ext cx="0" cy="0"/>
          <a:chOff x="0" y="0"/>
          <a:chExt cx="0" cy="0"/>
        </a:xfrm>
      </p:grpSpPr>
      <p:sp>
        <p:nvSpPr>
          <p:cNvPr id="2" name="Titel 1"/>
          <p:cNvSpPr>
            <a:spLocks noGrp="1"/>
          </p:cNvSpPr>
          <p:nvPr>
            <p:ph type="title"/>
          </p:nvPr>
        </p:nvSpPr>
        <p:spPr>
          <a:xfrm>
            <a:off x="457200" y="273050"/>
            <a:ext cx="3008313" cy="1162050"/>
          </a:xfrm>
        </p:spPr>
        <p:txBody>
          <a:bodyPr anchor="b"/>
          <a:lstStyle>
            <a:lvl1pPr algn="l">
              <a:defRPr sz="2000" b="1"/>
            </a:lvl1pPr>
          </a:lstStyle>
          <a:p>
            <a:r>
              <a:rPr lang="nl-NL"/>
              <a:t>Klik om de stijl te bewerken</a:t>
            </a:r>
            <a:endParaRPr lang="en-US"/>
          </a:p>
        </p:txBody>
      </p:sp>
      <p:sp>
        <p:nvSpPr>
          <p:cNvPr id="3" name="Tijdelijke aanduiding voor inhoud 2"/>
          <p:cNvSpPr>
            <a:spLocks noGrp="1"/>
          </p:cNvSpPr>
          <p:nvPr>
            <p:ph idx="1"/>
          </p:nvPr>
        </p:nvSpPr>
        <p:spPr>
          <a:xfrm>
            <a:off x="3575050" y="273050"/>
            <a:ext cx="5111750" cy="5853113"/>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nl-NL"/>
              <a:t>Klik om de modelstijlen te bewerken</a:t>
            </a:r>
          </a:p>
          <a:p>
            <a:pPr lvl="1"/>
            <a:r>
              <a:rPr lang="nl-NL"/>
              <a:t>Tweede niveau</a:t>
            </a:r>
          </a:p>
          <a:p>
            <a:pPr lvl="2"/>
            <a:r>
              <a:rPr lang="nl-NL"/>
              <a:t>Derde niveau</a:t>
            </a:r>
          </a:p>
          <a:p>
            <a:pPr lvl="3"/>
            <a:r>
              <a:rPr lang="nl-NL"/>
              <a:t>Vierde niveau</a:t>
            </a:r>
          </a:p>
          <a:p>
            <a:pPr lvl="4"/>
            <a:r>
              <a:rPr lang="nl-NL"/>
              <a:t>Vijfde niveau</a:t>
            </a:r>
            <a:endParaRPr lang="en-US"/>
          </a:p>
        </p:txBody>
      </p:sp>
      <p:sp>
        <p:nvSpPr>
          <p:cNvPr id="4" name="Tijdelijke aanduiding voor tekst 3"/>
          <p:cNvSpPr>
            <a:spLocks noGrp="1"/>
          </p:cNvSpPr>
          <p:nvPr>
            <p:ph type="body" sz="half" idx="2"/>
          </p:nvPr>
        </p:nvSpPr>
        <p:spPr>
          <a:xfrm>
            <a:off x="457200" y="1435100"/>
            <a:ext cx="3008313" cy="4691063"/>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nl-NL"/>
              <a:t>Klik om de modelstijlen te bewerken</a:t>
            </a:r>
          </a:p>
        </p:txBody>
      </p:sp>
      <p:sp>
        <p:nvSpPr>
          <p:cNvPr id="5" name="Rectangle 4"/>
          <p:cNvSpPr>
            <a:spLocks noGrp="1" noChangeArrowheads="1"/>
          </p:cNvSpPr>
          <p:nvPr>
            <p:ph type="dt" sz="half" idx="10"/>
          </p:nvPr>
        </p:nvSpPr>
        <p:spPr>
          <a:ln/>
        </p:spPr>
        <p:txBody>
          <a:bodyPr/>
          <a:lstStyle>
            <a:lvl1pPr>
              <a:defRPr/>
            </a:lvl1pPr>
          </a:lstStyle>
          <a:p>
            <a:pPr>
              <a:defRPr/>
            </a:pPr>
            <a:endParaRPr lang="en-US"/>
          </a:p>
        </p:txBody>
      </p:sp>
      <p:sp>
        <p:nvSpPr>
          <p:cNvPr id="6" name="Rectangle 5"/>
          <p:cNvSpPr>
            <a:spLocks noGrp="1" noChangeArrowheads="1"/>
          </p:cNvSpPr>
          <p:nvPr>
            <p:ph type="ftr" sz="quarter" idx="11"/>
          </p:nvPr>
        </p:nvSpPr>
        <p:spPr>
          <a:ln/>
        </p:spPr>
        <p:txBody>
          <a:bodyPr/>
          <a:lstStyle>
            <a:lvl1pPr>
              <a:defRPr/>
            </a:lvl1pPr>
          </a:lstStyle>
          <a:p>
            <a:pPr>
              <a:defRPr/>
            </a:pPr>
            <a:endParaRPr lang="en-US"/>
          </a:p>
        </p:txBody>
      </p:sp>
      <p:sp>
        <p:nvSpPr>
          <p:cNvPr id="7" name="Rectangle 6"/>
          <p:cNvSpPr>
            <a:spLocks noGrp="1" noChangeArrowheads="1"/>
          </p:cNvSpPr>
          <p:nvPr>
            <p:ph type="sldNum" sz="quarter" idx="12"/>
          </p:nvPr>
        </p:nvSpPr>
        <p:spPr>
          <a:ln/>
        </p:spPr>
        <p:txBody>
          <a:bodyPr/>
          <a:lstStyle>
            <a:lvl1pPr>
              <a:defRPr/>
            </a:lvl1pPr>
          </a:lstStyle>
          <a:p>
            <a:pPr>
              <a:defRPr/>
            </a:pPr>
            <a:fld id="{626187BB-8327-4FCB-B3B8-6EB8254B0FAE}" type="slidenum">
              <a:rPr lang="en-US"/>
              <a:pPr>
                <a:defRPr/>
              </a:pPr>
              <a:t>‹nr.›</a:t>
            </a:fld>
            <a:endParaRPr lang="en-US"/>
          </a:p>
        </p:txBody>
      </p:sp>
    </p:spTree>
    <p:extLst>
      <p:ext uri="{BB962C8B-B14F-4D97-AF65-F5344CB8AC3E}">
        <p14:creationId xmlns:p14="http://schemas.microsoft.com/office/powerpoint/2010/main" val="198525061"/>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Afbeelding met bijschrift">
    <p:spTree>
      <p:nvGrpSpPr>
        <p:cNvPr id="1" name=""/>
        <p:cNvGrpSpPr/>
        <p:nvPr/>
      </p:nvGrpSpPr>
      <p:grpSpPr>
        <a:xfrm>
          <a:off x="0" y="0"/>
          <a:ext cx="0" cy="0"/>
          <a:chOff x="0" y="0"/>
          <a:chExt cx="0" cy="0"/>
        </a:xfrm>
      </p:grpSpPr>
      <p:sp>
        <p:nvSpPr>
          <p:cNvPr id="2" name="Titel 1"/>
          <p:cNvSpPr>
            <a:spLocks noGrp="1"/>
          </p:cNvSpPr>
          <p:nvPr>
            <p:ph type="title"/>
          </p:nvPr>
        </p:nvSpPr>
        <p:spPr>
          <a:xfrm>
            <a:off x="1792288" y="4800600"/>
            <a:ext cx="5486400" cy="566738"/>
          </a:xfrm>
        </p:spPr>
        <p:txBody>
          <a:bodyPr anchor="b"/>
          <a:lstStyle>
            <a:lvl1pPr algn="l">
              <a:defRPr sz="2000" b="1"/>
            </a:lvl1pPr>
          </a:lstStyle>
          <a:p>
            <a:r>
              <a:rPr lang="nl-NL"/>
              <a:t>Klik om de stijl te bewerken</a:t>
            </a:r>
            <a:endParaRPr lang="en-US"/>
          </a:p>
        </p:txBody>
      </p:sp>
      <p:sp>
        <p:nvSpPr>
          <p:cNvPr id="3" name="Tijdelijke aanduiding voor afbeelding 2"/>
          <p:cNvSpPr>
            <a:spLocks noGrp="1"/>
          </p:cNvSpPr>
          <p:nvPr>
            <p:ph type="pic" idx="1"/>
          </p:nvPr>
        </p:nvSpPr>
        <p:spPr>
          <a:xfrm>
            <a:off x="1792288" y="612775"/>
            <a:ext cx="5486400" cy="4114800"/>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pPr lvl="0"/>
            <a:endParaRPr lang="en-US" noProof="0"/>
          </a:p>
        </p:txBody>
      </p:sp>
      <p:sp>
        <p:nvSpPr>
          <p:cNvPr id="4" name="Tijdelijke aanduiding voor tekst 3"/>
          <p:cNvSpPr>
            <a:spLocks noGrp="1"/>
          </p:cNvSpPr>
          <p:nvPr>
            <p:ph type="body" sz="half" idx="2"/>
          </p:nvPr>
        </p:nvSpPr>
        <p:spPr>
          <a:xfrm>
            <a:off x="1792288" y="5367338"/>
            <a:ext cx="5486400" cy="804862"/>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nl-NL"/>
              <a:t>Klik om de modelstijlen te bewerken</a:t>
            </a:r>
          </a:p>
        </p:txBody>
      </p:sp>
      <p:sp>
        <p:nvSpPr>
          <p:cNvPr id="5" name="Rectangle 4"/>
          <p:cNvSpPr>
            <a:spLocks noGrp="1" noChangeArrowheads="1"/>
          </p:cNvSpPr>
          <p:nvPr>
            <p:ph type="dt" sz="half" idx="10"/>
          </p:nvPr>
        </p:nvSpPr>
        <p:spPr>
          <a:ln/>
        </p:spPr>
        <p:txBody>
          <a:bodyPr/>
          <a:lstStyle>
            <a:lvl1pPr>
              <a:defRPr/>
            </a:lvl1pPr>
          </a:lstStyle>
          <a:p>
            <a:pPr>
              <a:defRPr/>
            </a:pPr>
            <a:endParaRPr lang="en-US"/>
          </a:p>
        </p:txBody>
      </p:sp>
      <p:sp>
        <p:nvSpPr>
          <p:cNvPr id="6" name="Rectangle 5"/>
          <p:cNvSpPr>
            <a:spLocks noGrp="1" noChangeArrowheads="1"/>
          </p:cNvSpPr>
          <p:nvPr>
            <p:ph type="ftr" sz="quarter" idx="11"/>
          </p:nvPr>
        </p:nvSpPr>
        <p:spPr>
          <a:ln/>
        </p:spPr>
        <p:txBody>
          <a:bodyPr/>
          <a:lstStyle>
            <a:lvl1pPr>
              <a:defRPr/>
            </a:lvl1pPr>
          </a:lstStyle>
          <a:p>
            <a:pPr>
              <a:defRPr/>
            </a:pPr>
            <a:endParaRPr lang="en-US"/>
          </a:p>
        </p:txBody>
      </p:sp>
      <p:sp>
        <p:nvSpPr>
          <p:cNvPr id="7" name="Rectangle 6"/>
          <p:cNvSpPr>
            <a:spLocks noGrp="1" noChangeArrowheads="1"/>
          </p:cNvSpPr>
          <p:nvPr>
            <p:ph type="sldNum" sz="quarter" idx="12"/>
          </p:nvPr>
        </p:nvSpPr>
        <p:spPr>
          <a:ln/>
        </p:spPr>
        <p:txBody>
          <a:bodyPr/>
          <a:lstStyle>
            <a:lvl1pPr>
              <a:defRPr/>
            </a:lvl1pPr>
          </a:lstStyle>
          <a:p>
            <a:pPr>
              <a:defRPr/>
            </a:pPr>
            <a:fld id="{5142706D-7A7A-4D03-95BC-E42C56A529E5}" type="slidenum">
              <a:rPr lang="en-US"/>
              <a:pPr>
                <a:defRPr/>
              </a:pPr>
              <a:t>‹nr.›</a:t>
            </a:fld>
            <a:endParaRPr lang="en-US"/>
          </a:p>
        </p:txBody>
      </p:sp>
    </p:spTree>
    <p:extLst>
      <p:ext uri="{BB962C8B-B14F-4D97-AF65-F5344CB8AC3E}">
        <p14:creationId xmlns:p14="http://schemas.microsoft.com/office/powerpoint/2010/main" val="3897023499"/>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el en verticale tekst">
    <p:spTree>
      <p:nvGrpSpPr>
        <p:cNvPr id="1" name=""/>
        <p:cNvGrpSpPr/>
        <p:nvPr/>
      </p:nvGrpSpPr>
      <p:grpSpPr>
        <a:xfrm>
          <a:off x="0" y="0"/>
          <a:ext cx="0" cy="0"/>
          <a:chOff x="0" y="0"/>
          <a:chExt cx="0" cy="0"/>
        </a:xfrm>
      </p:grpSpPr>
      <p:sp>
        <p:nvSpPr>
          <p:cNvPr id="2" name="Titel 1"/>
          <p:cNvSpPr>
            <a:spLocks noGrp="1"/>
          </p:cNvSpPr>
          <p:nvPr>
            <p:ph type="title"/>
          </p:nvPr>
        </p:nvSpPr>
        <p:spPr/>
        <p:txBody>
          <a:bodyPr/>
          <a:lstStyle/>
          <a:p>
            <a:r>
              <a:rPr lang="nl-NL"/>
              <a:t>Klik om de stijl te bewerken</a:t>
            </a:r>
            <a:endParaRPr lang="en-US"/>
          </a:p>
        </p:txBody>
      </p:sp>
      <p:sp>
        <p:nvSpPr>
          <p:cNvPr id="3" name="Tijdelijke aanduiding voor verticale tekst 2"/>
          <p:cNvSpPr>
            <a:spLocks noGrp="1"/>
          </p:cNvSpPr>
          <p:nvPr>
            <p:ph type="body" orient="vert" idx="1"/>
          </p:nvPr>
        </p:nvSpPr>
        <p:spPr/>
        <p:txBody>
          <a:bodyPr vert="eaVert"/>
          <a:lstStyle/>
          <a:p>
            <a:pPr lvl="0"/>
            <a:r>
              <a:rPr lang="nl-NL"/>
              <a:t>Klik om de modelstijlen te bewerken</a:t>
            </a:r>
          </a:p>
          <a:p>
            <a:pPr lvl="1"/>
            <a:r>
              <a:rPr lang="nl-NL"/>
              <a:t>Tweede niveau</a:t>
            </a:r>
          </a:p>
          <a:p>
            <a:pPr lvl="2"/>
            <a:r>
              <a:rPr lang="nl-NL"/>
              <a:t>Derde niveau</a:t>
            </a:r>
          </a:p>
          <a:p>
            <a:pPr lvl="3"/>
            <a:r>
              <a:rPr lang="nl-NL"/>
              <a:t>Vierde niveau</a:t>
            </a:r>
          </a:p>
          <a:p>
            <a:pPr lvl="4"/>
            <a:r>
              <a:rPr lang="nl-NL"/>
              <a:t>Vijfde niveau</a:t>
            </a:r>
            <a:endParaRPr lang="en-US"/>
          </a:p>
        </p:txBody>
      </p:sp>
      <p:sp>
        <p:nvSpPr>
          <p:cNvPr id="4" name="Rectangle 4"/>
          <p:cNvSpPr>
            <a:spLocks noGrp="1" noChangeArrowheads="1"/>
          </p:cNvSpPr>
          <p:nvPr>
            <p:ph type="dt" sz="half" idx="10"/>
          </p:nvPr>
        </p:nvSpPr>
        <p:spPr>
          <a:ln/>
        </p:spPr>
        <p:txBody>
          <a:bodyPr/>
          <a:lstStyle>
            <a:lvl1pPr>
              <a:defRPr/>
            </a:lvl1pPr>
          </a:lstStyle>
          <a:p>
            <a:pPr>
              <a:defRPr/>
            </a:pPr>
            <a:endParaRPr lang="en-US"/>
          </a:p>
        </p:txBody>
      </p:sp>
      <p:sp>
        <p:nvSpPr>
          <p:cNvPr id="5" name="Rectangle 5"/>
          <p:cNvSpPr>
            <a:spLocks noGrp="1" noChangeArrowheads="1"/>
          </p:cNvSpPr>
          <p:nvPr>
            <p:ph type="ftr" sz="quarter" idx="11"/>
          </p:nvPr>
        </p:nvSpPr>
        <p:spPr>
          <a:ln/>
        </p:spPr>
        <p:txBody>
          <a:bodyPr/>
          <a:lstStyle>
            <a:lvl1pPr>
              <a:defRPr/>
            </a:lvl1pPr>
          </a:lstStyle>
          <a:p>
            <a:pPr>
              <a:defRPr/>
            </a:pPr>
            <a:endParaRPr lang="en-US"/>
          </a:p>
        </p:txBody>
      </p:sp>
      <p:sp>
        <p:nvSpPr>
          <p:cNvPr id="6" name="Rectangle 6"/>
          <p:cNvSpPr>
            <a:spLocks noGrp="1" noChangeArrowheads="1"/>
          </p:cNvSpPr>
          <p:nvPr>
            <p:ph type="sldNum" sz="quarter" idx="12"/>
          </p:nvPr>
        </p:nvSpPr>
        <p:spPr>
          <a:ln/>
        </p:spPr>
        <p:txBody>
          <a:bodyPr/>
          <a:lstStyle>
            <a:lvl1pPr>
              <a:defRPr/>
            </a:lvl1pPr>
          </a:lstStyle>
          <a:p>
            <a:pPr>
              <a:defRPr/>
            </a:pPr>
            <a:fld id="{F97A29F4-E559-48B6-91B3-B4547481D9C1}" type="slidenum">
              <a:rPr lang="en-US"/>
              <a:pPr>
                <a:defRPr/>
              </a:pPr>
              <a:t>‹nr.›</a:t>
            </a:fld>
            <a:endParaRPr lang="en-US"/>
          </a:p>
        </p:txBody>
      </p:sp>
    </p:spTree>
    <p:extLst>
      <p:ext uri="{BB962C8B-B14F-4D97-AF65-F5344CB8AC3E}">
        <p14:creationId xmlns:p14="http://schemas.microsoft.com/office/powerpoint/2010/main" val="2283890880"/>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e titel en tekst">
    <p:spTree>
      <p:nvGrpSpPr>
        <p:cNvPr id="1" name=""/>
        <p:cNvGrpSpPr/>
        <p:nvPr/>
      </p:nvGrpSpPr>
      <p:grpSpPr>
        <a:xfrm>
          <a:off x="0" y="0"/>
          <a:ext cx="0" cy="0"/>
          <a:chOff x="0" y="0"/>
          <a:chExt cx="0" cy="0"/>
        </a:xfrm>
      </p:grpSpPr>
      <p:sp>
        <p:nvSpPr>
          <p:cNvPr id="2" name="Verticale titel 1"/>
          <p:cNvSpPr>
            <a:spLocks noGrp="1"/>
          </p:cNvSpPr>
          <p:nvPr>
            <p:ph type="title" orient="vert"/>
          </p:nvPr>
        </p:nvSpPr>
        <p:spPr>
          <a:xfrm>
            <a:off x="6629400" y="274638"/>
            <a:ext cx="2057400" cy="5851525"/>
          </a:xfrm>
        </p:spPr>
        <p:txBody>
          <a:bodyPr vert="eaVert"/>
          <a:lstStyle/>
          <a:p>
            <a:r>
              <a:rPr lang="nl-NL"/>
              <a:t>Klik om de stijl te bewerken</a:t>
            </a:r>
            <a:endParaRPr lang="en-US"/>
          </a:p>
        </p:txBody>
      </p:sp>
      <p:sp>
        <p:nvSpPr>
          <p:cNvPr id="3" name="Tijdelijke aanduiding voor verticale tekst 2"/>
          <p:cNvSpPr>
            <a:spLocks noGrp="1"/>
          </p:cNvSpPr>
          <p:nvPr>
            <p:ph type="body" orient="vert" idx="1"/>
          </p:nvPr>
        </p:nvSpPr>
        <p:spPr>
          <a:xfrm>
            <a:off x="457200" y="274638"/>
            <a:ext cx="6019800" cy="5851525"/>
          </a:xfrm>
        </p:spPr>
        <p:txBody>
          <a:bodyPr vert="eaVert"/>
          <a:lstStyle/>
          <a:p>
            <a:pPr lvl="0"/>
            <a:r>
              <a:rPr lang="nl-NL"/>
              <a:t>Klik om de modelstijlen te bewerken</a:t>
            </a:r>
          </a:p>
          <a:p>
            <a:pPr lvl="1"/>
            <a:r>
              <a:rPr lang="nl-NL"/>
              <a:t>Tweede niveau</a:t>
            </a:r>
          </a:p>
          <a:p>
            <a:pPr lvl="2"/>
            <a:r>
              <a:rPr lang="nl-NL"/>
              <a:t>Derde niveau</a:t>
            </a:r>
          </a:p>
          <a:p>
            <a:pPr lvl="3"/>
            <a:r>
              <a:rPr lang="nl-NL"/>
              <a:t>Vierde niveau</a:t>
            </a:r>
          </a:p>
          <a:p>
            <a:pPr lvl="4"/>
            <a:r>
              <a:rPr lang="nl-NL"/>
              <a:t>Vijfde niveau</a:t>
            </a:r>
            <a:endParaRPr lang="en-US"/>
          </a:p>
        </p:txBody>
      </p:sp>
      <p:sp>
        <p:nvSpPr>
          <p:cNvPr id="4" name="Rectangle 4"/>
          <p:cNvSpPr>
            <a:spLocks noGrp="1" noChangeArrowheads="1"/>
          </p:cNvSpPr>
          <p:nvPr>
            <p:ph type="dt" sz="half" idx="10"/>
          </p:nvPr>
        </p:nvSpPr>
        <p:spPr>
          <a:ln/>
        </p:spPr>
        <p:txBody>
          <a:bodyPr/>
          <a:lstStyle>
            <a:lvl1pPr>
              <a:defRPr/>
            </a:lvl1pPr>
          </a:lstStyle>
          <a:p>
            <a:pPr>
              <a:defRPr/>
            </a:pPr>
            <a:endParaRPr lang="en-US"/>
          </a:p>
        </p:txBody>
      </p:sp>
      <p:sp>
        <p:nvSpPr>
          <p:cNvPr id="5" name="Rectangle 5"/>
          <p:cNvSpPr>
            <a:spLocks noGrp="1" noChangeArrowheads="1"/>
          </p:cNvSpPr>
          <p:nvPr>
            <p:ph type="ftr" sz="quarter" idx="11"/>
          </p:nvPr>
        </p:nvSpPr>
        <p:spPr>
          <a:ln/>
        </p:spPr>
        <p:txBody>
          <a:bodyPr/>
          <a:lstStyle>
            <a:lvl1pPr>
              <a:defRPr/>
            </a:lvl1pPr>
          </a:lstStyle>
          <a:p>
            <a:pPr>
              <a:defRPr/>
            </a:pPr>
            <a:endParaRPr lang="en-US"/>
          </a:p>
        </p:txBody>
      </p:sp>
      <p:sp>
        <p:nvSpPr>
          <p:cNvPr id="6" name="Rectangle 6"/>
          <p:cNvSpPr>
            <a:spLocks noGrp="1" noChangeArrowheads="1"/>
          </p:cNvSpPr>
          <p:nvPr>
            <p:ph type="sldNum" sz="quarter" idx="12"/>
          </p:nvPr>
        </p:nvSpPr>
        <p:spPr>
          <a:ln/>
        </p:spPr>
        <p:txBody>
          <a:bodyPr/>
          <a:lstStyle>
            <a:lvl1pPr>
              <a:defRPr/>
            </a:lvl1pPr>
          </a:lstStyle>
          <a:p>
            <a:pPr>
              <a:defRPr/>
            </a:pPr>
            <a:fld id="{002C3C8D-752E-4C5C-8CAB-F2A4C6E4FE94}" type="slidenum">
              <a:rPr lang="en-US"/>
              <a:pPr>
                <a:defRPr/>
              </a:pPr>
              <a:t>‹nr.›</a:t>
            </a:fld>
            <a:endParaRPr lang="en-US"/>
          </a:p>
        </p:txBody>
      </p:sp>
    </p:spTree>
    <p:extLst>
      <p:ext uri="{BB962C8B-B14F-4D97-AF65-F5344CB8AC3E}">
        <p14:creationId xmlns:p14="http://schemas.microsoft.com/office/powerpoint/2010/main" val="1324893436"/>
      </p:ext>
    </p:extLst>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theme" Target="../theme/theme1.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p:nvSpPr>
          <p:cNvPr id="1026" name="Rectangle 2"/>
          <p:cNvSpPr>
            <a:spLocks noGrp="1" noChangeArrowheads="1"/>
          </p:cNvSpPr>
          <p:nvPr>
            <p:ph type="title"/>
          </p:nvPr>
        </p:nvSpPr>
        <p:spPr bwMode="auto">
          <a:xfrm>
            <a:off x="457200" y="274638"/>
            <a:ext cx="8229600" cy="114300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square" lIns="91440" tIns="45720" rIns="91440" bIns="45720" numCol="1" anchor="ctr" anchorCtr="0" compatLnSpc="1">
            <a:prstTxWarp prst="textNoShape">
              <a:avLst/>
            </a:prstTxWarp>
          </a:bodyPr>
          <a:lstStyle/>
          <a:p>
            <a:pPr lvl="0"/>
            <a:r>
              <a:rPr lang="en-US"/>
              <a:t>Klik om het opmaakprofiel te bewerken</a:t>
            </a:r>
          </a:p>
        </p:txBody>
      </p:sp>
      <p:sp>
        <p:nvSpPr>
          <p:cNvPr id="1027" name="Rectangle 3"/>
          <p:cNvSpPr>
            <a:spLocks noGrp="1" noChangeArrowheads="1"/>
          </p:cNvSpPr>
          <p:nvPr>
            <p:ph type="body" idx="1"/>
          </p:nvPr>
        </p:nvSpPr>
        <p:spPr bwMode="auto">
          <a:xfrm>
            <a:off x="457200" y="1600200"/>
            <a:ext cx="8229600" cy="4525963"/>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square" lIns="91440" tIns="45720" rIns="91440" bIns="45720" numCol="1" anchor="t" anchorCtr="0" compatLnSpc="1">
            <a:prstTxWarp prst="textNoShape">
              <a:avLst/>
            </a:prstTxWarp>
          </a:bodyPr>
          <a:lstStyle/>
          <a:p>
            <a:pPr lvl="0"/>
            <a:r>
              <a:rPr lang="en-US"/>
              <a:t>Klik om de opmaakprofielen van de modeltekst te bewerken</a:t>
            </a:r>
          </a:p>
          <a:p>
            <a:pPr lvl="1"/>
            <a:r>
              <a:rPr lang="en-US"/>
              <a:t>Tweede niveau</a:t>
            </a:r>
          </a:p>
          <a:p>
            <a:pPr lvl="2"/>
            <a:r>
              <a:rPr lang="en-US"/>
              <a:t>Derde niveau</a:t>
            </a:r>
          </a:p>
          <a:p>
            <a:pPr lvl="3"/>
            <a:r>
              <a:rPr lang="en-US"/>
              <a:t>Vierde niveau</a:t>
            </a:r>
          </a:p>
          <a:p>
            <a:pPr lvl="4"/>
            <a:r>
              <a:rPr lang="en-US"/>
              <a:t>Vijfde niveau</a:t>
            </a:r>
          </a:p>
        </p:txBody>
      </p:sp>
      <p:sp>
        <p:nvSpPr>
          <p:cNvPr id="9220" name="Rectangle 4"/>
          <p:cNvSpPr>
            <a:spLocks noGrp="1" noChangeArrowheads="1"/>
          </p:cNvSpPr>
          <p:nvPr>
            <p:ph type="dt" sz="half" idx="2"/>
          </p:nvPr>
        </p:nvSpPr>
        <p:spPr bwMode="auto">
          <a:xfrm>
            <a:off x="457200" y="6245225"/>
            <a:ext cx="2133600" cy="47625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square" lIns="91440" tIns="45720" rIns="91440" bIns="45720" numCol="1" anchor="t" anchorCtr="0" compatLnSpc="1">
            <a:prstTxWarp prst="textNoShape">
              <a:avLst/>
            </a:prstTxWarp>
          </a:bodyPr>
          <a:lstStyle>
            <a:lvl1pPr>
              <a:defRPr sz="1400" smtClean="0"/>
            </a:lvl1pPr>
          </a:lstStyle>
          <a:p>
            <a:pPr>
              <a:defRPr/>
            </a:pPr>
            <a:endParaRPr lang="en-US"/>
          </a:p>
        </p:txBody>
      </p:sp>
      <p:sp>
        <p:nvSpPr>
          <p:cNvPr id="9221" name="Rectangle 5"/>
          <p:cNvSpPr>
            <a:spLocks noGrp="1" noChangeArrowheads="1"/>
          </p:cNvSpPr>
          <p:nvPr>
            <p:ph type="ftr" sz="quarter" idx="3"/>
          </p:nvPr>
        </p:nvSpPr>
        <p:spPr bwMode="auto">
          <a:xfrm>
            <a:off x="3124200" y="6245225"/>
            <a:ext cx="2895600" cy="47625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square" lIns="91440" tIns="45720" rIns="91440" bIns="45720" numCol="1" anchor="t" anchorCtr="0" compatLnSpc="1">
            <a:prstTxWarp prst="textNoShape">
              <a:avLst/>
            </a:prstTxWarp>
          </a:bodyPr>
          <a:lstStyle>
            <a:lvl1pPr algn="ctr">
              <a:defRPr sz="1400" smtClean="0"/>
            </a:lvl1pPr>
          </a:lstStyle>
          <a:p>
            <a:pPr>
              <a:defRPr/>
            </a:pPr>
            <a:endParaRPr lang="en-US"/>
          </a:p>
        </p:txBody>
      </p:sp>
      <p:sp>
        <p:nvSpPr>
          <p:cNvPr id="9222" name="Rectangle 6"/>
          <p:cNvSpPr>
            <a:spLocks noGrp="1" noChangeArrowheads="1"/>
          </p:cNvSpPr>
          <p:nvPr>
            <p:ph type="sldNum" sz="quarter" idx="4"/>
          </p:nvPr>
        </p:nvSpPr>
        <p:spPr bwMode="auto">
          <a:xfrm>
            <a:off x="6553200" y="6245225"/>
            <a:ext cx="2133600" cy="47625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square" lIns="91440" tIns="45720" rIns="91440" bIns="45720" numCol="1" anchor="t" anchorCtr="0" compatLnSpc="1">
            <a:prstTxWarp prst="textNoShape">
              <a:avLst/>
            </a:prstTxWarp>
          </a:bodyPr>
          <a:lstStyle>
            <a:lvl1pPr algn="r">
              <a:defRPr sz="1400" smtClean="0"/>
            </a:lvl1pPr>
          </a:lstStyle>
          <a:p>
            <a:pPr>
              <a:defRPr/>
            </a:pPr>
            <a:fld id="{14BB9BEE-FEB2-43B8-A5E2-FDD7B41D1CC5}" type="slidenum">
              <a:rPr lang="en-US"/>
              <a:pPr>
                <a:defRPr/>
              </a:pPr>
              <a:t>‹nr.›</a:t>
            </a:fld>
            <a:endParaRPr lang="en-US"/>
          </a:p>
        </p:txBody>
      </p:sp>
    </p:spTree>
  </p:cSld>
  <p:clrMap bg1="lt1" tx1="dk1" bg2="lt2" tx2="dk2" accent1="accent1" accent2="accent2" accent3="accent3" accent4="accent4" accent5="accent5" accent6="accent6" hlink="hlink" folHlink="folHlink"/>
  <p:sldLayoutIdLst>
    <p:sldLayoutId id="2147483652" r:id="rId1"/>
    <p:sldLayoutId id="2147483653" r:id="rId2"/>
    <p:sldLayoutId id="2147483654" r:id="rId3"/>
    <p:sldLayoutId id="2147483655" r:id="rId4"/>
    <p:sldLayoutId id="2147483656" r:id="rId5"/>
    <p:sldLayoutId id="2147483657" r:id="rId6"/>
    <p:sldLayoutId id="2147483658" r:id="rId7"/>
    <p:sldLayoutId id="2147483659" r:id="rId8"/>
    <p:sldLayoutId id="2147483660" r:id="rId9"/>
    <p:sldLayoutId id="2147483661" r:id="rId10"/>
    <p:sldLayoutId id="2147483662" r:id="rId11"/>
  </p:sldLayoutIdLst>
  <p:txStyles>
    <p:titleStyle>
      <a:lvl1pPr algn="ctr" rtl="0" eaLnBrk="0" fontAlgn="base" hangingPunct="0">
        <a:spcBef>
          <a:spcPct val="0"/>
        </a:spcBef>
        <a:spcAft>
          <a:spcPct val="0"/>
        </a:spcAft>
        <a:defRPr sz="4400">
          <a:solidFill>
            <a:schemeClr val="tx2"/>
          </a:solidFill>
          <a:latin typeface="+mj-lt"/>
          <a:ea typeface="+mj-ea"/>
          <a:cs typeface="+mj-cs"/>
        </a:defRPr>
      </a:lvl1pPr>
      <a:lvl2pPr algn="ctr" rtl="0" eaLnBrk="0" fontAlgn="base" hangingPunct="0">
        <a:spcBef>
          <a:spcPct val="0"/>
        </a:spcBef>
        <a:spcAft>
          <a:spcPct val="0"/>
        </a:spcAft>
        <a:defRPr sz="4400">
          <a:solidFill>
            <a:schemeClr val="tx2"/>
          </a:solidFill>
          <a:latin typeface="Arial" charset="0"/>
        </a:defRPr>
      </a:lvl2pPr>
      <a:lvl3pPr algn="ctr" rtl="0" eaLnBrk="0" fontAlgn="base" hangingPunct="0">
        <a:spcBef>
          <a:spcPct val="0"/>
        </a:spcBef>
        <a:spcAft>
          <a:spcPct val="0"/>
        </a:spcAft>
        <a:defRPr sz="4400">
          <a:solidFill>
            <a:schemeClr val="tx2"/>
          </a:solidFill>
          <a:latin typeface="Arial" charset="0"/>
        </a:defRPr>
      </a:lvl3pPr>
      <a:lvl4pPr algn="ctr" rtl="0" eaLnBrk="0" fontAlgn="base" hangingPunct="0">
        <a:spcBef>
          <a:spcPct val="0"/>
        </a:spcBef>
        <a:spcAft>
          <a:spcPct val="0"/>
        </a:spcAft>
        <a:defRPr sz="4400">
          <a:solidFill>
            <a:schemeClr val="tx2"/>
          </a:solidFill>
          <a:latin typeface="Arial" charset="0"/>
        </a:defRPr>
      </a:lvl4pPr>
      <a:lvl5pPr algn="ctr" rtl="0" eaLnBrk="0" fontAlgn="base" hangingPunct="0">
        <a:spcBef>
          <a:spcPct val="0"/>
        </a:spcBef>
        <a:spcAft>
          <a:spcPct val="0"/>
        </a:spcAft>
        <a:defRPr sz="4400">
          <a:solidFill>
            <a:schemeClr val="tx2"/>
          </a:solidFill>
          <a:latin typeface="Arial" charset="0"/>
        </a:defRPr>
      </a:lvl5pPr>
      <a:lvl6pPr marL="457200" algn="ctr" rtl="0" fontAlgn="base">
        <a:spcBef>
          <a:spcPct val="0"/>
        </a:spcBef>
        <a:spcAft>
          <a:spcPct val="0"/>
        </a:spcAft>
        <a:defRPr sz="4400">
          <a:solidFill>
            <a:schemeClr val="tx2"/>
          </a:solidFill>
          <a:latin typeface="Arial" charset="0"/>
        </a:defRPr>
      </a:lvl6pPr>
      <a:lvl7pPr marL="914400" algn="ctr" rtl="0" fontAlgn="base">
        <a:spcBef>
          <a:spcPct val="0"/>
        </a:spcBef>
        <a:spcAft>
          <a:spcPct val="0"/>
        </a:spcAft>
        <a:defRPr sz="4400">
          <a:solidFill>
            <a:schemeClr val="tx2"/>
          </a:solidFill>
          <a:latin typeface="Arial" charset="0"/>
        </a:defRPr>
      </a:lvl7pPr>
      <a:lvl8pPr marL="1371600" algn="ctr" rtl="0" fontAlgn="base">
        <a:spcBef>
          <a:spcPct val="0"/>
        </a:spcBef>
        <a:spcAft>
          <a:spcPct val="0"/>
        </a:spcAft>
        <a:defRPr sz="4400">
          <a:solidFill>
            <a:schemeClr val="tx2"/>
          </a:solidFill>
          <a:latin typeface="Arial" charset="0"/>
        </a:defRPr>
      </a:lvl8pPr>
      <a:lvl9pPr marL="1828800" algn="ctr" rtl="0" fontAlgn="base">
        <a:spcBef>
          <a:spcPct val="0"/>
        </a:spcBef>
        <a:spcAft>
          <a:spcPct val="0"/>
        </a:spcAft>
        <a:defRPr sz="4400">
          <a:solidFill>
            <a:schemeClr val="tx2"/>
          </a:solidFill>
          <a:latin typeface="Arial" charset="0"/>
        </a:defRPr>
      </a:lvl9pPr>
    </p:titleStyle>
    <p:bodyStyle>
      <a:lvl1pPr marL="342900" indent="-342900" algn="l" rtl="0" eaLnBrk="0" fontAlgn="base" hangingPunct="0">
        <a:spcBef>
          <a:spcPct val="20000"/>
        </a:spcBef>
        <a:spcAft>
          <a:spcPct val="0"/>
        </a:spcAft>
        <a:buChar char="•"/>
        <a:defRPr sz="3200">
          <a:solidFill>
            <a:schemeClr val="tx1"/>
          </a:solidFill>
          <a:latin typeface="+mn-lt"/>
          <a:ea typeface="+mn-ea"/>
          <a:cs typeface="+mn-cs"/>
        </a:defRPr>
      </a:lvl1pPr>
      <a:lvl2pPr marL="742950" indent="-285750" algn="l" rtl="0" eaLnBrk="0" fontAlgn="base" hangingPunct="0">
        <a:spcBef>
          <a:spcPct val="20000"/>
        </a:spcBef>
        <a:spcAft>
          <a:spcPct val="0"/>
        </a:spcAft>
        <a:buChar char="–"/>
        <a:defRPr sz="2800">
          <a:solidFill>
            <a:schemeClr val="tx1"/>
          </a:solidFill>
          <a:latin typeface="+mn-lt"/>
        </a:defRPr>
      </a:lvl2pPr>
      <a:lvl3pPr marL="1143000" indent="-228600" algn="l" rtl="0" eaLnBrk="0" fontAlgn="base" hangingPunct="0">
        <a:spcBef>
          <a:spcPct val="20000"/>
        </a:spcBef>
        <a:spcAft>
          <a:spcPct val="0"/>
        </a:spcAft>
        <a:buChar char="•"/>
        <a:defRPr sz="2400">
          <a:solidFill>
            <a:schemeClr val="tx1"/>
          </a:solidFill>
          <a:latin typeface="+mn-lt"/>
        </a:defRPr>
      </a:lvl3pPr>
      <a:lvl4pPr marL="1600200" indent="-228600" algn="l" rtl="0" eaLnBrk="0" fontAlgn="base" hangingPunct="0">
        <a:spcBef>
          <a:spcPct val="20000"/>
        </a:spcBef>
        <a:spcAft>
          <a:spcPct val="0"/>
        </a:spcAft>
        <a:buChar char="–"/>
        <a:defRPr sz="2000">
          <a:solidFill>
            <a:schemeClr val="tx1"/>
          </a:solidFill>
          <a:latin typeface="+mn-lt"/>
        </a:defRPr>
      </a:lvl4pPr>
      <a:lvl5pPr marL="2057400" indent="-228600" algn="l" rtl="0" eaLnBrk="0" fontAlgn="base" hangingPunct="0">
        <a:spcBef>
          <a:spcPct val="20000"/>
        </a:spcBef>
        <a:spcAft>
          <a:spcPct val="0"/>
        </a:spcAft>
        <a:buChar char="»"/>
        <a:defRPr sz="2000">
          <a:solidFill>
            <a:schemeClr val="tx1"/>
          </a:solidFill>
          <a:latin typeface="+mn-lt"/>
        </a:defRPr>
      </a:lvl5pPr>
      <a:lvl6pPr marL="2514600" indent="-228600" algn="l" rtl="0" fontAlgn="base">
        <a:spcBef>
          <a:spcPct val="20000"/>
        </a:spcBef>
        <a:spcAft>
          <a:spcPct val="0"/>
        </a:spcAft>
        <a:buChar char="»"/>
        <a:defRPr sz="2000">
          <a:solidFill>
            <a:schemeClr val="tx1"/>
          </a:solidFill>
          <a:latin typeface="+mn-lt"/>
        </a:defRPr>
      </a:lvl6pPr>
      <a:lvl7pPr marL="2971800" indent="-228600" algn="l" rtl="0" fontAlgn="base">
        <a:spcBef>
          <a:spcPct val="20000"/>
        </a:spcBef>
        <a:spcAft>
          <a:spcPct val="0"/>
        </a:spcAft>
        <a:buChar char="»"/>
        <a:defRPr sz="2000">
          <a:solidFill>
            <a:schemeClr val="tx1"/>
          </a:solidFill>
          <a:latin typeface="+mn-lt"/>
        </a:defRPr>
      </a:lvl7pPr>
      <a:lvl8pPr marL="3429000" indent="-228600" algn="l" rtl="0" fontAlgn="base">
        <a:spcBef>
          <a:spcPct val="20000"/>
        </a:spcBef>
        <a:spcAft>
          <a:spcPct val="0"/>
        </a:spcAft>
        <a:buChar char="»"/>
        <a:defRPr sz="2000">
          <a:solidFill>
            <a:schemeClr val="tx1"/>
          </a:solidFill>
          <a:latin typeface="+mn-lt"/>
        </a:defRPr>
      </a:lvl8pPr>
      <a:lvl9pPr marL="3886200" indent="-228600" algn="l" rtl="0" fontAlgn="base">
        <a:spcBef>
          <a:spcPct val="20000"/>
        </a:spcBef>
        <a:spcAft>
          <a:spcPct val="0"/>
        </a:spcAft>
        <a:buChar char="»"/>
        <a:defRPr sz="2000">
          <a:solidFill>
            <a:schemeClr val="tx1"/>
          </a:solidFill>
          <a:latin typeface="+mn-lt"/>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2" Type="http://schemas.openxmlformats.org/officeDocument/2006/relationships/image" Target="../media/image1.jpeg"/><Relationship Id="rId1" Type="http://schemas.openxmlformats.org/officeDocument/2006/relationships/slideLayout" Target="../slideLayouts/slideLayout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xml.rels><?xml version="1.0" encoding="UTF-8" standalone="yes"?>
<Relationships xmlns="http://schemas.openxmlformats.org/package/2006/relationships"><Relationship Id="rId2" Type="http://schemas.openxmlformats.org/officeDocument/2006/relationships/notesSlide" Target="../notesSlides/notesSlide1.xml"/><Relationship Id="rId1" Type="http://schemas.openxmlformats.org/officeDocument/2006/relationships/slideLayout" Target="../slideLayouts/slideLayout1.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6.xml.rels><?xml version="1.0" encoding="UTF-8" standalone="yes"?>
<Relationships xmlns="http://schemas.openxmlformats.org/package/2006/relationships"><Relationship Id="rId2" Type="http://schemas.openxmlformats.org/officeDocument/2006/relationships/notesSlide" Target="../notesSlides/notesSlide2.xml"/><Relationship Id="rId1" Type="http://schemas.openxmlformats.org/officeDocument/2006/relationships/slideLayout" Target="../slideLayouts/slideLayout2.xml"/></Relationships>
</file>

<file path=ppt/slides/_rels/slide7.xml.rels><?xml version="1.0" encoding="UTF-8" standalone="yes"?>
<Relationships xmlns="http://schemas.openxmlformats.org/package/2006/relationships"><Relationship Id="rId2" Type="http://schemas.openxmlformats.org/officeDocument/2006/relationships/notesSlide" Target="../notesSlides/notesSlide3.xml"/><Relationship Id="rId1" Type="http://schemas.openxmlformats.org/officeDocument/2006/relationships/slideLayout" Target="../slideLayouts/slideLayout7.xml"/></Relationships>
</file>

<file path=ppt/slides/_rels/slide8.xml.rels><?xml version="1.0" encoding="UTF-8" standalone="yes"?>
<Relationships xmlns="http://schemas.openxmlformats.org/package/2006/relationships"><Relationship Id="rId3" Type="http://schemas.openxmlformats.org/officeDocument/2006/relationships/image" Target="../media/image2.png"/><Relationship Id="rId2" Type="http://schemas.openxmlformats.org/officeDocument/2006/relationships/notesSlide" Target="../notesSlides/notesSlide4.xml"/><Relationship Id="rId1" Type="http://schemas.openxmlformats.org/officeDocument/2006/relationships/slideLayout" Target="../slideLayouts/slideLayout7.xml"/></Relationships>
</file>

<file path=ppt/slides/_rels/slide9.xml.rels><?xml version="1.0" encoding="UTF-8" standalone="yes"?>
<Relationships xmlns="http://schemas.openxmlformats.org/package/2006/relationships"><Relationship Id="rId2" Type="http://schemas.openxmlformats.org/officeDocument/2006/relationships/notesSlide" Target="../notesSlides/notesSlide5.xml"/><Relationship Id="rId1" Type="http://schemas.openxmlformats.org/officeDocument/2006/relationships/slideLayout" Target="../slideLayouts/slideLayout7.xml"/></Relationships>
</file>

<file path=ppt/slides/_rels/slide10.xml.rels><?xml version="1.0" encoding="UTF-8" standalone="yes"?>
<Relationships xmlns="http://schemas.openxmlformats.org/package/2006/relationships"><Relationship Id="rId2" Type="http://schemas.openxmlformats.org/officeDocument/2006/relationships/notesSlide" Target="../notesSlides/notesSlide6.xml"/><Relationship Id="rId1" Type="http://schemas.openxmlformats.org/officeDocument/2006/relationships/slideLayout" Target="../slideLayouts/slideLayout7.xml"/></Relationships>
</file>

<file path=ppt/slides/_rels/slide11.xml.rels><?xml version="1.0" encoding="UTF-8" standalone="yes"?>
<Relationships xmlns="http://schemas.openxmlformats.org/package/2006/relationships"><Relationship Id="rId2" Type="http://schemas.openxmlformats.org/officeDocument/2006/relationships/notesSlide" Target="../notesSlides/notesSlide7.xml"/><Relationship Id="rId1" Type="http://schemas.openxmlformats.org/officeDocument/2006/relationships/slideLayout" Target="../slideLayouts/slideLayout7.xml"/></Relationships>
</file>

<file path=ppt/slides/_rels/slide12.xml.rels><?xml version="1.0" encoding="UTF-8" standalone="yes"?>
<Relationships xmlns="http://schemas.openxmlformats.org/package/2006/relationships"><Relationship Id="rId2" Type="http://schemas.openxmlformats.org/officeDocument/2006/relationships/notesSlide" Target="../notesSlides/notesSlide8.xml"/><Relationship Id="rId1" Type="http://schemas.openxmlformats.org/officeDocument/2006/relationships/slideLayout" Target="../slideLayouts/slideLayout7.xml"/></Relationships>
</file>

<file path=ppt/slides/_rels/slide13.xml.rels><?xml version="1.0" encoding="UTF-8" standalone="yes"?>
<Relationships xmlns="http://schemas.openxmlformats.org/package/2006/relationships"><Relationship Id="rId2" Type="http://schemas.openxmlformats.org/officeDocument/2006/relationships/notesSlide" Target="../notesSlides/notesSlide9.xml"/><Relationship Id="rId1" Type="http://schemas.openxmlformats.org/officeDocument/2006/relationships/slideLayout" Target="../slideLayouts/slideLayout7.xml"/></Relationships>
</file>

<file path=ppt/slides/_rels/slide14.xml.rels><?xml version="1.0" encoding="UTF-8" standalone="yes"?>
<Relationships xmlns="http://schemas.openxmlformats.org/package/2006/relationships"><Relationship Id="rId2" Type="http://schemas.openxmlformats.org/officeDocument/2006/relationships/notesSlide" Target="../notesSlides/notesSlide10.xml"/><Relationship Id="rId1" Type="http://schemas.openxmlformats.org/officeDocument/2006/relationships/slideLayout" Target="../slideLayouts/slideLayout7.xml"/></Relationships>
</file>

<file path=ppt/slides/_rels/slide15.xml.rels><?xml version="1.0" encoding="UTF-8" standalone="yes"?>
<Relationships xmlns="http://schemas.openxmlformats.org/package/2006/relationships"><Relationship Id="rId3" Type="http://schemas.openxmlformats.org/officeDocument/2006/relationships/image" Target="../media/image3.gif"/><Relationship Id="rId2" Type="http://schemas.openxmlformats.org/officeDocument/2006/relationships/notesSlide" Target="../notesSlides/notesSlide11.xml"/><Relationship Id="rId1" Type="http://schemas.openxmlformats.org/officeDocument/2006/relationships/slideLayout" Target="../slideLayouts/slideLayout7.xml"/></Relationships>
</file>

<file path=ppt/slides/_rels/slide16.xml.rels><?xml version="1.0" encoding="UTF-8" standalone="yes"?>
<Relationships xmlns="http://schemas.openxmlformats.org/package/2006/relationships"><Relationship Id="rId2" Type="http://schemas.openxmlformats.org/officeDocument/2006/relationships/notesSlide" Target="../notesSlides/notesSlide12.xml"/><Relationship Id="rId1" Type="http://schemas.openxmlformats.org/officeDocument/2006/relationships/slideLayout" Target="../slideLayouts/slideLayout7.xml"/></Relationships>
</file>

<file path=ppt/slides/_rels/slide17.xml.rels><?xml version="1.0" encoding="UTF-8" standalone="yes"?>
<Relationships xmlns="http://schemas.openxmlformats.org/package/2006/relationships"><Relationship Id="rId2" Type="http://schemas.openxmlformats.org/officeDocument/2006/relationships/notesSlide" Target="../notesSlides/notesSlide13.xml"/><Relationship Id="rId1" Type="http://schemas.openxmlformats.org/officeDocument/2006/relationships/slideLayout" Target="../slideLayouts/slideLayout7.xml"/></Relationships>
</file>

<file path=ppt/slides/_rels/slide18.xml.rels><?xml version="1.0" encoding="UTF-8" standalone="yes"?>
<Relationships xmlns="http://schemas.openxmlformats.org/package/2006/relationships"><Relationship Id="rId2" Type="http://schemas.openxmlformats.org/officeDocument/2006/relationships/notesSlide" Target="../notesSlides/notesSlide14.xml"/><Relationship Id="rId1" Type="http://schemas.openxmlformats.org/officeDocument/2006/relationships/slideLayout" Target="../slideLayouts/slideLayout7.xml"/></Relationships>
</file>

<file path=ppt/slides/_rels/slide19.xml.rels><?xml version="1.0" encoding="UTF-8" standalone="yes"?>
<Relationships xmlns="http://schemas.openxmlformats.org/package/2006/relationships"><Relationship Id="rId2" Type="http://schemas.openxmlformats.org/officeDocument/2006/relationships/notesSlide" Target="../notesSlides/notesSlide15.xml"/><Relationship Id="rId1" Type="http://schemas.openxmlformats.org/officeDocument/2006/relationships/slideLayout" Target="../slideLayouts/slideLayout7.xml"/></Relationships>
</file>

<file path=ppt/slides/_rels/slide20.xml.rels><?xml version="1.0" encoding="UTF-8" standalone="yes"?>
<Relationships xmlns="http://schemas.openxmlformats.org/package/2006/relationships"><Relationship Id="rId2" Type="http://schemas.openxmlformats.org/officeDocument/2006/relationships/notesSlide" Target="../notesSlides/notesSlide16.xml"/><Relationship Id="rId1" Type="http://schemas.openxmlformats.org/officeDocument/2006/relationships/slideLayout" Target="../slideLayouts/slideLayout7.xml"/></Relationships>
</file>

<file path=ppt/slides/_rels/slide21.xml.rels><?xml version="1.0" encoding="UTF-8" standalone="yes"?>
<Relationships xmlns="http://schemas.openxmlformats.org/package/2006/relationships"><Relationship Id="rId2" Type="http://schemas.openxmlformats.org/officeDocument/2006/relationships/notesSlide" Target="../notesSlides/notesSlide17.xml"/><Relationship Id="rId1" Type="http://schemas.openxmlformats.org/officeDocument/2006/relationships/slideLayout" Target="../slideLayouts/slideLayout7.xml"/></Relationships>
</file>

<file path=ppt/slides/_rels/slide22.xml.rels><?xml version="1.0" encoding="UTF-8" standalone="yes"?>
<Relationships xmlns="http://schemas.openxmlformats.org/package/2006/relationships"><Relationship Id="rId2" Type="http://schemas.openxmlformats.org/officeDocument/2006/relationships/notesSlide" Target="../notesSlides/notesSlide18.xml"/><Relationship Id="rId1" Type="http://schemas.openxmlformats.org/officeDocument/2006/relationships/slideLayout" Target="../slideLayouts/slideLayout7.xml"/></Relationships>
</file>

<file path=ppt/slides/_rels/slide23.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2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4" name="Picture 3"/>
          <p:cNvPicPr>
            <a:picLocks noChangeAspect="1"/>
          </p:cNvPicPr>
          <p:nvPr/>
        </p:nvPicPr>
        <p:blipFill>
          <a:blip r:embed="rId2" cstate="print">
            <a:extLst>
              <a:ext uri="{28A0092B-C50C-407E-A947-70E740481C1C}">
                <a14:useLocalDpi xmlns:a14="http://schemas.microsoft.com/office/drawing/2010/main" val="0"/>
              </a:ext>
            </a:extLst>
          </a:blip>
          <a:stretch>
            <a:fillRect/>
          </a:stretch>
        </p:blipFill>
        <p:spPr>
          <a:xfrm>
            <a:off x="3856048" y="1476128"/>
            <a:ext cx="5287952" cy="3965966"/>
          </a:xfrm>
          <a:prstGeom prst="rect">
            <a:avLst/>
          </a:prstGeom>
          <a:effectLst>
            <a:glow>
              <a:schemeClr val="accent1">
                <a:alpha val="27000"/>
              </a:schemeClr>
            </a:glow>
            <a:reflection endPos="0" dist="50800" dir="5400000" sy="-100000" algn="bl" rotWithShape="0"/>
          </a:effectLst>
        </p:spPr>
      </p:pic>
      <p:sp>
        <p:nvSpPr>
          <p:cNvPr id="2" name="Title 1"/>
          <p:cNvSpPr>
            <a:spLocks noGrp="1"/>
          </p:cNvSpPr>
          <p:nvPr>
            <p:ph type="ctrTitle"/>
          </p:nvPr>
        </p:nvSpPr>
        <p:spPr>
          <a:xfrm>
            <a:off x="408397" y="1699022"/>
            <a:ext cx="4808306" cy="1790700"/>
          </a:xfrm>
        </p:spPr>
        <p:txBody>
          <a:bodyPr/>
          <a:lstStyle/>
          <a:p>
            <a:r>
              <a:rPr lang="en-US" b="1" dirty="0"/>
              <a:t>Automata</a:t>
            </a:r>
            <a:endParaRPr lang="nl-NL" b="1" dirty="0"/>
          </a:p>
        </p:txBody>
      </p:sp>
      <p:sp>
        <p:nvSpPr>
          <p:cNvPr id="3" name="Subtitle 2"/>
          <p:cNvSpPr>
            <a:spLocks noGrp="1"/>
          </p:cNvSpPr>
          <p:nvPr>
            <p:ph type="subTitle" idx="1"/>
          </p:nvPr>
        </p:nvSpPr>
        <p:spPr>
          <a:xfrm>
            <a:off x="408397" y="3558778"/>
            <a:ext cx="4808306" cy="1241822"/>
          </a:xfrm>
        </p:spPr>
        <p:txBody>
          <a:bodyPr/>
          <a:lstStyle/>
          <a:p>
            <a:r>
              <a:rPr lang="en-US" b="1" dirty="0"/>
              <a:t>languages</a:t>
            </a:r>
          </a:p>
          <a:p>
            <a:r>
              <a:rPr lang="en-US" b="1" dirty="0" err="1"/>
              <a:t>lexers</a:t>
            </a:r>
            <a:r>
              <a:rPr lang="en-US" b="1" dirty="0"/>
              <a:t>, parsers, interpreters</a:t>
            </a:r>
            <a:endParaRPr lang="nl-NL" b="1" dirty="0"/>
          </a:p>
        </p:txBody>
      </p:sp>
    </p:spTree>
    <p:extLst>
      <p:ext uri="{BB962C8B-B14F-4D97-AF65-F5344CB8AC3E}">
        <p14:creationId xmlns:p14="http://schemas.microsoft.com/office/powerpoint/2010/main" val="3710166665"/>
      </p:ext>
    </p:extLst>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el 1">
            <a:extLst>
              <a:ext uri="{FF2B5EF4-FFF2-40B4-BE49-F238E27FC236}">
                <a16:creationId xmlns:a16="http://schemas.microsoft.com/office/drawing/2014/main" id="{F1E682E0-D54A-6F3D-3F4A-9A2B789C61DE}"/>
              </a:ext>
            </a:extLst>
          </p:cNvPr>
          <p:cNvSpPr>
            <a:spLocks noGrp="1"/>
          </p:cNvSpPr>
          <p:nvPr>
            <p:ph type="title"/>
          </p:nvPr>
        </p:nvSpPr>
        <p:spPr/>
        <p:txBody>
          <a:bodyPr/>
          <a:lstStyle/>
          <a:p>
            <a:r>
              <a:rPr lang="nl-NL" dirty="0"/>
              <a:t>5</a:t>
            </a:r>
          </a:p>
        </p:txBody>
      </p:sp>
      <p:sp>
        <p:nvSpPr>
          <p:cNvPr id="3" name="Tijdelijke aanduiding voor inhoud 2">
            <a:extLst>
              <a:ext uri="{FF2B5EF4-FFF2-40B4-BE49-F238E27FC236}">
                <a16:creationId xmlns:a16="http://schemas.microsoft.com/office/drawing/2014/main" id="{D8BAC8ED-5EED-0ACD-23FC-4E48BC89C992}"/>
              </a:ext>
            </a:extLst>
          </p:cNvPr>
          <p:cNvSpPr>
            <a:spLocks noGrp="1"/>
          </p:cNvSpPr>
          <p:nvPr>
            <p:ph idx="1"/>
          </p:nvPr>
        </p:nvSpPr>
        <p:spPr/>
        <p:txBody>
          <a:bodyPr/>
          <a:lstStyle/>
          <a:p>
            <a:r>
              <a:rPr lang="nl-NL" dirty="0"/>
              <a:t>Teacher: Hans van Heumen</a:t>
            </a:r>
          </a:p>
        </p:txBody>
      </p:sp>
    </p:spTree>
    <p:extLst>
      <p:ext uri="{BB962C8B-B14F-4D97-AF65-F5344CB8AC3E}">
        <p14:creationId xmlns:p14="http://schemas.microsoft.com/office/powerpoint/2010/main" val="1375342933"/>
      </p:ext>
    </p:extLst>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a:t>Week1 schedule</a:t>
            </a:r>
            <a:endParaRPr lang="nl-NL" dirty="0"/>
          </a:p>
        </p:txBody>
      </p:sp>
      <p:sp>
        <p:nvSpPr>
          <p:cNvPr id="3" name="Content Placeholder 2"/>
          <p:cNvSpPr>
            <a:spLocks noGrp="1"/>
          </p:cNvSpPr>
          <p:nvPr>
            <p:ph idx="1"/>
          </p:nvPr>
        </p:nvSpPr>
        <p:spPr/>
        <p:txBody>
          <a:bodyPr/>
          <a:lstStyle/>
          <a:p>
            <a:pPr marL="385763" indent="-385763">
              <a:buFont typeface="+mj-lt"/>
              <a:buAutoNum type="arabicPeriod"/>
            </a:pPr>
            <a:r>
              <a:rPr lang="en-US" dirty="0"/>
              <a:t>Grammar</a:t>
            </a:r>
          </a:p>
          <a:p>
            <a:pPr marL="385763" indent="-385763">
              <a:buFont typeface="+mj-lt"/>
              <a:buAutoNum type="arabicPeriod"/>
            </a:pPr>
            <a:r>
              <a:rPr lang="en-US" dirty="0"/>
              <a:t>ANTLR</a:t>
            </a:r>
          </a:p>
          <a:p>
            <a:pPr marL="385763" indent="-385763">
              <a:buFont typeface="+mj-lt"/>
              <a:buAutoNum type="arabicPeriod"/>
            </a:pPr>
            <a:r>
              <a:rPr lang="en-US" dirty="0"/>
              <a:t>assignments</a:t>
            </a:r>
          </a:p>
        </p:txBody>
      </p:sp>
      <p:sp>
        <p:nvSpPr>
          <p:cNvPr id="4" name="Right Brace 3">
            <a:extLst>
              <a:ext uri="{FF2B5EF4-FFF2-40B4-BE49-F238E27FC236}">
                <a16:creationId xmlns:a16="http://schemas.microsoft.com/office/drawing/2014/main" id="{54C9765D-BE72-AF94-C017-94520CC9390C}"/>
              </a:ext>
            </a:extLst>
          </p:cNvPr>
          <p:cNvSpPr/>
          <p:nvPr/>
        </p:nvSpPr>
        <p:spPr bwMode="auto">
          <a:xfrm>
            <a:off x="3581868" y="1698600"/>
            <a:ext cx="540072" cy="1170156"/>
          </a:xfrm>
          <a:prstGeom prst="rightBrace">
            <a:avLst/>
          </a:prstGeom>
          <a:noFill/>
          <a:ln w="9525" cap="flat" cmpd="sng" algn="ctr">
            <a:solidFill>
              <a:schemeClr val="tx1"/>
            </a:solidFill>
            <a:prstDash val="solid"/>
            <a:round/>
            <a:headEnd type="none" w="med" len="med"/>
            <a:tailEnd type="none" w="med" len="med"/>
          </a:ln>
          <a:effectLst/>
          <a:extLst>
            <a:ext uri="{909E8E84-426E-40DD-AFC4-6F175D3DCCD1}">
              <a14:hiddenFill xmlns:a14="http://schemas.microsoft.com/office/drawing/2010/main">
                <a:solidFill>
                  <a:schemeClr val="accent1"/>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square" lIns="91440" tIns="45720" rIns="91440" bIns="45720" numCol="1" rtlCol="0" anchor="t" anchorCtr="0" compatLnSpc="1">
            <a:prstTxWarp prst="textNoShape">
              <a:avLst/>
            </a:prstTxWarp>
          </a:bodyPr>
          <a:lstStyle/>
          <a:p>
            <a:pPr marL="0" marR="0" indent="0" algn="l" defTabSz="914400" rtl="0" eaLnBrk="1" fontAlgn="base" latinLnBrk="0" hangingPunct="1">
              <a:lnSpc>
                <a:spcPct val="100000"/>
              </a:lnSpc>
              <a:spcBef>
                <a:spcPct val="0"/>
              </a:spcBef>
              <a:spcAft>
                <a:spcPct val="0"/>
              </a:spcAft>
              <a:buClrTx/>
              <a:buSzTx/>
              <a:buFontTx/>
              <a:buNone/>
              <a:tabLst/>
            </a:pPr>
            <a:endParaRPr kumimoji="0" lang="nl-NL" sz="2400" b="0" i="0" u="none" strike="noStrike" cap="none" normalizeH="0" baseline="0">
              <a:ln>
                <a:noFill/>
              </a:ln>
              <a:solidFill>
                <a:schemeClr val="tx1"/>
              </a:solidFill>
              <a:effectLst/>
              <a:latin typeface="Arial" charset="0"/>
            </a:endParaRPr>
          </a:p>
        </p:txBody>
      </p:sp>
      <p:sp>
        <p:nvSpPr>
          <p:cNvPr id="5" name="Rectangle 4">
            <a:extLst>
              <a:ext uri="{FF2B5EF4-FFF2-40B4-BE49-F238E27FC236}">
                <a16:creationId xmlns:a16="http://schemas.microsoft.com/office/drawing/2014/main" id="{8F0901DB-FC2F-9F77-2EEF-7E53B3A689C3}"/>
              </a:ext>
            </a:extLst>
          </p:cNvPr>
          <p:cNvSpPr/>
          <p:nvPr/>
        </p:nvSpPr>
        <p:spPr bwMode="auto">
          <a:xfrm>
            <a:off x="4301964" y="2058648"/>
            <a:ext cx="2430324" cy="450060"/>
          </a:xfrm>
          <a:prstGeom prst="rect">
            <a:avLst/>
          </a:prstGeom>
          <a:noFill/>
          <a:ln w="9525" cap="flat" cmpd="sng" algn="ctr">
            <a:solidFill>
              <a:schemeClr val="tx1"/>
            </a:solidFill>
            <a:prstDash val="solid"/>
            <a:round/>
            <a:headEnd type="none" w="med" len="med"/>
            <a:tailEnd type="none" w="med" len="med"/>
          </a:ln>
          <a:effectLst/>
          <a:extLst>
            <a:ext uri="{909E8E84-426E-40DD-AFC4-6F175D3DCCD1}">
              <a14:hiddenFill xmlns:a14="http://schemas.microsoft.com/office/drawing/2010/main">
                <a:solidFill>
                  <a:schemeClr val="accent1"/>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square" lIns="91440" tIns="45720" rIns="91440" bIns="45720" numCol="1" rtlCol="0" anchor="t" anchorCtr="0" compatLnSpc="1">
            <a:prstTxWarp prst="textNoShape">
              <a:avLst/>
            </a:prstTxWarp>
          </a:bodyPr>
          <a:lstStyle/>
          <a:p>
            <a:pPr marL="0" marR="0" indent="0" algn="l" defTabSz="914400" rtl="0" eaLnBrk="1" fontAlgn="base" latinLnBrk="0" hangingPunct="1">
              <a:lnSpc>
                <a:spcPct val="100000"/>
              </a:lnSpc>
              <a:spcBef>
                <a:spcPct val="0"/>
              </a:spcBef>
              <a:spcAft>
                <a:spcPct val="0"/>
              </a:spcAft>
              <a:buClrTx/>
              <a:buSzTx/>
              <a:buFontTx/>
              <a:buNone/>
              <a:tabLst/>
            </a:pPr>
            <a:r>
              <a:rPr kumimoji="0" lang="en-US" sz="2400" b="0" i="0" u="none" strike="noStrike" cap="none" normalizeH="0" baseline="0" dirty="0">
                <a:ln>
                  <a:noFill/>
                </a:ln>
                <a:solidFill>
                  <a:schemeClr val="tx1"/>
                </a:solidFill>
                <a:effectLst/>
                <a:latin typeface="Arial" charset="0"/>
              </a:rPr>
              <a:t>Do it your self…</a:t>
            </a:r>
            <a:endParaRPr kumimoji="0" lang="nl-NL" sz="2400" b="0" i="0" u="none" strike="noStrike" cap="none" normalizeH="0" baseline="0" dirty="0">
              <a:ln>
                <a:noFill/>
              </a:ln>
              <a:solidFill>
                <a:schemeClr val="tx1"/>
              </a:solidFill>
              <a:effectLst/>
              <a:latin typeface="Arial" charset="0"/>
            </a:endParaRPr>
          </a:p>
        </p:txBody>
      </p:sp>
    </p:spTree>
    <p:extLst>
      <p:ext uri="{BB962C8B-B14F-4D97-AF65-F5344CB8AC3E}">
        <p14:creationId xmlns:p14="http://schemas.microsoft.com/office/powerpoint/2010/main" val="899385015"/>
      </p:ext>
    </p:extLst>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050" name="Rectangle 2"/>
          <p:cNvSpPr>
            <a:spLocks noGrp="1" noChangeArrowheads="1"/>
          </p:cNvSpPr>
          <p:nvPr>
            <p:ph type="ctrTitle"/>
          </p:nvPr>
        </p:nvSpPr>
        <p:spPr>
          <a:xfrm>
            <a:off x="685800" y="1538288"/>
            <a:ext cx="7772400" cy="1800225"/>
          </a:xfrm>
          <a:solidFill>
            <a:schemeClr val="bg1"/>
          </a:solidFill>
        </p:spPr>
        <p:txBody>
          <a:bodyPr/>
          <a:lstStyle/>
          <a:p>
            <a:pPr eaLnBrk="1" hangingPunct="1"/>
            <a:r>
              <a:rPr lang="en-US" dirty="0"/>
              <a:t>Introduction Grammars </a:t>
            </a:r>
          </a:p>
        </p:txBody>
      </p:sp>
    </p:spTree>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el 1">
            <a:extLst>
              <a:ext uri="{FF2B5EF4-FFF2-40B4-BE49-F238E27FC236}">
                <a16:creationId xmlns:a16="http://schemas.microsoft.com/office/drawing/2014/main" id="{47A75DA6-3F96-27FA-74BB-47B48895E676}"/>
              </a:ext>
            </a:extLst>
          </p:cNvPr>
          <p:cNvSpPr>
            <a:spLocks noGrp="1"/>
          </p:cNvSpPr>
          <p:nvPr>
            <p:ph type="title"/>
          </p:nvPr>
        </p:nvSpPr>
        <p:spPr/>
        <p:txBody>
          <a:bodyPr/>
          <a:lstStyle/>
          <a:p>
            <a:r>
              <a:rPr lang="en-US" dirty="0"/>
              <a:t>Some terms</a:t>
            </a:r>
          </a:p>
        </p:txBody>
      </p:sp>
      <p:sp>
        <p:nvSpPr>
          <p:cNvPr id="3" name="Tijdelijke aanduiding voor inhoud 2">
            <a:extLst>
              <a:ext uri="{FF2B5EF4-FFF2-40B4-BE49-F238E27FC236}">
                <a16:creationId xmlns:a16="http://schemas.microsoft.com/office/drawing/2014/main" id="{14DD1305-9F36-DA3A-47C1-B199C0483808}"/>
              </a:ext>
            </a:extLst>
          </p:cNvPr>
          <p:cNvSpPr>
            <a:spLocks noGrp="1"/>
          </p:cNvSpPr>
          <p:nvPr>
            <p:ph idx="1"/>
          </p:nvPr>
        </p:nvSpPr>
        <p:spPr/>
        <p:txBody>
          <a:bodyPr/>
          <a:lstStyle/>
          <a:p>
            <a:r>
              <a:rPr lang="en-US" sz="2400" dirty="0"/>
              <a:t>Symbols</a:t>
            </a:r>
          </a:p>
          <a:p>
            <a:pPr lvl="1"/>
            <a:r>
              <a:rPr lang="en-US" sz="2000" dirty="0"/>
              <a:t>Smallest unit</a:t>
            </a:r>
          </a:p>
          <a:p>
            <a:pPr lvl="1"/>
            <a:r>
              <a:rPr lang="en-US" sz="2000" dirty="0"/>
              <a:t>(0,1,a,b,…)</a:t>
            </a:r>
          </a:p>
          <a:p>
            <a:r>
              <a:rPr lang="en-US" sz="2400" dirty="0"/>
              <a:t>Alphabet</a:t>
            </a:r>
          </a:p>
          <a:p>
            <a:pPr lvl="1"/>
            <a:r>
              <a:rPr lang="en-US" sz="2000" dirty="0"/>
              <a:t>Finite Set of symbols</a:t>
            </a:r>
          </a:p>
          <a:p>
            <a:pPr lvl="1"/>
            <a:r>
              <a:rPr lang="en-US" sz="2000" dirty="0"/>
              <a:t>∑(</a:t>
            </a:r>
            <a:r>
              <a:rPr lang="en-US" sz="2000" dirty="0" err="1"/>
              <a:t>a,b</a:t>
            </a:r>
            <a:r>
              <a:rPr lang="en-US" sz="2000" dirty="0"/>
              <a:t>)</a:t>
            </a:r>
          </a:p>
          <a:p>
            <a:r>
              <a:rPr lang="en-US" sz="2400" dirty="0"/>
              <a:t>Strings</a:t>
            </a:r>
          </a:p>
          <a:p>
            <a:pPr lvl="1"/>
            <a:r>
              <a:rPr lang="en-US" sz="2000" dirty="0"/>
              <a:t>Sequence of alphabet</a:t>
            </a:r>
          </a:p>
          <a:p>
            <a:r>
              <a:rPr lang="en-US" sz="2400" dirty="0"/>
              <a:t>Language</a:t>
            </a:r>
          </a:p>
          <a:p>
            <a:pPr lvl="1"/>
            <a:r>
              <a:rPr lang="en-US" sz="2000" dirty="0"/>
              <a:t>Collection of strings</a:t>
            </a:r>
          </a:p>
        </p:txBody>
      </p:sp>
    </p:spTree>
    <p:extLst>
      <p:ext uri="{BB962C8B-B14F-4D97-AF65-F5344CB8AC3E}">
        <p14:creationId xmlns:p14="http://schemas.microsoft.com/office/powerpoint/2010/main" val="1491618549"/>
      </p:ext>
    </p:extLst>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098" name="Text Box 4"/>
          <p:cNvSpPr txBox="1">
            <a:spLocks noChangeArrowheads="1"/>
          </p:cNvSpPr>
          <p:nvPr/>
        </p:nvSpPr>
        <p:spPr bwMode="auto">
          <a:xfrm>
            <a:off x="0" y="0"/>
            <a:ext cx="9144000" cy="1098550"/>
          </a:xfrm>
          <a:prstGeom prst="rect">
            <a:avLst/>
          </a:prstGeom>
          <a:solidFill>
            <a:schemeClr val="bg1"/>
          </a:solidFill>
          <a:ln>
            <a:noFill/>
          </a:ln>
          <a:effectLst/>
        </p:spPr>
        <p:txBody>
          <a:bodyPr>
            <a:spAutoFit/>
          </a:bodyPr>
          <a:lstStyle>
            <a:lvl1pPr eaLnBrk="0" hangingPunct="0">
              <a:defRPr sz="2400">
                <a:solidFill>
                  <a:schemeClr val="tx1"/>
                </a:solidFill>
                <a:latin typeface="Arial" charset="0"/>
              </a:defRPr>
            </a:lvl1pPr>
            <a:lvl2pPr marL="742950" indent="-285750" eaLnBrk="0" hangingPunct="0">
              <a:defRPr sz="2400">
                <a:solidFill>
                  <a:schemeClr val="tx1"/>
                </a:solidFill>
                <a:latin typeface="Arial" charset="0"/>
              </a:defRPr>
            </a:lvl2pPr>
            <a:lvl3pPr marL="1143000" indent="-228600" eaLnBrk="0" hangingPunct="0">
              <a:defRPr sz="2400">
                <a:solidFill>
                  <a:schemeClr val="tx1"/>
                </a:solidFill>
                <a:latin typeface="Arial" charset="0"/>
              </a:defRPr>
            </a:lvl3pPr>
            <a:lvl4pPr marL="1600200" indent="-228600" eaLnBrk="0" hangingPunct="0">
              <a:defRPr sz="2400">
                <a:solidFill>
                  <a:schemeClr val="tx1"/>
                </a:solidFill>
                <a:latin typeface="Arial" charset="0"/>
              </a:defRPr>
            </a:lvl4pPr>
            <a:lvl5pPr marL="2057400" indent="-228600" eaLnBrk="0" hangingPunct="0">
              <a:defRPr sz="2400">
                <a:solidFill>
                  <a:schemeClr val="tx1"/>
                </a:solidFill>
                <a:latin typeface="Arial" charset="0"/>
              </a:defRPr>
            </a:lvl5pPr>
            <a:lvl6pPr marL="2514600" indent="-228600" eaLnBrk="0" fontAlgn="base" hangingPunct="0">
              <a:spcBef>
                <a:spcPct val="0"/>
              </a:spcBef>
              <a:spcAft>
                <a:spcPct val="0"/>
              </a:spcAft>
              <a:defRPr sz="2400">
                <a:solidFill>
                  <a:schemeClr val="tx1"/>
                </a:solidFill>
                <a:latin typeface="Arial" charset="0"/>
              </a:defRPr>
            </a:lvl6pPr>
            <a:lvl7pPr marL="2971800" indent="-228600" eaLnBrk="0" fontAlgn="base" hangingPunct="0">
              <a:spcBef>
                <a:spcPct val="0"/>
              </a:spcBef>
              <a:spcAft>
                <a:spcPct val="0"/>
              </a:spcAft>
              <a:defRPr sz="2400">
                <a:solidFill>
                  <a:schemeClr val="tx1"/>
                </a:solidFill>
                <a:latin typeface="Arial" charset="0"/>
              </a:defRPr>
            </a:lvl7pPr>
            <a:lvl8pPr marL="3429000" indent="-228600" eaLnBrk="0" fontAlgn="base" hangingPunct="0">
              <a:spcBef>
                <a:spcPct val="0"/>
              </a:spcBef>
              <a:spcAft>
                <a:spcPct val="0"/>
              </a:spcAft>
              <a:defRPr sz="2400">
                <a:solidFill>
                  <a:schemeClr val="tx1"/>
                </a:solidFill>
                <a:latin typeface="Arial" charset="0"/>
              </a:defRPr>
            </a:lvl8pPr>
            <a:lvl9pPr marL="3886200" indent="-228600" eaLnBrk="0" fontAlgn="base" hangingPunct="0">
              <a:spcBef>
                <a:spcPct val="0"/>
              </a:spcBef>
              <a:spcAft>
                <a:spcPct val="0"/>
              </a:spcAft>
              <a:defRPr sz="2400">
                <a:solidFill>
                  <a:schemeClr val="tx1"/>
                </a:solidFill>
                <a:latin typeface="Arial" charset="0"/>
              </a:defRPr>
            </a:lvl9pPr>
          </a:lstStyle>
          <a:p>
            <a:pPr algn="ctr" eaLnBrk="1" hangingPunct="1">
              <a:spcBef>
                <a:spcPct val="50000"/>
              </a:spcBef>
            </a:pPr>
            <a:endParaRPr lang="en-US" dirty="0"/>
          </a:p>
          <a:p>
            <a:pPr algn="ctr" eaLnBrk="1" hangingPunct="1">
              <a:spcBef>
                <a:spcPct val="50000"/>
              </a:spcBef>
            </a:pPr>
            <a:r>
              <a:rPr lang="en-US" sz="2800" dirty="0"/>
              <a:t>Intro Compilers</a:t>
            </a:r>
            <a:endParaRPr lang="nl-NL" dirty="0"/>
          </a:p>
        </p:txBody>
      </p:sp>
      <p:sp>
        <p:nvSpPr>
          <p:cNvPr id="4099" name="Text Box 5"/>
          <p:cNvSpPr txBox="1">
            <a:spLocks noChangeArrowheads="1"/>
          </p:cNvSpPr>
          <p:nvPr/>
        </p:nvSpPr>
        <p:spPr bwMode="auto">
          <a:xfrm>
            <a:off x="161925" y="1448736"/>
            <a:ext cx="1572866" cy="461665"/>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lvl1pPr eaLnBrk="0" hangingPunct="0">
              <a:defRPr sz="2400">
                <a:solidFill>
                  <a:schemeClr val="tx1"/>
                </a:solidFill>
                <a:latin typeface="Arial" charset="0"/>
              </a:defRPr>
            </a:lvl1pPr>
            <a:lvl2pPr marL="742950" indent="-285750" eaLnBrk="0" hangingPunct="0">
              <a:defRPr sz="2400">
                <a:solidFill>
                  <a:schemeClr val="tx1"/>
                </a:solidFill>
                <a:latin typeface="Arial" charset="0"/>
              </a:defRPr>
            </a:lvl2pPr>
            <a:lvl3pPr marL="1143000" indent="-228600" eaLnBrk="0" hangingPunct="0">
              <a:defRPr sz="2400">
                <a:solidFill>
                  <a:schemeClr val="tx1"/>
                </a:solidFill>
                <a:latin typeface="Arial" charset="0"/>
              </a:defRPr>
            </a:lvl3pPr>
            <a:lvl4pPr marL="1600200" indent="-228600" eaLnBrk="0" hangingPunct="0">
              <a:defRPr sz="2400">
                <a:solidFill>
                  <a:schemeClr val="tx1"/>
                </a:solidFill>
                <a:latin typeface="Arial" charset="0"/>
              </a:defRPr>
            </a:lvl4pPr>
            <a:lvl5pPr marL="2057400" indent="-228600" eaLnBrk="0" hangingPunct="0">
              <a:defRPr sz="2400">
                <a:solidFill>
                  <a:schemeClr val="tx1"/>
                </a:solidFill>
                <a:latin typeface="Arial" charset="0"/>
              </a:defRPr>
            </a:lvl5pPr>
            <a:lvl6pPr marL="2514600" indent="-228600" eaLnBrk="0" fontAlgn="base" hangingPunct="0">
              <a:spcBef>
                <a:spcPct val="0"/>
              </a:spcBef>
              <a:spcAft>
                <a:spcPct val="0"/>
              </a:spcAft>
              <a:defRPr sz="2400">
                <a:solidFill>
                  <a:schemeClr val="tx1"/>
                </a:solidFill>
                <a:latin typeface="Arial" charset="0"/>
              </a:defRPr>
            </a:lvl6pPr>
            <a:lvl7pPr marL="2971800" indent="-228600" eaLnBrk="0" fontAlgn="base" hangingPunct="0">
              <a:spcBef>
                <a:spcPct val="0"/>
              </a:spcBef>
              <a:spcAft>
                <a:spcPct val="0"/>
              </a:spcAft>
              <a:defRPr sz="2400">
                <a:solidFill>
                  <a:schemeClr val="tx1"/>
                </a:solidFill>
                <a:latin typeface="Arial" charset="0"/>
              </a:defRPr>
            </a:lvl7pPr>
            <a:lvl8pPr marL="3429000" indent="-228600" eaLnBrk="0" fontAlgn="base" hangingPunct="0">
              <a:spcBef>
                <a:spcPct val="0"/>
              </a:spcBef>
              <a:spcAft>
                <a:spcPct val="0"/>
              </a:spcAft>
              <a:defRPr sz="2400">
                <a:solidFill>
                  <a:schemeClr val="tx1"/>
                </a:solidFill>
                <a:latin typeface="Arial" charset="0"/>
              </a:defRPr>
            </a:lvl8pPr>
            <a:lvl9pPr marL="3886200" indent="-228600" eaLnBrk="0" fontAlgn="base" hangingPunct="0">
              <a:spcBef>
                <a:spcPct val="0"/>
              </a:spcBef>
              <a:spcAft>
                <a:spcPct val="0"/>
              </a:spcAft>
              <a:defRPr sz="2400">
                <a:solidFill>
                  <a:schemeClr val="tx1"/>
                </a:solidFill>
                <a:latin typeface="Arial" charset="0"/>
              </a:defRPr>
            </a:lvl9pPr>
          </a:lstStyle>
          <a:p>
            <a:pPr eaLnBrk="1" hangingPunct="1"/>
            <a:r>
              <a:rPr lang="en-US" dirty="0"/>
              <a:t>Compilers</a:t>
            </a:r>
          </a:p>
        </p:txBody>
      </p:sp>
      <p:sp>
        <p:nvSpPr>
          <p:cNvPr id="4" name="TextBox 3"/>
          <p:cNvSpPr txBox="1"/>
          <p:nvPr/>
        </p:nvSpPr>
        <p:spPr>
          <a:xfrm>
            <a:off x="3311832" y="2348857"/>
            <a:ext cx="1170156" cy="707886"/>
          </a:xfrm>
          <a:prstGeom prst="rect">
            <a:avLst/>
          </a:prstGeom>
          <a:noFill/>
          <a:ln>
            <a:solidFill>
              <a:srgbClr val="FF0000"/>
            </a:solidFill>
          </a:ln>
        </p:spPr>
        <p:txBody>
          <a:bodyPr wrap="square" rtlCol="0">
            <a:spAutoFit/>
          </a:bodyPr>
          <a:lstStyle/>
          <a:p>
            <a:pPr algn="ctr"/>
            <a:r>
              <a:rPr lang="en-US" sz="4000" dirty="0">
                <a:solidFill>
                  <a:srgbClr val="FF0000"/>
                </a:solidFill>
              </a:rPr>
              <a:t>C</a:t>
            </a:r>
            <a:endParaRPr lang="nl-NL" dirty="0">
              <a:solidFill>
                <a:srgbClr val="FF0000"/>
              </a:solidFill>
            </a:endParaRPr>
          </a:p>
        </p:txBody>
      </p:sp>
      <p:cxnSp>
        <p:nvCxnSpPr>
          <p:cNvPr id="8" name="Straight Arrow Connector 7"/>
          <p:cNvCxnSpPr>
            <a:endCxn id="4" idx="1"/>
          </p:cNvCxnSpPr>
          <p:nvPr/>
        </p:nvCxnSpPr>
        <p:spPr bwMode="auto">
          <a:xfrm flipV="1">
            <a:off x="2591736" y="2702800"/>
            <a:ext cx="720096" cy="6104"/>
          </a:xfrm>
          <a:prstGeom prst="straightConnector1">
            <a:avLst/>
          </a:prstGeom>
          <a:noFill/>
          <a:ln w="19050" cap="flat" cmpd="sng" algn="ctr">
            <a:solidFill>
              <a:srgbClr val="FF0000"/>
            </a:solidFill>
            <a:prstDash val="solid"/>
            <a:round/>
            <a:headEnd type="none" w="med" len="med"/>
            <a:tailEnd type="triangle"/>
          </a:ln>
          <a:effectLst/>
          <a:extLst>
            <a:ext uri="{909E8E84-426E-40DD-AFC4-6F175D3DCCD1}">
              <a14:hiddenFill xmlns:a14="http://schemas.microsoft.com/office/drawing/2010/main">
                <a:solidFill>
                  <a:schemeClr val="accent1"/>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cxnSp>
      <p:sp>
        <p:nvSpPr>
          <p:cNvPr id="10" name="TextBox 9"/>
          <p:cNvSpPr txBox="1"/>
          <p:nvPr/>
        </p:nvSpPr>
        <p:spPr>
          <a:xfrm>
            <a:off x="1151746" y="2459359"/>
            <a:ext cx="1332416" cy="461665"/>
          </a:xfrm>
          <a:prstGeom prst="rect">
            <a:avLst/>
          </a:prstGeom>
          <a:noFill/>
          <a:ln>
            <a:noFill/>
          </a:ln>
        </p:spPr>
        <p:txBody>
          <a:bodyPr wrap="none" rtlCol="0">
            <a:spAutoFit/>
          </a:bodyPr>
          <a:lstStyle/>
          <a:p>
            <a:r>
              <a:rPr lang="en-US" dirty="0">
                <a:solidFill>
                  <a:srgbClr val="FF0000"/>
                </a:solidFill>
              </a:rPr>
              <a:t>program</a:t>
            </a:r>
            <a:endParaRPr lang="nl-NL" dirty="0">
              <a:solidFill>
                <a:srgbClr val="FF0000"/>
              </a:solidFill>
            </a:endParaRPr>
          </a:p>
        </p:txBody>
      </p:sp>
      <p:sp>
        <p:nvSpPr>
          <p:cNvPr id="68" name="TextBox 67"/>
          <p:cNvSpPr txBox="1"/>
          <p:nvPr/>
        </p:nvSpPr>
        <p:spPr>
          <a:xfrm>
            <a:off x="4687931" y="1643064"/>
            <a:ext cx="784189" cy="461665"/>
          </a:xfrm>
          <a:prstGeom prst="rect">
            <a:avLst/>
          </a:prstGeom>
          <a:noFill/>
          <a:ln>
            <a:noFill/>
          </a:ln>
        </p:spPr>
        <p:txBody>
          <a:bodyPr wrap="none" rtlCol="0">
            <a:spAutoFit/>
          </a:bodyPr>
          <a:lstStyle/>
          <a:p>
            <a:r>
              <a:rPr lang="en-US" dirty="0">
                <a:solidFill>
                  <a:srgbClr val="FF0000"/>
                </a:solidFill>
              </a:rPr>
              <a:t>data</a:t>
            </a:r>
            <a:endParaRPr lang="nl-NL" dirty="0">
              <a:solidFill>
                <a:srgbClr val="FF0000"/>
              </a:solidFill>
            </a:endParaRPr>
          </a:p>
        </p:txBody>
      </p:sp>
      <p:sp>
        <p:nvSpPr>
          <p:cNvPr id="69" name="TextBox 68"/>
          <p:cNvSpPr txBox="1"/>
          <p:nvPr/>
        </p:nvSpPr>
        <p:spPr>
          <a:xfrm>
            <a:off x="5240167" y="2399664"/>
            <a:ext cx="835485" cy="461665"/>
          </a:xfrm>
          <a:prstGeom prst="rect">
            <a:avLst/>
          </a:prstGeom>
          <a:noFill/>
          <a:ln>
            <a:noFill/>
          </a:ln>
        </p:spPr>
        <p:txBody>
          <a:bodyPr wrap="none" rtlCol="0">
            <a:spAutoFit/>
          </a:bodyPr>
          <a:lstStyle/>
          <a:p>
            <a:r>
              <a:rPr lang="en-US" dirty="0">
                <a:solidFill>
                  <a:srgbClr val="FF0000"/>
                </a:solidFill>
              </a:rPr>
              <a:t>exec</a:t>
            </a:r>
            <a:endParaRPr lang="nl-NL" dirty="0">
              <a:solidFill>
                <a:srgbClr val="FF0000"/>
              </a:solidFill>
            </a:endParaRPr>
          </a:p>
        </p:txBody>
      </p:sp>
      <p:cxnSp>
        <p:nvCxnSpPr>
          <p:cNvPr id="70" name="Straight Arrow Connector 69"/>
          <p:cNvCxnSpPr/>
          <p:nvPr/>
        </p:nvCxnSpPr>
        <p:spPr bwMode="auto">
          <a:xfrm flipV="1">
            <a:off x="4499752" y="2696695"/>
            <a:ext cx="720096" cy="6104"/>
          </a:xfrm>
          <a:prstGeom prst="straightConnector1">
            <a:avLst/>
          </a:prstGeom>
          <a:noFill/>
          <a:ln w="19050" cap="flat" cmpd="sng" algn="ctr">
            <a:solidFill>
              <a:srgbClr val="FF0000"/>
            </a:solidFill>
            <a:prstDash val="solid"/>
            <a:round/>
            <a:headEnd type="none" w="med" len="med"/>
            <a:tailEnd type="triangle"/>
          </a:ln>
          <a:effectLst/>
          <a:extLst>
            <a:ext uri="{909E8E84-426E-40DD-AFC4-6F175D3DCCD1}">
              <a14:hiddenFill xmlns:a14="http://schemas.microsoft.com/office/drawing/2010/main">
                <a:solidFill>
                  <a:schemeClr val="accent1"/>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cxnSp>
      <p:cxnSp>
        <p:nvCxnSpPr>
          <p:cNvPr id="71" name="Straight Arrow Connector 70"/>
          <p:cNvCxnSpPr/>
          <p:nvPr/>
        </p:nvCxnSpPr>
        <p:spPr bwMode="auto">
          <a:xfrm rot="5400000" flipV="1">
            <a:off x="5294809" y="1960648"/>
            <a:ext cx="720096" cy="6104"/>
          </a:xfrm>
          <a:prstGeom prst="straightConnector1">
            <a:avLst/>
          </a:prstGeom>
          <a:noFill/>
          <a:ln w="19050" cap="flat" cmpd="sng" algn="ctr">
            <a:solidFill>
              <a:srgbClr val="FF0000"/>
            </a:solidFill>
            <a:prstDash val="solid"/>
            <a:round/>
            <a:headEnd type="none" w="med" len="med"/>
            <a:tailEnd type="triangle"/>
          </a:ln>
          <a:effectLst/>
          <a:extLst>
            <a:ext uri="{909E8E84-426E-40DD-AFC4-6F175D3DCCD1}">
              <a14:hiddenFill xmlns:a14="http://schemas.microsoft.com/office/drawing/2010/main">
                <a:solidFill>
                  <a:schemeClr val="accent1"/>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cxnSp>
      <p:sp>
        <p:nvSpPr>
          <p:cNvPr id="72" name="TextBox 71"/>
          <p:cNvSpPr txBox="1"/>
          <p:nvPr/>
        </p:nvSpPr>
        <p:spPr>
          <a:xfrm>
            <a:off x="4589562" y="3057347"/>
            <a:ext cx="1219565" cy="461665"/>
          </a:xfrm>
          <a:prstGeom prst="rect">
            <a:avLst/>
          </a:prstGeom>
          <a:noFill/>
          <a:ln>
            <a:noFill/>
          </a:ln>
        </p:spPr>
        <p:txBody>
          <a:bodyPr wrap="square" rtlCol="0">
            <a:spAutoFit/>
          </a:bodyPr>
          <a:lstStyle/>
          <a:p>
            <a:r>
              <a:rPr lang="en-US" dirty="0">
                <a:solidFill>
                  <a:srgbClr val="FF0000"/>
                </a:solidFill>
              </a:rPr>
              <a:t>output</a:t>
            </a:r>
            <a:endParaRPr lang="nl-NL" dirty="0">
              <a:solidFill>
                <a:srgbClr val="FF0000"/>
              </a:solidFill>
            </a:endParaRPr>
          </a:p>
        </p:txBody>
      </p:sp>
      <p:cxnSp>
        <p:nvCxnSpPr>
          <p:cNvPr id="74" name="Straight Arrow Connector 73"/>
          <p:cNvCxnSpPr/>
          <p:nvPr/>
        </p:nvCxnSpPr>
        <p:spPr bwMode="auto">
          <a:xfrm rot="5400000" flipV="1">
            <a:off x="5288705" y="3278020"/>
            <a:ext cx="720096" cy="6104"/>
          </a:xfrm>
          <a:prstGeom prst="straightConnector1">
            <a:avLst/>
          </a:prstGeom>
          <a:noFill/>
          <a:ln w="19050" cap="flat" cmpd="sng" algn="ctr">
            <a:solidFill>
              <a:srgbClr val="FF0000"/>
            </a:solidFill>
            <a:prstDash val="solid"/>
            <a:round/>
            <a:headEnd type="none" w="med" len="med"/>
            <a:tailEnd type="triangle"/>
          </a:ln>
          <a:effectLst/>
          <a:extLst>
            <a:ext uri="{909E8E84-426E-40DD-AFC4-6F175D3DCCD1}">
              <a14:hiddenFill xmlns:a14="http://schemas.microsoft.com/office/drawing/2010/main">
                <a:solidFill>
                  <a:schemeClr val="accent1"/>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cxnSp>
      <p:sp>
        <p:nvSpPr>
          <p:cNvPr id="75" name="Text Box 5"/>
          <p:cNvSpPr txBox="1">
            <a:spLocks noChangeArrowheads="1"/>
          </p:cNvSpPr>
          <p:nvPr/>
        </p:nvSpPr>
        <p:spPr bwMode="auto">
          <a:xfrm>
            <a:off x="161412" y="3846964"/>
            <a:ext cx="1758815" cy="461665"/>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lvl1pPr eaLnBrk="0" hangingPunct="0">
              <a:defRPr sz="2400">
                <a:solidFill>
                  <a:schemeClr val="tx1"/>
                </a:solidFill>
                <a:latin typeface="Arial" charset="0"/>
              </a:defRPr>
            </a:lvl1pPr>
            <a:lvl2pPr marL="742950" indent="-285750" eaLnBrk="0" hangingPunct="0">
              <a:defRPr sz="2400">
                <a:solidFill>
                  <a:schemeClr val="tx1"/>
                </a:solidFill>
                <a:latin typeface="Arial" charset="0"/>
              </a:defRPr>
            </a:lvl2pPr>
            <a:lvl3pPr marL="1143000" indent="-228600" eaLnBrk="0" hangingPunct="0">
              <a:defRPr sz="2400">
                <a:solidFill>
                  <a:schemeClr val="tx1"/>
                </a:solidFill>
                <a:latin typeface="Arial" charset="0"/>
              </a:defRPr>
            </a:lvl3pPr>
            <a:lvl4pPr marL="1600200" indent="-228600" eaLnBrk="0" hangingPunct="0">
              <a:defRPr sz="2400">
                <a:solidFill>
                  <a:schemeClr val="tx1"/>
                </a:solidFill>
                <a:latin typeface="Arial" charset="0"/>
              </a:defRPr>
            </a:lvl4pPr>
            <a:lvl5pPr marL="2057400" indent="-228600" eaLnBrk="0" hangingPunct="0">
              <a:defRPr sz="2400">
                <a:solidFill>
                  <a:schemeClr val="tx1"/>
                </a:solidFill>
                <a:latin typeface="Arial" charset="0"/>
              </a:defRPr>
            </a:lvl5pPr>
            <a:lvl6pPr marL="2514600" indent="-228600" eaLnBrk="0" fontAlgn="base" hangingPunct="0">
              <a:spcBef>
                <a:spcPct val="0"/>
              </a:spcBef>
              <a:spcAft>
                <a:spcPct val="0"/>
              </a:spcAft>
              <a:defRPr sz="2400">
                <a:solidFill>
                  <a:schemeClr val="tx1"/>
                </a:solidFill>
                <a:latin typeface="Arial" charset="0"/>
              </a:defRPr>
            </a:lvl6pPr>
            <a:lvl7pPr marL="2971800" indent="-228600" eaLnBrk="0" fontAlgn="base" hangingPunct="0">
              <a:spcBef>
                <a:spcPct val="0"/>
              </a:spcBef>
              <a:spcAft>
                <a:spcPct val="0"/>
              </a:spcAft>
              <a:defRPr sz="2400">
                <a:solidFill>
                  <a:schemeClr val="tx1"/>
                </a:solidFill>
                <a:latin typeface="Arial" charset="0"/>
              </a:defRPr>
            </a:lvl7pPr>
            <a:lvl8pPr marL="3429000" indent="-228600" eaLnBrk="0" fontAlgn="base" hangingPunct="0">
              <a:spcBef>
                <a:spcPct val="0"/>
              </a:spcBef>
              <a:spcAft>
                <a:spcPct val="0"/>
              </a:spcAft>
              <a:defRPr sz="2400">
                <a:solidFill>
                  <a:schemeClr val="tx1"/>
                </a:solidFill>
                <a:latin typeface="Arial" charset="0"/>
              </a:defRPr>
            </a:lvl8pPr>
            <a:lvl9pPr marL="3886200" indent="-228600" eaLnBrk="0" fontAlgn="base" hangingPunct="0">
              <a:spcBef>
                <a:spcPct val="0"/>
              </a:spcBef>
              <a:spcAft>
                <a:spcPct val="0"/>
              </a:spcAft>
              <a:defRPr sz="2400">
                <a:solidFill>
                  <a:schemeClr val="tx1"/>
                </a:solidFill>
                <a:latin typeface="Arial" charset="0"/>
              </a:defRPr>
            </a:lvl9pPr>
          </a:lstStyle>
          <a:p>
            <a:pPr eaLnBrk="1" hangingPunct="1"/>
            <a:r>
              <a:rPr lang="en-US" dirty="0"/>
              <a:t>Interpreters</a:t>
            </a:r>
          </a:p>
        </p:txBody>
      </p:sp>
      <p:sp>
        <p:nvSpPr>
          <p:cNvPr id="76" name="TextBox 75"/>
          <p:cNvSpPr txBox="1"/>
          <p:nvPr/>
        </p:nvSpPr>
        <p:spPr>
          <a:xfrm>
            <a:off x="3311319" y="4747085"/>
            <a:ext cx="1170156" cy="707886"/>
          </a:xfrm>
          <a:prstGeom prst="rect">
            <a:avLst/>
          </a:prstGeom>
          <a:noFill/>
          <a:ln>
            <a:solidFill>
              <a:srgbClr val="FF0000"/>
            </a:solidFill>
          </a:ln>
        </p:spPr>
        <p:txBody>
          <a:bodyPr wrap="square" rtlCol="0">
            <a:spAutoFit/>
          </a:bodyPr>
          <a:lstStyle/>
          <a:p>
            <a:pPr algn="ctr"/>
            <a:r>
              <a:rPr lang="en-US" sz="4000" dirty="0">
                <a:solidFill>
                  <a:srgbClr val="FF0000"/>
                </a:solidFill>
              </a:rPr>
              <a:t>I</a:t>
            </a:r>
            <a:endParaRPr lang="nl-NL" dirty="0">
              <a:solidFill>
                <a:srgbClr val="FF0000"/>
              </a:solidFill>
            </a:endParaRPr>
          </a:p>
        </p:txBody>
      </p:sp>
      <p:cxnSp>
        <p:nvCxnSpPr>
          <p:cNvPr id="77" name="Straight Arrow Connector 76"/>
          <p:cNvCxnSpPr/>
          <p:nvPr/>
        </p:nvCxnSpPr>
        <p:spPr bwMode="auto">
          <a:xfrm flipV="1">
            <a:off x="2591223" y="4921738"/>
            <a:ext cx="720096" cy="6104"/>
          </a:xfrm>
          <a:prstGeom prst="straightConnector1">
            <a:avLst/>
          </a:prstGeom>
          <a:noFill/>
          <a:ln w="19050" cap="flat" cmpd="sng" algn="ctr">
            <a:solidFill>
              <a:srgbClr val="FF0000"/>
            </a:solidFill>
            <a:prstDash val="solid"/>
            <a:round/>
            <a:headEnd type="none" w="med" len="med"/>
            <a:tailEnd type="triangle"/>
          </a:ln>
          <a:effectLst/>
          <a:extLst>
            <a:ext uri="{909E8E84-426E-40DD-AFC4-6F175D3DCCD1}">
              <a14:hiddenFill xmlns:a14="http://schemas.microsoft.com/office/drawing/2010/main">
                <a:solidFill>
                  <a:schemeClr val="accent1"/>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cxnSp>
      <p:sp>
        <p:nvSpPr>
          <p:cNvPr id="78" name="TextBox 77"/>
          <p:cNvSpPr txBox="1"/>
          <p:nvPr/>
        </p:nvSpPr>
        <p:spPr>
          <a:xfrm>
            <a:off x="1151233" y="4678297"/>
            <a:ext cx="1332416" cy="461665"/>
          </a:xfrm>
          <a:prstGeom prst="rect">
            <a:avLst/>
          </a:prstGeom>
          <a:noFill/>
          <a:ln>
            <a:noFill/>
          </a:ln>
        </p:spPr>
        <p:txBody>
          <a:bodyPr wrap="none" rtlCol="0">
            <a:spAutoFit/>
          </a:bodyPr>
          <a:lstStyle/>
          <a:p>
            <a:r>
              <a:rPr lang="en-US" dirty="0">
                <a:solidFill>
                  <a:srgbClr val="FF0000"/>
                </a:solidFill>
              </a:rPr>
              <a:t>program</a:t>
            </a:r>
            <a:endParaRPr lang="nl-NL" dirty="0">
              <a:solidFill>
                <a:srgbClr val="FF0000"/>
              </a:solidFill>
            </a:endParaRPr>
          </a:p>
        </p:txBody>
      </p:sp>
      <p:sp>
        <p:nvSpPr>
          <p:cNvPr id="80" name="TextBox 79"/>
          <p:cNvSpPr txBox="1"/>
          <p:nvPr/>
        </p:nvSpPr>
        <p:spPr>
          <a:xfrm>
            <a:off x="5239654" y="4815821"/>
            <a:ext cx="1040670" cy="461665"/>
          </a:xfrm>
          <a:prstGeom prst="rect">
            <a:avLst/>
          </a:prstGeom>
          <a:noFill/>
          <a:ln>
            <a:noFill/>
          </a:ln>
        </p:spPr>
        <p:txBody>
          <a:bodyPr wrap="none" rtlCol="0">
            <a:spAutoFit/>
          </a:bodyPr>
          <a:lstStyle/>
          <a:p>
            <a:r>
              <a:rPr lang="en-US" dirty="0">
                <a:solidFill>
                  <a:srgbClr val="FF0000"/>
                </a:solidFill>
              </a:rPr>
              <a:t>output</a:t>
            </a:r>
            <a:endParaRPr lang="nl-NL" dirty="0">
              <a:solidFill>
                <a:srgbClr val="FF0000"/>
              </a:solidFill>
            </a:endParaRPr>
          </a:p>
        </p:txBody>
      </p:sp>
      <p:cxnSp>
        <p:nvCxnSpPr>
          <p:cNvPr id="81" name="Straight Arrow Connector 80"/>
          <p:cNvCxnSpPr/>
          <p:nvPr/>
        </p:nvCxnSpPr>
        <p:spPr bwMode="auto">
          <a:xfrm flipV="1">
            <a:off x="4499239" y="5094923"/>
            <a:ext cx="720096" cy="6104"/>
          </a:xfrm>
          <a:prstGeom prst="straightConnector1">
            <a:avLst/>
          </a:prstGeom>
          <a:noFill/>
          <a:ln w="19050" cap="flat" cmpd="sng" algn="ctr">
            <a:solidFill>
              <a:srgbClr val="FF0000"/>
            </a:solidFill>
            <a:prstDash val="solid"/>
            <a:round/>
            <a:headEnd type="none" w="med" len="med"/>
            <a:tailEnd type="triangle"/>
          </a:ln>
          <a:effectLst/>
          <a:extLst>
            <a:ext uri="{909E8E84-426E-40DD-AFC4-6F175D3DCCD1}">
              <a14:hiddenFill xmlns:a14="http://schemas.microsoft.com/office/drawing/2010/main">
                <a:solidFill>
                  <a:schemeClr val="accent1"/>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cxnSp>
      <p:cxnSp>
        <p:nvCxnSpPr>
          <p:cNvPr id="85" name="Straight Arrow Connector 84"/>
          <p:cNvCxnSpPr/>
          <p:nvPr/>
        </p:nvCxnSpPr>
        <p:spPr bwMode="auto">
          <a:xfrm flipV="1">
            <a:off x="2591534" y="5250480"/>
            <a:ext cx="720096" cy="7385"/>
          </a:xfrm>
          <a:prstGeom prst="straightConnector1">
            <a:avLst/>
          </a:prstGeom>
          <a:noFill/>
          <a:ln w="19050" cap="flat" cmpd="sng" algn="ctr">
            <a:solidFill>
              <a:srgbClr val="FF0000"/>
            </a:solidFill>
            <a:prstDash val="solid"/>
            <a:round/>
            <a:headEnd type="none" w="med" len="med"/>
            <a:tailEnd type="triangle"/>
          </a:ln>
          <a:effectLst/>
          <a:extLst>
            <a:ext uri="{909E8E84-426E-40DD-AFC4-6F175D3DCCD1}">
              <a14:hiddenFill xmlns:a14="http://schemas.microsoft.com/office/drawing/2010/main">
                <a:solidFill>
                  <a:schemeClr val="accent1"/>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cxnSp>
      <p:sp>
        <p:nvSpPr>
          <p:cNvPr id="86" name="TextBox 85"/>
          <p:cNvSpPr txBox="1"/>
          <p:nvPr/>
        </p:nvSpPr>
        <p:spPr>
          <a:xfrm>
            <a:off x="1537511" y="4977133"/>
            <a:ext cx="784189" cy="461665"/>
          </a:xfrm>
          <a:prstGeom prst="rect">
            <a:avLst/>
          </a:prstGeom>
          <a:noFill/>
          <a:ln>
            <a:noFill/>
          </a:ln>
        </p:spPr>
        <p:txBody>
          <a:bodyPr wrap="none" rtlCol="0">
            <a:spAutoFit/>
          </a:bodyPr>
          <a:lstStyle/>
          <a:p>
            <a:r>
              <a:rPr lang="en-US" dirty="0">
                <a:solidFill>
                  <a:srgbClr val="FF0000"/>
                </a:solidFill>
              </a:rPr>
              <a:t>data</a:t>
            </a:r>
            <a:endParaRPr lang="nl-NL" dirty="0">
              <a:solidFill>
                <a:srgbClr val="FF0000"/>
              </a:solidFill>
            </a:endParaRPr>
          </a:p>
        </p:txBody>
      </p:sp>
      <p:sp>
        <p:nvSpPr>
          <p:cNvPr id="87" name="TextBox 86"/>
          <p:cNvSpPr txBox="1"/>
          <p:nvPr/>
        </p:nvSpPr>
        <p:spPr>
          <a:xfrm>
            <a:off x="2071757" y="1605543"/>
            <a:ext cx="869149" cy="400110"/>
          </a:xfrm>
          <a:prstGeom prst="rect">
            <a:avLst/>
          </a:prstGeom>
          <a:noFill/>
          <a:ln>
            <a:noFill/>
          </a:ln>
        </p:spPr>
        <p:txBody>
          <a:bodyPr wrap="none" rtlCol="0">
            <a:spAutoFit/>
          </a:bodyPr>
          <a:lstStyle/>
          <a:p>
            <a:r>
              <a:rPr lang="en-US" sz="2000" i="1" dirty="0">
                <a:solidFill>
                  <a:srgbClr val="FF0000"/>
                </a:solidFill>
              </a:rPr>
              <a:t>offline</a:t>
            </a:r>
            <a:endParaRPr lang="nl-NL" sz="2000" i="1" dirty="0">
              <a:solidFill>
                <a:srgbClr val="FF0000"/>
              </a:solidFill>
            </a:endParaRPr>
          </a:p>
        </p:txBody>
      </p:sp>
      <p:sp>
        <p:nvSpPr>
          <p:cNvPr id="88" name="TextBox 87"/>
          <p:cNvSpPr txBox="1"/>
          <p:nvPr/>
        </p:nvSpPr>
        <p:spPr>
          <a:xfrm>
            <a:off x="1994665" y="4125164"/>
            <a:ext cx="870751" cy="400110"/>
          </a:xfrm>
          <a:prstGeom prst="rect">
            <a:avLst/>
          </a:prstGeom>
          <a:noFill/>
          <a:ln>
            <a:noFill/>
          </a:ln>
        </p:spPr>
        <p:txBody>
          <a:bodyPr wrap="none" rtlCol="0">
            <a:spAutoFit/>
          </a:bodyPr>
          <a:lstStyle/>
          <a:p>
            <a:r>
              <a:rPr lang="en-US" sz="2000" i="1" dirty="0">
                <a:solidFill>
                  <a:srgbClr val="FF0000"/>
                </a:solidFill>
              </a:rPr>
              <a:t>online</a:t>
            </a:r>
            <a:endParaRPr lang="nl-NL" sz="2000" i="1" dirty="0">
              <a:solidFill>
                <a:srgbClr val="FF0000"/>
              </a:solidFill>
            </a:endParaRPr>
          </a:p>
        </p:txBody>
      </p:sp>
    </p:spTree>
    <p:extLst>
      <p:ext uri="{BB962C8B-B14F-4D97-AF65-F5344CB8AC3E}">
        <p14:creationId xmlns:p14="http://schemas.microsoft.com/office/powerpoint/2010/main" val="3728596715"/>
      </p:ext>
    </p:extLst>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8435" name="Text Box 35"/>
          <p:cNvSpPr txBox="1">
            <a:spLocks noChangeArrowheads="1"/>
          </p:cNvSpPr>
          <p:nvPr/>
        </p:nvSpPr>
        <p:spPr bwMode="auto">
          <a:xfrm>
            <a:off x="288925" y="1177925"/>
            <a:ext cx="8603651" cy="2862322"/>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square">
            <a:spAutoFit/>
          </a:bodyPr>
          <a:lstStyle>
            <a:lvl1pPr eaLnBrk="0" hangingPunct="0">
              <a:defRPr b="1">
                <a:solidFill>
                  <a:schemeClr val="tx1"/>
                </a:solidFill>
                <a:latin typeface="Arial" charset="0"/>
              </a:defRPr>
            </a:lvl1pPr>
            <a:lvl2pPr marL="742950" indent="-285750" eaLnBrk="0" hangingPunct="0">
              <a:defRPr b="1">
                <a:solidFill>
                  <a:schemeClr val="tx1"/>
                </a:solidFill>
                <a:latin typeface="Arial" charset="0"/>
              </a:defRPr>
            </a:lvl2pPr>
            <a:lvl3pPr marL="1143000" indent="-228600" eaLnBrk="0" hangingPunct="0">
              <a:defRPr b="1">
                <a:solidFill>
                  <a:schemeClr val="tx1"/>
                </a:solidFill>
                <a:latin typeface="Arial" charset="0"/>
              </a:defRPr>
            </a:lvl3pPr>
            <a:lvl4pPr marL="1600200" indent="-228600" eaLnBrk="0" hangingPunct="0">
              <a:defRPr b="1">
                <a:solidFill>
                  <a:schemeClr val="tx1"/>
                </a:solidFill>
                <a:latin typeface="Arial" charset="0"/>
              </a:defRPr>
            </a:lvl4pPr>
            <a:lvl5pPr marL="2057400" indent="-228600" eaLnBrk="0" hangingPunct="0">
              <a:defRPr b="1">
                <a:solidFill>
                  <a:schemeClr val="tx1"/>
                </a:solidFill>
                <a:latin typeface="Arial" charset="0"/>
              </a:defRPr>
            </a:lvl5pPr>
            <a:lvl6pPr marL="2514600" indent="-228600" algn="ctr" eaLnBrk="0" fontAlgn="base" hangingPunct="0">
              <a:spcBef>
                <a:spcPct val="0"/>
              </a:spcBef>
              <a:spcAft>
                <a:spcPct val="0"/>
              </a:spcAft>
              <a:defRPr b="1">
                <a:solidFill>
                  <a:schemeClr val="tx1"/>
                </a:solidFill>
                <a:latin typeface="Arial" charset="0"/>
              </a:defRPr>
            </a:lvl6pPr>
            <a:lvl7pPr marL="2971800" indent="-228600" algn="ctr" eaLnBrk="0" fontAlgn="base" hangingPunct="0">
              <a:spcBef>
                <a:spcPct val="0"/>
              </a:spcBef>
              <a:spcAft>
                <a:spcPct val="0"/>
              </a:spcAft>
              <a:defRPr b="1">
                <a:solidFill>
                  <a:schemeClr val="tx1"/>
                </a:solidFill>
                <a:latin typeface="Arial" charset="0"/>
              </a:defRPr>
            </a:lvl7pPr>
            <a:lvl8pPr marL="3429000" indent="-228600" algn="ctr" eaLnBrk="0" fontAlgn="base" hangingPunct="0">
              <a:spcBef>
                <a:spcPct val="0"/>
              </a:spcBef>
              <a:spcAft>
                <a:spcPct val="0"/>
              </a:spcAft>
              <a:defRPr b="1">
                <a:solidFill>
                  <a:schemeClr val="tx1"/>
                </a:solidFill>
                <a:latin typeface="Arial" charset="0"/>
              </a:defRPr>
            </a:lvl8pPr>
            <a:lvl9pPr marL="3886200" indent="-228600" algn="ctr" eaLnBrk="0" fontAlgn="base" hangingPunct="0">
              <a:spcBef>
                <a:spcPct val="0"/>
              </a:spcBef>
              <a:spcAft>
                <a:spcPct val="0"/>
              </a:spcAft>
              <a:defRPr b="1">
                <a:solidFill>
                  <a:schemeClr val="tx1"/>
                </a:solidFill>
                <a:latin typeface="Arial" charset="0"/>
              </a:defRPr>
            </a:lvl9pPr>
          </a:lstStyle>
          <a:p>
            <a:pPr marL="457200" indent="-457200" algn="l" eaLnBrk="1" hangingPunct="1">
              <a:lnSpc>
                <a:spcPct val="150000"/>
              </a:lnSpc>
              <a:buAutoNum type="arabicPeriod"/>
            </a:pPr>
            <a:r>
              <a:rPr lang="nl-NL" sz="2400" b="0" dirty="0" err="1">
                <a:solidFill>
                  <a:schemeClr val="accent2">
                    <a:lumMod val="75000"/>
                  </a:schemeClr>
                </a:solidFill>
              </a:rPr>
              <a:t>Lexical</a:t>
            </a:r>
            <a:r>
              <a:rPr lang="nl-NL" sz="2400" b="0" dirty="0">
                <a:solidFill>
                  <a:schemeClr val="accent2">
                    <a:lumMod val="75000"/>
                  </a:schemeClr>
                </a:solidFill>
              </a:rPr>
              <a:t> Analysis</a:t>
            </a:r>
          </a:p>
          <a:p>
            <a:pPr marL="457200" indent="-457200" algn="l" eaLnBrk="1" hangingPunct="1">
              <a:lnSpc>
                <a:spcPct val="150000"/>
              </a:lnSpc>
              <a:buAutoNum type="arabicPeriod"/>
            </a:pPr>
            <a:r>
              <a:rPr lang="nl-NL" b="0" dirty="0" err="1">
                <a:solidFill>
                  <a:schemeClr val="accent2">
                    <a:lumMod val="75000"/>
                  </a:schemeClr>
                </a:solidFill>
              </a:rPr>
              <a:t>Parsing</a:t>
            </a:r>
            <a:endParaRPr lang="nl-NL" b="0" dirty="0">
              <a:solidFill>
                <a:schemeClr val="accent2">
                  <a:lumMod val="75000"/>
                </a:schemeClr>
              </a:solidFill>
            </a:endParaRPr>
          </a:p>
          <a:p>
            <a:pPr marL="457200" indent="-457200" algn="l" eaLnBrk="1" hangingPunct="1">
              <a:lnSpc>
                <a:spcPct val="150000"/>
              </a:lnSpc>
              <a:buAutoNum type="arabicPeriod"/>
            </a:pPr>
            <a:r>
              <a:rPr lang="nl-NL" sz="2400" b="0" dirty="0" err="1">
                <a:solidFill>
                  <a:schemeClr val="accent2">
                    <a:lumMod val="75000"/>
                  </a:schemeClr>
                </a:solidFill>
              </a:rPr>
              <a:t>Semantic</a:t>
            </a:r>
            <a:r>
              <a:rPr lang="nl-NL" sz="2400" b="0" dirty="0">
                <a:solidFill>
                  <a:schemeClr val="accent2">
                    <a:lumMod val="75000"/>
                  </a:schemeClr>
                </a:solidFill>
              </a:rPr>
              <a:t> Analysis</a:t>
            </a:r>
          </a:p>
          <a:p>
            <a:pPr marL="457200" indent="-457200" algn="l" eaLnBrk="1" hangingPunct="1">
              <a:lnSpc>
                <a:spcPct val="150000"/>
              </a:lnSpc>
              <a:buAutoNum type="arabicPeriod"/>
            </a:pPr>
            <a:r>
              <a:rPr lang="nl-NL" b="0" dirty="0" err="1">
                <a:solidFill>
                  <a:schemeClr val="accent2">
                    <a:lumMod val="75000"/>
                  </a:schemeClr>
                </a:solidFill>
              </a:rPr>
              <a:t>Optimization</a:t>
            </a:r>
            <a:endParaRPr lang="nl-NL" b="0" dirty="0">
              <a:solidFill>
                <a:schemeClr val="accent2">
                  <a:lumMod val="75000"/>
                </a:schemeClr>
              </a:solidFill>
            </a:endParaRPr>
          </a:p>
          <a:p>
            <a:pPr marL="457200" indent="-457200" algn="l" eaLnBrk="1" hangingPunct="1">
              <a:lnSpc>
                <a:spcPct val="150000"/>
              </a:lnSpc>
              <a:buAutoNum type="arabicPeriod"/>
            </a:pPr>
            <a:r>
              <a:rPr lang="nl-NL" sz="2400" b="0" dirty="0">
                <a:solidFill>
                  <a:schemeClr val="accent2">
                    <a:lumMod val="75000"/>
                  </a:schemeClr>
                </a:solidFill>
              </a:rPr>
              <a:t>Code </a:t>
            </a:r>
            <a:r>
              <a:rPr lang="nl-NL" sz="2400" b="0" dirty="0" err="1">
                <a:solidFill>
                  <a:schemeClr val="accent2">
                    <a:lumMod val="75000"/>
                  </a:schemeClr>
                </a:solidFill>
              </a:rPr>
              <a:t>generation</a:t>
            </a:r>
            <a:r>
              <a:rPr lang="nl-NL" sz="2400" b="0" dirty="0">
                <a:solidFill>
                  <a:schemeClr val="accent2">
                    <a:lumMod val="75000"/>
                  </a:schemeClr>
                </a:solidFill>
              </a:rPr>
              <a:t>.</a:t>
            </a:r>
            <a:endParaRPr lang="en-US" sz="2400" b="0" dirty="0">
              <a:solidFill>
                <a:schemeClr val="accent2">
                  <a:lumMod val="75000"/>
                </a:schemeClr>
              </a:solidFill>
            </a:endParaRPr>
          </a:p>
        </p:txBody>
      </p:sp>
      <p:sp>
        <p:nvSpPr>
          <p:cNvPr id="18436" name="Text Box 36"/>
          <p:cNvSpPr txBox="1">
            <a:spLocks noChangeArrowheads="1"/>
          </p:cNvSpPr>
          <p:nvPr/>
        </p:nvSpPr>
        <p:spPr bwMode="auto">
          <a:xfrm>
            <a:off x="0" y="0"/>
            <a:ext cx="9144000" cy="1015663"/>
          </a:xfrm>
          <a:prstGeom prst="rect">
            <a:avLst/>
          </a:prstGeom>
          <a:solidFill>
            <a:schemeClr val="bg1"/>
          </a:solidFill>
          <a:ln>
            <a:noFill/>
          </a:ln>
          <a:effectLst/>
        </p:spPr>
        <p:txBody>
          <a:bodyPr>
            <a:spAutoFit/>
          </a:bodyPr>
          <a:lstStyle>
            <a:lvl1pPr eaLnBrk="0" hangingPunct="0">
              <a:defRPr b="1">
                <a:solidFill>
                  <a:schemeClr val="tx1"/>
                </a:solidFill>
                <a:latin typeface="Arial" charset="0"/>
              </a:defRPr>
            </a:lvl1pPr>
            <a:lvl2pPr marL="742950" indent="-285750" eaLnBrk="0" hangingPunct="0">
              <a:defRPr b="1">
                <a:solidFill>
                  <a:schemeClr val="tx1"/>
                </a:solidFill>
                <a:latin typeface="Arial" charset="0"/>
              </a:defRPr>
            </a:lvl2pPr>
            <a:lvl3pPr marL="1143000" indent="-228600" eaLnBrk="0" hangingPunct="0">
              <a:defRPr b="1">
                <a:solidFill>
                  <a:schemeClr val="tx1"/>
                </a:solidFill>
                <a:latin typeface="Arial" charset="0"/>
              </a:defRPr>
            </a:lvl3pPr>
            <a:lvl4pPr marL="1600200" indent="-228600" eaLnBrk="0" hangingPunct="0">
              <a:defRPr b="1">
                <a:solidFill>
                  <a:schemeClr val="tx1"/>
                </a:solidFill>
                <a:latin typeface="Arial" charset="0"/>
              </a:defRPr>
            </a:lvl4pPr>
            <a:lvl5pPr marL="2057400" indent="-228600" eaLnBrk="0" hangingPunct="0">
              <a:defRPr b="1">
                <a:solidFill>
                  <a:schemeClr val="tx1"/>
                </a:solidFill>
                <a:latin typeface="Arial" charset="0"/>
              </a:defRPr>
            </a:lvl5pPr>
            <a:lvl6pPr marL="2514600" indent="-228600" algn="ctr" eaLnBrk="0" fontAlgn="base" hangingPunct="0">
              <a:spcBef>
                <a:spcPct val="0"/>
              </a:spcBef>
              <a:spcAft>
                <a:spcPct val="0"/>
              </a:spcAft>
              <a:defRPr b="1">
                <a:solidFill>
                  <a:schemeClr val="tx1"/>
                </a:solidFill>
                <a:latin typeface="Arial" charset="0"/>
              </a:defRPr>
            </a:lvl6pPr>
            <a:lvl7pPr marL="2971800" indent="-228600" algn="ctr" eaLnBrk="0" fontAlgn="base" hangingPunct="0">
              <a:spcBef>
                <a:spcPct val="0"/>
              </a:spcBef>
              <a:spcAft>
                <a:spcPct val="0"/>
              </a:spcAft>
              <a:defRPr b="1">
                <a:solidFill>
                  <a:schemeClr val="tx1"/>
                </a:solidFill>
                <a:latin typeface="Arial" charset="0"/>
              </a:defRPr>
            </a:lvl7pPr>
            <a:lvl8pPr marL="3429000" indent="-228600" algn="ctr" eaLnBrk="0" fontAlgn="base" hangingPunct="0">
              <a:spcBef>
                <a:spcPct val="0"/>
              </a:spcBef>
              <a:spcAft>
                <a:spcPct val="0"/>
              </a:spcAft>
              <a:defRPr b="1">
                <a:solidFill>
                  <a:schemeClr val="tx1"/>
                </a:solidFill>
                <a:latin typeface="Arial" charset="0"/>
              </a:defRPr>
            </a:lvl8pPr>
            <a:lvl9pPr marL="3886200" indent="-228600" algn="ctr" eaLnBrk="0" fontAlgn="base" hangingPunct="0">
              <a:spcBef>
                <a:spcPct val="0"/>
              </a:spcBef>
              <a:spcAft>
                <a:spcPct val="0"/>
              </a:spcAft>
              <a:defRPr b="1">
                <a:solidFill>
                  <a:schemeClr val="tx1"/>
                </a:solidFill>
                <a:latin typeface="Arial" charset="0"/>
              </a:defRPr>
            </a:lvl9pPr>
          </a:lstStyle>
          <a:p>
            <a:pPr algn="ctr" eaLnBrk="1" hangingPunct="1">
              <a:spcBef>
                <a:spcPct val="50000"/>
              </a:spcBef>
            </a:pPr>
            <a:endParaRPr lang="en-US" sz="2400" b="0" dirty="0"/>
          </a:p>
          <a:p>
            <a:pPr algn="ctr" eaLnBrk="1" hangingPunct="1">
              <a:spcBef>
                <a:spcPct val="50000"/>
              </a:spcBef>
            </a:pPr>
            <a:r>
              <a:rPr lang="en-US" sz="2400" b="0" dirty="0"/>
              <a:t> Intro Compilers</a:t>
            </a:r>
            <a:endParaRPr lang="nl-NL" sz="2400" b="0" dirty="0"/>
          </a:p>
        </p:txBody>
      </p:sp>
      <p:sp>
        <p:nvSpPr>
          <p:cNvPr id="2" name="Right Brace 1"/>
          <p:cNvSpPr/>
          <p:nvPr/>
        </p:nvSpPr>
        <p:spPr bwMode="auto">
          <a:xfrm>
            <a:off x="3041796" y="1448736"/>
            <a:ext cx="180024" cy="720096"/>
          </a:xfrm>
          <a:prstGeom prst="rightBrace">
            <a:avLst/>
          </a:prstGeom>
          <a:noFill/>
          <a:ln w="9525" cap="flat" cmpd="sng" algn="ctr">
            <a:solidFill>
              <a:srgbClr val="FF0000"/>
            </a:solidFill>
            <a:prstDash val="solid"/>
            <a:round/>
            <a:headEnd type="none" w="med" len="med"/>
            <a:tailEnd type="none" w="med" len="med"/>
          </a:ln>
          <a:effectLst/>
          <a:extLst>
            <a:ext uri="{909E8E84-426E-40DD-AFC4-6F175D3DCCD1}">
              <a14:hiddenFill xmlns:a14="http://schemas.microsoft.com/office/drawing/2010/main">
                <a:solidFill>
                  <a:schemeClr val="accent1"/>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square" lIns="91440" tIns="45720" rIns="91440" bIns="45720" numCol="1" rtlCol="0" anchor="t" anchorCtr="0" compatLnSpc="1">
            <a:prstTxWarp prst="textNoShape">
              <a:avLst/>
            </a:prstTxWarp>
          </a:bodyPr>
          <a:lstStyle/>
          <a:p>
            <a:pPr marL="0" marR="0" indent="0" algn="l" defTabSz="914400" rtl="0" eaLnBrk="1" fontAlgn="base" latinLnBrk="0" hangingPunct="1">
              <a:lnSpc>
                <a:spcPct val="100000"/>
              </a:lnSpc>
              <a:spcBef>
                <a:spcPct val="0"/>
              </a:spcBef>
              <a:spcAft>
                <a:spcPct val="0"/>
              </a:spcAft>
              <a:buClrTx/>
              <a:buSzTx/>
              <a:buFontTx/>
              <a:buNone/>
              <a:tabLst/>
            </a:pPr>
            <a:endParaRPr kumimoji="0" lang="nl-NL" sz="1400" b="0" i="1" u="none" strike="noStrike" cap="none" normalizeH="0" baseline="0">
              <a:ln>
                <a:noFill/>
              </a:ln>
              <a:solidFill>
                <a:srgbClr val="FF0000"/>
              </a:solidFill>
              <a:effectLst/>
              <a:latin typeface="Arial" charset="0"/>
            </a:endParaRPr>
          </a:p>
        </p:txBody>
      </p:sp>
      <p:sp>
        <p:nvSpPr>
          <p:cNvPr id="3" name="TextBox 2"/>
          <p:cNvSpPr txBox="1"/>
          <p:nvPr/>
        </p:nvSpPr>
        <p:spPr>
          <a:xfrm>
            <a:off x="3311832" y="1650254"/>
            <a:ext cx="1579278" cy="307777"/>
          </a:xfrm>
          <a:prstGeom prst="rect">
            <a:avLst/>
          </a:prstGeom>
          <a:noFill/>
        </p:spPr>
        <p:txBody>
          <a:bodyPr wrap="none" rtlCol="0">
            <a:spAutoFit/>
          </a:bodyPr>
          <a:lstStyle/>
          <a:p>
            <a:r>
              <a:rPr lang="en-US" sz="1400" i="1" dirty="0">
                <a:solidFill>
                  <a:srgbClr val="FF0000"/>
                </a:solidFill>
              </a:rPr>
              <a:t>Syntactic aspects</a:t>
            </a:r>
            <a:endParaRPr lang="nl-NL" sz="1400" i="1" dirty="0">
              <a:solidFill>
                <a:srgbClr val="FF0000"/>
              </a:solidFill>
            </a:endParaRPr>
          </a:p>
        </p:txBody>
      </p:sp>
      <p:sp>
        <p:nvSpPr>
          <p:cNvPr id="36" name="TextBox 35"/>
          <p:cNvSpPr txBox="1"/>
          <p:nvPr/>
        </p:nvSpPr>
        <p:spPr>
          <a:xfrm>
            <a:off x="3761892" y="2415659"/>
            <a:ext cx="3618298" cy="307777"/>
          </a:xfrm>
          <a:prstGeom prst="rect">
            <a:avLst/>
          </a:prstGeom>
          <a:noFill/>
        </p:spPr>
        <p:txBody>
          <a:bodyPr wrap="none" rtlCol="0">
            <a:spAutoFit/>
          </a:bodyPr>
          <a:lstStyle/>
          <a:p>
            <a:r>
              <a:rPr lang="en-US" sz="1400" i="1" dirty="0">
                <a:solidFill>
                  <a:srgbClr val="FF0000"/>
                </a:solidFill>
              </a:rPr>
              <a:t>Semantic aspects such as types and scope</a:t>
            </a:r>
            <a:endParaRPr lang="nl-NL" sz="1400" i="1" dirty="0">
              <a:solidFill>
                <a:srgbClr val="FF0000"/>
              </a:solidFill>
            </a:endParaRPr>
          </a:p>
        </p:txBody>
      </p:sp>
      <p:sp>
        <p:nvSpPr>
          <p:cNvPr id="37" name="TextBox 36"/>
          <p:cNvSpPr txBox="1"/>
          <p:nvPr/>
        </p:nvSpPr>
        <p:spPr>
          <a:xfrm>
            <a:off x="3427846" y="3552838"/>
            <a:ext cx="2702728" cy="307777"/>
          </a:xfrm>
          <a:prstGeom prst="rect">
            <a:avLst/>
          </a:prstGeom>
          <a:noFill/>
        </p:spPr>
        <p:txBody>
          <a:bodyPr wrap="none" rtlCol="0">
            <a:spAutoFit/>
          </a:bodyPr>
          <a:lstStyle/>
          <a:p>
            <a:r>
              <a:rPr lang="en-US" sz="1400" i="1" dirty="0">
                <a:solidFill>
                  <a:srgbClr val="FF0000"/>
                </a:solidFill>
              </a:rPr>
              <a:t>Translation to another language</a:t>
            </a:r>
            <a:endParaRPr lang="nl-NL" sz="1400" i="1" dirty="0">
              <a:solidFill>
                <a:srgbClr val="FF0000"/>
              </a:solidFill>
            </a:endParaRPr>
          </a:p>
        </p:txBody>
      </p:sp>
      <p:sp>
        <p:nvSpPr>
          <p:cNvPr id="38" name="TextBox 37"/>
          <p:cNvSpPr txBox="1"/>
          <p:nvPr/>
        </p:nvSpPr>
        <p:spPr>
          <a:xfrm>
            <a:off x="3017204" y="2934237"/>
            <a:ext cx="4590612" cy="523220"/>
          </a:xfrm>
          <a:prstGeom prst="rect">
            <a:avLst/>
          </a:prstGeom>
          <a:noFill/>
        </p:spPr>
        <p:txBody>
          <a:bodyPr wrap="square" rtlCol="0">
            <a:spAutoFit/>
          </a:bodyPr>
          <a:lstStyle/>
          <a:p>
            <a:r>
              <a:rPr lang="en-US" sz="1400" i="1" dirty="0">
                <a:solidFill>
                  <a:srgbClr val="FF0000"/>
                </a:solidFill>
              </a:rPr>
              <a:t>Collection of transformations on the program to make it run faster or memory optimization </a:t>
            </a:r>
            <a:endParaRPr lang="nl-NL" sz="1400" i="1" dirty="0">
              <a:solidFill>
                <a:srgbClr val="FF0000"/>
              </a:solidFill>
            </a:endParaRPr>
          </a:p>
        </p:txBody>
      </p:sp>
    </p:spTree>
    <p:extLst>
      <p:ext uri="{BB962C8B-B14F-4D97-AF65-F5344CB8AC3E}">
        <p14:creationId xmlns:p14="http://schemas.microsoft.com/office/powerpoint/2010/main" val="2860095100"/>
      </p:ext>
    </p:extLst>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8436" name="Text Box 36"/>
          <p:cNvSpPr txBox="1">
            <a:spLocks noChangeArrowheads="1"/>
          </p:cNvSpPr>
          <p:nvPr/>
        </p:nvSpPr>
        <p:spPr bwMode="auto">
          <a:xfrm>
            <a:off x="0" y="0"/>
            <a:ext cx="9144000" cy="1015663"/>
          </a:xfrm>
          <a:prstGeom prst="rect">
            <a:avLst/>
          </a:prstGeom>
          <a:solidFill>
            <a:schemeClr val="bg1"/>
          </a:solidFill>
          <a:ln>
            <a:noFill/>
          </a:ln>
          <a:effectLst/>
        </p:spPr>
        <p:txBody>
          <a:bodyPr>
            <a:spAutoFit/>
          </a:bodyPr>
          <a:lstStyle>
            <a:lvl1pPr eaLnBrk="0" hangingPunct="0">
              <a:defRPr b="1">
                <a:solidFill>
                  <a:schemeClr val="tx1"/>
                </a:solidFill>
                <a:latin typeface="Arial" charset="0"/>
              </a:defRPr>
            </a:lvl1pPr>
            <a:lvl2pPr marL="742950" indent="-285750" eaLnBrk="0" hangingPunct="0">
              <a:defRPr b="1">
                <a:solidFill>
                  <a:schemeClr val="tx1"/>
                </a:solidFill>
                <a:latin typeface="Arial" charset="0"/>
              </a:defRPr>
            </a:lvl2pPr>
            <a:lvl3pPr marL="1143000" indent="-228600" eaLnBrk="0" hangingPunct="0">
              <a:defRPr b="1">
                <a:solidFill>
                  <a:schemeClr val="tx1"/>
                </a:solidFill>
                <a:latin typeface="Arial" charset="0"/>
              </a:defRPr>
            </a:lvl3pPr>
            <a:lvl4pPr marL="1600200" indent="-228600" eaLnBrk="0" hangingPunct="0">
              <a:defRPr b="1">
                <a:solidFill>
                  <a:schemeClr val="tx1"/>
                </a:solidFill>
                <a:latin typeface="Arial" charset="0"/>
              </a:defRPr>
            </a:lvl4pPr>
            <a:lvl5pPr marL="2057400" indent="-228600" eaLnBrk="0" hangingPunct="0">
              <a:defRPr b="1">
                <a:solidFill>
                  <a:schemeClr val="tx1"/>
                </a:solidFill>
                <a:latin typeface="Arial" charset="0"/>
              </a:defRPr>
            </a:lvl5pPr>
            <a:lvl6pPr marL="2514600" indent="-228600" algn="ctr" eaLnBrk="0" fontAlgn="base" hangingPunct="0">
              <a:spcBef>
                <a:spcPct val="0"/>
              </a:spcBef>
              <a:spcAft>
                <a:spcPct val="0"/>
              </a:spcAft>
              <a:defRPr b="1">
                <a:solidFill>
                  <a:schemeClr val="tx1"/>
                </a:solidFill>
                <a:latin typeface="Arial" charset="0"/>
              </a:defRPr>
            </a:lvl6pPr>
            <a:lvl7pPr marL="2971800" indent="-228600" algn="ctr" eaLnBrk="0" fontAlgn="base" hangingPunct="0">
              <a:spcBef>
                <a:spcPct val="0"/>
              </a:spcBef>
              <a:spcAft>
                <a:spcPct val="0"/>
              </a:spcAft>
              <a:defRPr b="1">
                <a:solidFill>
                  <a:schemeClr val="tx1"/>
                </a:solidFill>
                <a:latin typeface="Arial" charset="0"/>
              </a:defRPr>
            </a:lvl7pPr>
            <a:lvl8pPr marL="3429000" indent="-228600" algn="ctr" eaLnBrk="0" fontAlgn="base" hangingPunct="0">
              <a:spcBef>
                <a:spcPct val="0"/>
              </a:spcBef>
              <a:spcAft>
                <a:spcPct val="0"/>
              </a:spcAft>
              <a:defRPr b="1">
                <a:solidFill>
                  <a:schemeClr val="tx1"/>
                </a:solidFill>
                <a:latin typeface="Arial" charset="0"/>
              </a:defRPr>
            </a:lvl8pPr>
            <a:lvl9pPr marL="3886200" indent="-228600" algn="ctr" eaLnBrk="0" fontAlgn="base" hangingPunct="0">
              <a:spcBef>
                <a:spcPct val="0"/>
              </a:spcBef>
              <a:spcAft>
                <a:spcPct val="0"/>
              </a:spcAft>
              <a:defRPr b="1">
                <a:solidFill>
                  <a:schemeClr val="tx1"/>
                </a:solidFill>
                <a:latin typeface="Arial" charset="0"/>
              </a:defRPr>
            </a:lvl9pPr>
          </a:lstStyle>
          <a:p>
            <a:pPr algn="ctr" eaLnBrk="1" hangingPunct="1">
              <a:spcBef>
                <a:spcPct val="50000"/>
              </a:spcBef>
            </a:pPr>
            <a:endParaRPr lang="en-US" sz="2400" b="0" dirty="0"/>
          </a:p>
          <a:p>
            <a:pPr algn="ctr" eaLnBrk="1" hangingPunct="1">
              <a:spcBef>
                <a:spcPct val="50000"/>
              </a:spcBef>
            </a:pPr>
            <a:r>
              <a:rPr lang="en-US" sz="2400" b="0" dirty="0"/>
              <a:t> Lexical analysis</a:t>
            </a:r>
            <a:endParaRPr lang="nl-NL" sz="2400" b="0" dirty="0"/>
          </a:p>
        </p:txBody>
      </p:sp>
      <p:sp>
        <p:nvSpPr>
          <p:cNvPr id="6" name="Rectangle 5"/>
          <p:cNvSpPr/>
          <p:nvPr/>
        </p:nvSpPr>
        <p:spPr>
          <a:xfrm>
            <a:off x="341436" y="1448736"/>
            <a:ext cx="8281104" cy="830997"/>
          </a:xfrm>
          <a:prstGeom prst="rect">
            <a:avLst/>
          </a:prstGeom>
        </p:spPr>
        <p:txBody>
          <a:bodyPr wrap="square">
            <a:spAutoFit/>
          </a:bodyPr>
          <a:lstStyle/>
          <a:p>
            <a:r>
              <a:rPr lang="en-US" dirty="0">
                <a:solidFill>
                  <a:srgbClr val="FF0000"/>
                </a:solidFill>
              </a:rPr>
              <a:t>Lexical analysis </a:t>
            </a:r>
          </a:p>
          <a:p>
            <a:pPr marL="457200" indent="-457200">
              <a:buFont typeface="+mj-lt"/>
              <a:buAutoNum type="arabicPeriod"/>
            </a:pPr>
            <a:r>
              <a:rPr lang="en-US" dirty="0"/>
              <a:t>Divides program text into “words” also called “lexemes”</a:t>
            </a:r>
            <a:endParaRPr lang="nl-NL" dirty="0"/>
          </a:p>
        </p:txBody>
      </p:sp>
      <p:sp>
        <p:nvSpPr>
          <p:cNvPr id="8" name="Rectangle 7"/>
          <p:cNvSpPr/>
          <p:nvPr/>
        </p:nvSpPr>
        <p:spPr>
          <a:xfrm>
            <a:off x="2501724" y="2734123"/>
            <a:ext cx="2751074" cy="461665"/>
          </a:xfrm>
          <a:prstGeom prst="rect">
            <a:avLst/>
          </a:prstGeom>
        </p:spPr>
        <p:txBody>
          <a:bodyPr wrap="none">
            <a:spAutoFit/>
          </a:bodyPr>
          <a:lstStyle/>
          <a:p>
            <a:r>
              <a:rPr lang="nl-NL" dirty="0" err="1">
                <a:solidFill>
                  <a:srgbClr val="9966FF"/>
                </a:solidFill>
              </a:rPr>
              <a:t>This</a:t>
            </a:r>
            <a:r>
              <a:rPr lang="nl-NL" dirty="0">
                <a:solidFill>
                  <a:srgbClr val="9966FF"/>
                </a:solidFill>
              </a:rPr>
              <a:t> is a </a:t>
            </a:r>
            <a:r>
              <a:rPr lang="nl-NL" dirty="0" err="1">
                <a:solidFill>
                  <a:srgbClr val="9966FF"/>
                </a:solidFill>
              </a:rPr>
              <a:t>sentence</a:t>
            </a:r>
            <a:r>
              <a:rPr lang="nl-NL" dirty="0"/>
              <a:t>.</a:t>
            </a:r>
          </a:p>
        </p:txBody>
      </p:sp>
      <p:sp>
        <p:nvSpPr>
          <p:cNvPr id="4" name="Rectangle 3"/>
          <p:cNvSpPr/>
          <p:nvPr/>
        </p:nvSpPr>
        <p:spPr>
          <a:xfrm>
            <a:off x="2286000" y="2754457"/>
            <a:ext cx="4572000" cy="553998"/>
          </a:xfrm>
          <a:prstGeom prst="rect">
            <a:avLst/>
          </a:prstGeom>
        </p:spPr>
        <p:txBody>
          <a:bodyPr>
            <a:spAutoFit/>
          </a:bodyPr>
          <a:lstStyle/>
          <a:p>
            <a:endParaRPr lang="nl-NL" sz="1200" dirty="0">
              <a:latin typeface="Times New Roman" panose="02020603050405020304" pitchFamily="18" charset="0"/>
            </a:endParaRPr>
          </a:p>
          <a:p>
            <a:endParaRPr lang="nl-NL" sz="900" dirty="0">
              <a:latin typeface="Times New Roman" panose="02020603050405020304" pitchFamily="18" charset="0"/>
            </a:endParaRPr>
          </a:p>
          <a:p>
            <a:endParaRPr lang="nl-NL" sz="900" dirty="0">
              <a:latin typeface="Times New Roman" panose="02020603050405020304" pitchFamily="18" charset="0"/>
            </a:endParaRPr>
          </a:p>
        </p:txBody>
      </p:sp>
      <p:pic>
        <p:nvPicPr>
          <p:cNvPr id="9" name="Picture 8"/>
          <p:cNvPicPr>
            <a:picLocks noChangeAspect="1"/>
          </p:cNvPicPr>
          <p:nvPr/>
        </p:nvPicPr>
        <p:blipFill rotWithShape="1">
          <a:blip r:embed="rId3"/>
          <a:srcRect l="24403" t="50000" r="30630" b="38925"/>
          <a:stretch/>
        </p:blipFill>
        <p:spPr>
          <a:xfrm>
            <a:off x="1646610" y="3789048"/>
            <a:ext cx="5850780" cy="810108"/>
          </a:xfrm>
          <a:prstGeom prst="rect">
            <a:avLst/>
          </a:prstGeom>
        </p:spPr>
      </p:pic>
    </p:spTree>
    <p:extLst>
      <p:ext uri="{BB962C8B-B14F-4D97-AF65-F5344CB8AC3E}">
        <p14:creationId xmlns:p14="http://schemas.microsoft.com/office/powerpoint/2010/main" val="176712880"/>
      </p:ext>
    </p:extLst>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8436" name="Text Box 36"/>
          <p:cNvSpPr txBox="1">
            <a:spLocks noChangeArrowheads="1"/>
          </p:cNvSpPr>
          <p:nvPr/>
        </p:nvSpPr>
        <p:spPr bwMode="auto">
          <a:xfrm>
            <a:off x="0" y="0"/>
            <a:ext cx="9144000" cy="1015663"/>
          </a:xfrm>
          <a:prstGeom prst="rect">
            <a:avLst/>
          </a:prstGeom>
          <a:solidFill>
            <a:schemeClr val="bg1"/>
          </a:solidFill>
          <a:ln>
            <a:noFill/>
          </a:ln>
          <a:effectLst/>
        </p:spPr>
        <p:txBody>
          <a:bodyPr>
            <a:spAutoFit/>
          </a:bodyPr>
          <a:lstStyle>
            <a:lvl1pPr eaLnBrk="0" hangingPunct="0">
              <a:defRPr b="1">
                <a:solidFill>
                  <a:schemeClr val="tx1"/>
                </a:solidFill>
                <a:latin typeface="Arial" charset="0"/>
              </a:defRPr>
            </a:lvl1pPr>
            <a:lvl2pPr marL="742950" indent="-285750" eaLnBrk="0" hangingPunct="0">
              <a:defRPr b="1">
                <a:solidFill>
                  <a:schemeClr val="tx1"/>
                </a:solidFill>
                <a:latin typeface="Arial" charset="0"/>
              </a:defRPr>
            </a:lvl2pPr>
            <a:lvl3pPr marL="1143000" indent="-228600" eaLnBrk="0" hangingPunct="0">
              <a:defRPr b="1">
                <a:solidFill>
                  <a:schemeClr val="tx1"/>
                </a:solidFill>
                <a:latin typeface="Arial" charset="0"/>
              </a:defRPr>
            </a:lvl3pPr>
            <a:lvl4pPr marL="1600200" indent="-228600" eaLnBrk="0" hangingPunct="0">
              <a:defRPr b="1">
                <a:solidFill>
                  <a:schemeClr val="tx1"/>
                </a:solidFill>
                <a:latin typeface="Arial" charset="0"/>
              </a:defRPr>
            </a:lvl4pPr>
            <a:lvl5pPr marL="2057400" indent="-228600" eaLnBrk="0" hangingPunct="0">
              <a:defRPr b="1">
                <a:solidFill>
                  <a:schemeClr val="tx1"/>
                </a:solidFill>
                <a:latin typeface="Arial" charset="0"/>
              </a:defRPr>
            </a:lvl5pPr>
            <a:lvl6pPr marL="2514600" indent="-228600" algn="ctr" eaLnBrk="0" fontAlgn="base" hangingPunct="0">
              <a:spcBef>
                <a:spcPct val="0"/>
              </a:spcBef>
              <a:spcAft>
                <a:spcPct val="0"/>
              </a:spcAft>
              <a:defRPr b="1">
                <a:solidFill>
                  <a:schemeClr val="tx1"/>
                </a:solidFill>
                <a:latin typeface="Arial" charset="0"/>
              </a:defRPr>
            </a:lvl6pPr>
            <a:lvl7pPr marL="2971800" indent="-228600" algn="ctr" eaLnBrk="0" fontAlgn="base" hangingPunct="0">
              <a:spcBef>
                <a:spcPct val="0"/>
              </a:spcBef>
              <a:spcAft>
                <a:spcPct val="0"/>
              </a:spcAft>
              <a:defRPr b="1">
                <a:solidFill>
                  <a:schemeClr val="tx1"/>
                </a:solidFill>
                <a:latin typeface="Arial" charset="0"/>
              </a:defRPr>
            </a:lvl7pPr>
            <a:lvl8pPr marL="3429000" indent="-228600" algn="ctr" eaLnBrk="0" fontAlgn="base" hangingPunct="0">
              <a:spcBef>
                <a:spcPct val="0"/>
              </a:spcBef>
              <a:spcAft>
                <a:spcPct val="0"/>
              </a:spcAft>
              <a:defRPr b="1">
                <a:solidFill>
                  <a:schemeClr val="tx1"/>
                </a:solidFill>
                <a:latin typeface="Arial" charset="0"/>
              </a:defRPr>
            </a:lvl8pPr>
            <a:lvl9pPr marL="3886200" indent="-228600" algn="ctr" eaLnBrk="0" fontAlgn="base" hangingPunct="0">
              <a:spcBef>
                <a:spcPct val="0"/>
              </a:spcBef>
              <a:spcAft>
                <a:spcPct val="0"/>
              </a:spcAft>
              <a:defRPr b="1">
                <a:solidFill>
                  <a:schemeClr val="tx1"/>
                </a:solidFill>
                <a:latin typeface="Arial" charset="0"/>
              </a:defRPr>
            </a:lvl9pPr>
          </a:lstStyle>
          <a:p>
            <a:pPr algn="ctr" eaLnBrk="1" hangingPunct="1">
              <a:spcBef>
                <a:spcPct val="50000"/>
              </a:spcBef>
            </a:pPr>
            <a:endParaRPr lang="en-US" sz="2400" b="0" dirty="0"/>
          </a:p>
          <a:p>
            <a:pPr algn="ctr" eaLnBrk="1" hangingPunct="1">
              <a:spcBef>
                <a:spcPct val="50000"/>
              </a:spcBef>
            </a:pPr>
            <a:r>
              <a:rPr lang="en-US" sz="2400" b="0" dirty="0"/>
              <a:t> </a:t>
            </a:r>
            <a:r>
              <a:rPr lang="en-US" b="0" dirty="0"/>
              <a:t>Lexical analysis </a:t>
            </a:r>
            <a:endParaRPr lang="nl-NL" sz="2400" b="0" dirty="0"/>
          </a:p>
        </p:txBody>
      </p:sp>
      <p:sp>
        <p:nvSpPr>
          <p:cNvPr id="6" name="Rectangle 5"/>
          <p:cNvSpPr/>
          <p:nvPr/>
        </p:nvSpPr>
        <p:spPr>
          <a:xfrm>
            <a:off x="341436" y="1448736"/>
            <a:ext cx="8281104" cy="1569660"/>
          </a:xfrm>
          <a:prstGeom prst="rect">
            <a:avLst/>
          </a:prstGeom>
        </p:spPr>
        <p:txBody>
          <a:bodyPr wrap="square">
            <a:spAutoFit/>
          </a:bodyPr>
          <a:lstStyle/>
          <a:p>
            <a:r>
              <a:rPr lang="en-US" dirty="0">
                <a:solidFill>
                  <a:srgbClr val="FF0000"/>
                </a:solidFill>
              </a:rPr>
              <a:t>Lexical analysis </a:t>
            </a:r>
          </a:p>
          <a:p>
            <a:pPr marL="457200" indent="-457200">
              <a:buFont typeface="+mj-lt"/>
              <a:buAutoNum type="arabicPeriod"/>
            </a:pPr>
            <a:r>
              <a:rPr lang="en-US" dirty="0"/>
              <a:t>Divides program text into “words” also called “lexemes”</a:t>
            </a:r>
          </a:p>
          <a:p>
            <a:pPr marL="457200" indent="-457200">
              <a:buFont typeface="+mj-lt"/>
              <a:buAutoNum type="arabicPeriod"/>
            </a:pPr>
            <a:r>
              <a:rPr lang="en-US" dirty="0"/>
              <a:t>Classifies lexemes in roles called “token classes”</a:t>
            </a:r>
          </a:p>
          <a:p>
            <a:pPr lvl="1"/>
            <a:r>
              <a:rPr lang="en-US" dirty="0"/>
              <a:t>Example of token classes: </a:t>
            </a:r>
            <a:endParaRPr lang="nl-NL" dirty="0"/>
          </a:p>
        </p:txBody>
      </p:sp>
      <p:sp>
        <p:nvSpPr>
          <p:cNvPr id="4" name="Rectangle 3"/>
          <p:cNvSpPr/>
          <p:nvPr/>
        </p:nvSpPr>
        <p:spPr>
          <a:xfrm>
            <a:off x="2286000" y="2754457"/>
            <a:ext cx="4572000" cy="553998"/>
          </a:xfrm>
          <a:prstGeom prst="rect">
            <a:avLst/>
          </a:prstGeom>
        </p:spPr>
        <p:txBody>
          <a:bodyPr>
            <a:spAutoFit/>
          </a:bodyPr>
          <a:lstStyle/>
          <a:p>
            <a:endParaRPr lang="nl-NL" sz="1200" dirty="0">
              <a:latin typeface="Times New Roman" panose="02020603050405020304" pitchFamily="18" charset="0"/>
            </a:endParaRPr>
          </a:p>
          <a:p>
            <a:endParaRPr lang="nl-NL" sz="900" dirty="0">
              <a:latin typeface="Times New Roman" panose="02020603050405020304" pitchFamily="18" charset="0"/>
            </a:endParaRPr>
          </a:p>
          <a:p>
            <a:endParaRPr lang="nl-NL" sz="900" dirty="0">
              <a:latin typeface="Times New Roman" panose="02020603050405020304" pitchFamily="18" charset="0"/>
            </a:endParaRPr>
          </a:p>
        </p:txBody>
      </p:sp>
      <p:sp>
        <p:nvSpPr>
          <p:cNvPr id="7" name="Rectangle 6"/>
          <p:cNvSpPr/>
          <p:nvPr/>
        </p:nvSpPr>
        <p:spPr>
          <a:xfrm>
            <a:off x="251424" y="3476629"/>
            <a:ext cx="8461128" cy="492443"/>
          </a:xfrm>
          <a:prstGeom prst="rect">
            <a:avLst/>
          </a:prstGeom>
        </p:spPr>
        <p:txBody>
          <a:bodyPr wrap="square">
            <a:spAutoFit/>
          </a:bodyPr>
          <a:lstStyle/>
          <a:p>
            <a:pPr algn="ctr"/>
            <a:r>
              <a:rPr lang="nl-NL" sz="2600" dirty="0" err="1">
                <a:solidFill>
                  <a:srgbClr val="9966FF"/>
                </a:solidFill>
              </a:rPr>
              <a:t>This</a:t>
            </a:r>
            <a:r>
              <a:rPr lang="nl-NL" sz="2600" dirty="0">
                <a:solidFill>
                  <a:srgbClr val="9966FF"/>
                </a:solidFill>
              </a:rPr>
              <a:t>        line        is          a          </a:t>
            </a:r>
            <a:r>
              <a:rPr lang="nl-NL" sz="2600" dirty="0" err="1">
                <a:solidFill>
                  <a:srgbClr val="9966FF"/>
                </a:solidFill>
              </a:rPr>
              <a:t>longer</a:t>
            </a:r>
            <a:r>
              <a:rPr lang="nl-NL" sz="2600" dirty="0">
                <a:solidFill>
                  <a:srgbClr val="9966FF"/>
                </a:solidFill>
              </a:rPr>
              <a:t>           </a:t>
            </a:r>
            <a:r>
              <a:rPr lang="nl-NL" sz="2600" dirty="0" err="1">
                <a:solidFill>
                  <a:srgbClr val="9966FF"/>
                </a:solidFill>
              </a:rPr>
              <a:t>sentence</a:t>
            </a:r>
            <a:endParaRPr lang="nl-NL" sz="2600" dirty="0"/>
          </a:p>
        </p:txBody>
      </p:sp>
      <p:sp>
        <p:nvSpPr>
          <p:cNvPr id="10" name="Rectangle 9"/>
          <p:cNvSpPr/>
          <p:nvPr/>
        </p:nvSpPr>
        <p:spPr>
          <a:xfrm>
            <a:off x="251424" y="4106713"/>
            <a:ext cx="8461128" cy="492443"/>
          </a:xfrm>
          <a:prstGeom prst="rect">
            <a:avLst/>
          </a:prstGeom>
        </p:spPr>
        <p:txBody>
          <a:bodyPr wrap="square">
            <a:spAutoFit/>
          </a:bodyPr>
          <a:lstStyle/>
          <a:p>
            <a:pPr algn="ctr"/>
            <a:r>
              <a:rPr lang="nl-NL" sz="2600" dirty="0" err="1">
                <a:solidFill>
                  <a:srgbClr val="FF0000"/>
                </a:solidFill>
              </a:rPr>
              <a:t>Article</a:t>
            </a:r>
            <a:r>
              <a:rPr lang="nl-NL" sz="2600" dirty="0">
                <a:solidFill>
                  <a:srgbClr val="FF0000"/>
                </a:solidFill>
              </a:rPr>
              <a:t>    </a:t>
            </a:r>
            <a:r>
              <a:rPr lang="nl-NL" sz="2600" dirty="0" err="1">
                <a:solidFill>
                  <a:srgbClr val="FF0000"/>
                </a:solidFill>
              </a:rPr>
              <a:t>Noun</a:t>
            </a:r>
            <a:r>
              <a:rPr lang="nl-NL" sz="2600" dirty="0">
                <a:solidFill>
                  <a:srgbClr val="FF0000"/>
                </a:solidFill>
              </a:rPr>
              <a:t>   </a:t>
            </a:r>
            <a:r>
              <a:rPr lang="nl-NL" sz="2600" dirty="0" err="1">
                <a:solidFill>
                  <a:srgbClr val="FF0000"/>
                </a:solidFill>
              </a:rPr>
              <a:t>Verb</a:t>
            </a:r>
            <a:r>
              <a:rPr lang="nl-NL" sz="2600" dirty="0">
                <a:solidFill>
                  <a:srgbClr val="FF0000"/>
                </a:solidFill>
              </a:rPr>
              <a:t>     </a:t>
            </a:r>
            <a:r>
              <a:rPr lang="nl-NL" sz="2600" dirty="0" err="1">
                <a:solidFill>
                  <a:srgbClr val="FF0000"/>
                </a:solidFill>
              </a:rPr>
              <a:t>Article</a:t>
            </a:r>
            <a:r>
              <a:rPr lang="nl-NL" sz="2600" dirty="0">
                <a:solidFill>
                  <a:srgbClr val="FF0000"/>
                </a:solidFill>
              </a:rPr>
              <a:t>      </a:t>
            </a:r>
            <a:r>
              <a:rPr lang="nl-NL" sz="2600" dirty="0" err="1">
                <a:solidFill>
                  <a:srgbClr val="FF0000"/>
                </a:solidFill>
              </a:rPr>
              <a:t>Adjective</a:t>
            </a:r>
            <a:r>
              <a:rPr lang="nl-NL" sz="2600" dirty="0">
                <a:solidFill>
                  <a:srgbClr val="FF0000"/>
                </a:solidFill>
              </a:rPr>
              <a:t>          </a:t>
            </a:r>
            <a:r>
              <a:rPr lang="nl-NL" sz="2600" dirty="0" err="1">
                <a:solidFill>
                  <a:srgbClr val="FF0000"/>
                </a:solidFill>
              </a:rPr>
              <a:t>Noun</a:t>
            </a:r>
            <a:endParaRPr lang="nl-NL" sz="2600" dirty="0">
              <a:solidFill>
                <a:srgbClr val="FF0000"/>
              </a:solidFill>
            </a:endParaRPr>
          </a:p>
        </p:txBody>
      </p:sp>
    </p:spTree>
    <p:extLst>
      <p:ext uri="{BB962C8B-B14F-4D97-AF65-F5344CB8AC3E}">
        <p14:creationId xmlns:p14="http://schemas.microsoft.com/office/powerpoint/2010/main" val="1306616737"/>
      </p:ext>
    </p:extLst>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8436" name="Text Box 36"/>
          <p:cNvSpPr txBox="1">
            <a:spLocks noChangeArrowheads="1"/>
          </p:cNvSpPr>
          <p:nvPr/>
        </p:nvSpPr>
        <p:spPr bwMode="auto">
          <a:xfrm>
            <a:off x="0" y="0"/>
            <a:ext cx="9144000" cy="1015663"/>
          </a:xfrm>
          <a:prstGeom prst="rect">
            <a:avLst/>
          </a:prstGeom>
          <a:solidFill>
            <a:schemeClr val="bg1"/>
          </a:solidFill>
          <a:ln>
            <a:noFill/>
          </a:ln>
          <a:effectLst/>
        </p:spPr>
        <p:txBody>
          <a:bodyPr>
            <a:spAutoFit/>
          </a:bodyPr>
          <a:lstStyle>
            <a:lvl1pPr eaLnBrk="0" hangingPunct="0">
              <a:defRPr b="1">
                <a:solidFill>
                  <a:schemeClr val="tx1"/>
                </a:solidFill>
                <a:latin typeface="Arial" charset="0"/>
              </a:defRPr>
            </a:lvl1pPr>
            <a:lvl2pPr marL="742950" indent="-285750" eaLnBrk="0" hangingPunct="0">
              <a:defRPr b="1">
                <a:solidFill>
                  <a:schemeClr val="tx1"/>
                </a:solidFill>
                <a:latin typeface="Arial" charset="0"/>
              </a:defRPr>
            </a:lvl2pPr>
            <a:lvl3pPr marL="1143000" indent="-228600" eaLnBrk="0" hangingPunct="0">
              <a:defRPr b="1">
                <a:solidFill>
                  <a:schemeClr val="tx1"/>
                </a:solidFill>
                <a:latin typeface="Arial" charset="0"/>
              </a:defRPr>
            </a:lvl3pPr>
            <a:lvl4pPr marL="1600200" indent="-228600" eaLnBrk="0" hangingPunct="0">
              <a:defRPr b="1">
                <a:solidFill>
                  <a:schemeClr val="tx1"/>
                </a:solidFill>
                <a:latin typeface="Arial" charset="0"/>
              </a:defRPr>
            </a:lvl4pPr>
            <a:lvl5pPr marL="2057400" indent="-228600" eaLnBrk="0" hangingPunct="0">
              <a:defRPr b="1">
                <a:solidFill>
                  <a:schemeClr val="tx1"/>
                </a:solidFill>
                <a:latin typeface="Arial" charset="0"/>
              </a:defRPr>
            </a:lvl5pPr>
            <a:lvl6pPr marL="2514600" indent="-228600" algn="ctr" eaLnBrk="0" fontAlgn="base" hangingPunct="0">
              <a:spcBef>
                <a:spcPct val="0"/>
              </a:spcBef>
              <a:spcAft>
                <a:spcPct val="0"/>
              </a:spcAft>
              <a:defRPr b="1">
                <a:solidFill>
                  <a:schemeClr val="tx1"/>
                </a:solidFill>
                <a:latin typeface="Arial" charset="0"/>
              </a:defRPr>
            </a:lvl6pPr>
            <a:lvl7pPr marL="2971800" indent="-228600" algn="ctr" eaLnBrk="0" fontAlgn="base" hangingPunct="0">
              <a:spcBef>
                <a:spcPct val="0"/>
              </a:spcBef>
              <a:spcAft>
                <a:spcPct val="0"/>
              </a:spcAft>
              <a:defRPr b="1">
                <a:solidFill>
                  <a:schemeClr val="tx1"/>
                </a:solidFill>
                <a:latin typeface="Arial" charset="0"/>
              </a:defRPr>
            </a:lvl7pPr>
            <a:lvl8pPr marL="3429000" indent="-228600" algn="ctr" eaLnBrk="0" fontAlgn="base" hangingPunct="0">
              <a:spcBef>
                <a:spcPct val="0"/>
              </a:spcBef>
              <a:spcAft>
                <a:spcPct val="0"/>
              </a:spcAft>
              <a:defRPr b="1">
                <a:solidFill>
                  <a:schemeClr val="tx1"/>
                </a:solidFill>
                <a:latin typeface="Arial" charset="0"/>
              </a:defRPr>
            </a:lvl8pPr>
            <a:lvl9pPr marL="3886200" indent="-228600" algn="ctr" eaLnBrk="0" fontAlgn="base" hangingPunct="0">
              <a:spcBef>
                <a:spcPct val="0"/>
              </a:spcBef>
              <a:spcAft>
                <a:spcPct val="0"/>
              </a:spcAft>
              <a:defRPr b="1">
                <a:solidFill>
                  <a:schemeClr val="tx1"/>
                </a:solidFill>
                <a:latin typeface="Arial" charset="0"/>
              </a:defRPr>
            </a:lvl9pPr>
          </a:lstStyle>
          <a:p>
            <a:pPr algn="ctr" eaLnBrk="1" hangingPunct="1">
              <a:spcBef>
                <a:spcPct val="50000"/>
              </a:spcBef>
            </a:pPr>
            <a:endParaRPr lang="en-US" sz="2400" b="0" dirty="0"/>
          </a:p>
          <a:p>
            <a:pPr algn="ctr" eaLnBrk="1" hangingPunct="1">
              <a:spcBef>
                <a:spcPct val="50000"/>
              </a:spcBef>
            </a:pPr>
            <a:r>
              <a:rPr lang="en-US" sz="2400" b="0" dirty="0"/>
              <a:t> </a:t>
            </a:r>
            <a:r>
              <a:rPr lang="en-US" b="0" dirty="0"/>
              <a:t>Lexical analysis</a:t>
            </a:r>
            <a:endParaRPr lang="nl-NL" sz="2400" b="0" dirty="0"/>
          </a:p>
        </p:txBody>
      </p:sp>
      <p:sp>
        <p:nvSpPr>
          <p:cNvPr id="6" name="Rectangle 5"/>
          <p:cNvSpPr/>
          <p:nvPr/>
        </p:nvSpPr>
        <p:spPr>
          <a:xfrm>
            <a:off x="341436" y="1448736"/>
            <a:ext cx="8281104" cy="1569660"/>
          </a:xfrm>
          <a:prstGeom prst="rect">
            <a:avLst/>
          </a:prstGeom>
        </p:spPr>
        <p:txBody>
          <a:bodyPr wrap="square">
            <a:spAutoFit/>
          </a:bodyPr>
          <a:lstStyle/>
          <a:p>
            <a:r>
              <a:rPr lang="en-US" dirty="0">
                <a:solidFill>
                  <a:srgbClr val="FF0000"/>
                </a:solidFill>
              </a:rPr>
              <a:t>Lexical analysis </a:t>
            </a:r>
          </a:p>
          <a:p>
            <a:pPr marL="457200" indent="-457200">
              <a:buFont typeface="+mj-lt"/>
              <a:buAutoNum type="arabicPeriod"/>
            </a:pPr>
            <a:r>
              <a:rPr lang="en-US" dirty="0"/>
              <a:t>Divides program text into “words” also called “lexemes”</a:t>
            </a:r>
          </a:p>
          <a:p>
            <a:pPr marL="457200" indent="-457200">
              <a:buFont typeface="+mj-lt"/>
              <a:buAutoNum type="arabicPeriod"/>
            </a:pPr>
            <a:r>
              <a:rPr lang="en-US" dirty="0"/>
              <a:t>Classifies lexemes in roles called “token classes”</a:t>
            </a:r>
          </a:p>
          <a:p>
            <a:pPr lvl="1"/>
            <a:r>
              <a:rPr lang="en-US" dirty="0"/>
              <a:t>Example of token classes: </a:t>
            </a:r>
            <a:endParaRPr lang="nl-NL" dirty="0"/>
          </a:p>
        </p:txBody>
      </p:sp>
      <p:sp>
        <p:nvSpPr>
          <p:cNvPr id="4" name="Rectangle 3"/>
          <p:cNvSpPr/>
          <p:nvPr/>
        </p:nvSpPr>
        <p:spPr>
          <a:xfrm>
            <a:off x="2286000" y="2754457"/>
            <a:ext cx="4572000" cy="553998"/>
          </a:xfrm>
          <a:prstGeom prst="rect">
            <a:avLst/>
          </a:prstGeom>
        </p:spPr>
        <p:txBody>
          <a:bodyPr>
            <a:spAutoFit/>
          </a:bodyPr>
          <a:lstStyle/>
          <a:p>
            <a:endParaRPr lang="nl-NL" sz="1200" dirty="0">
              <a:latin typeface="Times New Roman" panose="02020603050405020304" pitchFamily="18" charset="0"/>
            </a:endParaRPr>
          </a:p>
          <a:p>
            <a:endParaRPr lang="nl-NL" sz="900" dirty="0">
              <a:latin typeface="Times New Roman" panose="02020603050405020304" pitchFamily="18" charset="0"/>
            </a:endParaRPr>
          </a:p>
          <a:p>
            <a:endParaRPr lang="nl-NL" sz="900" dirty="0">
              <a:latin typeface="Times New Roman" panose="02020603050405020304" pitchFamily="18" charset="0"/>
            </a:endParaRPr>
          </a:p>
        </p:txBody>
      </p:sp>
      <p:sp>
        <p:nvSpPr>
          <p:cNvPr id="2" name="Rectangle 1"/>
          <p:cNvSpPr/>
          <p:nvPr/>
        </p:nvSpPr>
        <p:spPr>
          <a:xfrm>
            <a:off x="71400" y="3068513"/>
            <a:ext cx="4572000" cy="1446550"/>
          </a:xfrm>
          <a:prstGeom prst="rect">
            <a:avLst/>
          </a:prstGeom>
        </p:spPr>
        <p:txBody>
          <a:bodyPr>
            <a:spAutoFit/>
          </a:bodyPr>
          <a:lstStyle/>
          <a:p>
            <a:r>
              <a:rPr lang="nl-NL" dirty="0" err="1">
                <a:solidFill>
                  <a:srgbClr val="C0504D"/>
                </a:solidFill>
                <a:latin typeface="Century Gothic" panose="020B0502020202020204" pitchFamily="34" charset="0"/>
              </a:rPr>
              <a:t>if</a:t>
            </a:r>
            <a:r>
              <a:rPr lang="nl-NL" dirty="0">
                <a:solidFill>
                  <a:srgbClr val="C0504D"/>
                </a:solidFill>
                <a:latin typeface="Century Gothic" panose="020B0502020202020204" pitchFamily="34" charset="0"/>
              </a:rPr>
              <a:t> (i == j) </a:t>
            </a:r>
          </a:p>
          <a:p>
            <a:r>
              <a:rPr lang="nl-NL" sz="2000" dirty="0">
                <a:solidFill>
                  <a:srgbClr val="C0504D"/>
                </a:solidFill>
                <a:latin typeface="Century Gothic" panose="020B0502020202020204" pitchFamily="34" charset="0"/>
              </a:rPr>
              <a:t>    Z = 0; </a:t>
            </a:r>
          </a:p>
          <a:p>
            <a:r>
              <a:rPr lang="nl-NL" dirty="0" err="1">
                <a:solidFill>
                  <a:srgbClr val="C0504D"/>
                </a:solidFill>
                <a:latin typeface="Century Gothic" panose="020B0502020202020204" pitchFamily="34" charset="0"/>
              </a:rPr>
              <a:t>else</a:t>
            </a:r>
            <a:r>
              <a:rPr lang="nl-NL" dirty="0">
                <a:solidFill>
                  <a:srgbClr val="C0504D"/>
                </a:solidFill>
                <a:latin typeface="Century Gothic" panose="020B0502020202020204" pitchFamily="34" charset="0"/>
              </a:rPr>
              <a:t> </a:t>
            </a:r>
          </a:p>
          <a:p>
            <a:r>
              <a:rPr lang="nl-NL" sz="2000" dirty="0">
                <a:solidFill>
                  <a:srgbClr val="C0504D"/>
                </a:solidFill>
                <a:latin typeface="Century Gothic" panose="020B0502020202020204" pitchFamily="34" charset="0"/>
              </a:rPr>
              <a:t>    Z = 1; </a:t>
            </a:r>
            <a:endParaRPr lang="nl-NL" dirty="0"/>
          </a:p>
        </p:txBody>
      </p:sp>
      <p:sp>
        <p:nvSpPr>
          <p:cNvPr id="3" name="Rectangle 2"/>
          <p:cNvSpPr/>
          <p:nvPr/>
        </p:nvSpPr>
        <p:spPr>
          <a:xfrm>
            <a:off x="-18612" y="4717303"/>
            <a:ext cx="9271236" cy="1200329"/>
          </a:xfrm>
          <a:prstGeom prst="rect">
            <a:avLst/>
          </a:prstGeom>
        </p:spPr>
        <p:txBody>
          <a:bodyPr wrap="square">
            <a:spAutoFit/>
          </a:bodyPr>
          <a:lstStyle/>
          <a:p>
            <a:endParaRPr lang="nl-NL" sz="1600" dirty="0">
              <a:solidFill>
                <a:srgbClr val="000000"/>
              </a:solidFill>
              <a:latin typeface="Century Gothic" panose="020B0502020202020204" pitchFamily="34" charset="0"/>
            </a:endParaRPr>
          </a:p>
          <a:p>
            <a:r>
              <a:rPr lang="pt-BR" sz="3600" dirty="0">
                <a:solidFill>
                  <a:srgbClr val="C0504D"/>
                </a:solidFill>
                <a:latin typeface="Century Gothic" panose="020B0502020202020204" pitchFamily="34" charset="0"/>
              </a:rPr>
              <a:t>\tif (i == j)\n\t\tz = 0;\n\telse\n\t\tz = 1; </a:t>
            </a:r>
          </a:p>
          <a:p>
            <a:r>
              <a:rPr lang="pt-BR" sz="1400" dirty="0">
                <a:solidFill>
                  <a:srgbClr val="C0504D"/>
                </a:solidFill>
                <a:latin typeface="Century Gothic" panose="020B0502020202020204" pitchFamily="34" charset="0"/>
              </a:rPr>
              <a:t>     w</a:t>
            </a:r>
            <a:r>
              <a:rPr lang="pt-BR" sz="2000" dirty="0">
                <a:solidFill>
                  <a:srgbClr val="C0504D"/>
                </a:solidFill>
                <a:latin typeface="Century Gothic" panose="020B0502020202020204" pitchFamily="34" charset="0"/>
              </a:rPr>
              <a:t> </a:t>
            </a:r>
            <a:r>
              <a:rPr lang="pt-BR" sz="1600" dirty="0">
                <a:solidFill>
                  <a:srgbClr val="C0504D"/>
                </a:solidFill>
                <a:latin typeface="Century Gothic" panose="020B0502020202020204" pitchFamily="34" charset="0"/>
              </a:rPr>
              <a:t>k</a:t>
            </a:r>
            <a:r>
              <a:rPr lang="pt-BR" sz="2000" dirty="0">
                <a:solidFill>
                  <a:srgbClr val="C0504D"/>
                </a:solidFill>
                <a:latin typeface="Century Gothic" panose="020B0502020202020204" pitchFamily="34" charset="0"/>
              </a:rPr>
              <a:t> </a:t>
            </a:r>
            <a:r>
              <a:rPr lang="pt-BR" sz="1600" dirty="0">
                <a:solidFill>
                  <a:srgbClr val="C0504D"/>
                </a:solidFill>
                <a:latin typeface="Century Gothic" panose="020B0502020202020204" pitchFamily="34" charset="0"/>
              </a:rPr>
              <a:t>w</a:t>
            </a:r>
            <a:r>
              <a:rPr lang="pt-BR" sz="2000" dirty="0">
                <a:solidFill>
                  <a:srgbClr val="C0504D"/>
                </a:solidFill>
                <a:latin typeface="Century Gothic" panose="020B0502020202020204" pitchFamily="34" charset="0"/>
              </a:rPr>
              <a:t>( </a:t>
            </a:r>
            <a:r>
              <a:rPr lang="pt-BR" sz="1400" dirty="0">
                <a:solidFill>
                  <a:srgbClr val="C0504D"/>
                </a:solidFill>
                <a:latin typeface="Century Gothic" panose="020B0502020202020204" pitchFamily="34" charset="0"/>
              </a:rPr>
              <a:t>I</a:t>
            </a:r>
            <a:r>
              <a:rPr lang="pt-BR" sz="2000" dirty="0">
                <a:solidFill>
                  <a:srgbClr val="C0504D"/>
                </a:solidFill>
                <a:latin typeface="Century Gothic" panose="020B0502020202020204" pitchFamily="34" charset="0"/>
              </a:rPr>
              <a:t> </a:t>
            </a:r>
            <a:r>
              <a:rPr lang="pt-BR" sz="1200" dirty="0">
                <a:solidFill>
                  <a:srgbClr val="C0504D"/>
                </a:solidFill>
                <a:latin typeface="Century Gothic" panose="020B0502020202020204" pitchFamily="34" charset="0"/>
              </a:rPr>
              <a:t>w    o      w i  )     w           w         w          =       n    ;     w         w        k                  w          w       w     i   w =  w  n  ;</a:t>
            </a:r>
            <a:endParaRPr lang="nl-NL" sz="3200" dirty="0"/>
          </a:p>
        </p:txBody>
      </p:sp>
      <p:sp>
        <p:nvSpPr>
          <p:cNvPr id="5" name="TextBox 4"/>
          <p:cNvSpPr txBox="1"/>
          <p:nvPr/>
        </p:nvSpPr>
        <p:spPr>
          <a:xfrm>
            <a:off x="4559547" y="2746392"/>
            <a:ext cx="1812693" cy="1938992"/>
          </a:xfrm>
          <a:prstGeom prst="rect">
            <a:avLst/>
          </a:prstGeom>
          <a:noFill/>
        </p:spPr>
        <p:txBody>
          <a:bodyPr wrap="square" rtlCol="0">
            <a:spAutoFit/>
          </a:bodyPr>
          <a:lstStyle/>
          <a:p>
            <a:r>
              <a:rPr lang="en-US" dirty="0">
                <a:solidFill>
                  <a:srgbClr val="0000CC"/>
                </a:solidFill>
              </a:rPr>
              <a:t>Operator</a:t>
            </a:r>
          </a:p>
          <a:p>
            <a:r>
              <a:rPr lang="en-US" dirty="0">
                <a:solidFill>
                  <a:srgbClr val="0000CC"/>
                </a:solidFill>
              </a:rPr>
              <a:t>Whitespace</a:t>
            </a:r>
          </a:p>
          <a:p>
            <a:r>
              <a:rPr lang="en-US" dirty="0">
                <a:solidFill>
                  <a:srgbClr val="0000CC"/>
                </a:solidFill>
              </a:rPr>
              <a:t>Identifier</a:t>
            </a:r>
          </a:p>
          <a:p>
            <a:r>
              <a:rPr lang="en-US" dirty="0">
                <a:solidFill>
                  <a:srgbClr val="0000CC"/>
                </a:solidFill>
              </a:rPr>
              <a:t>Keyword</a:t>
            </a:r>
          </a:p>
          <a:p>
            <a:r>
              <a:rPr lang="en-US" dirty="0">
                <a:solidFill>
                  <a:srgbClr val="0000CC"/>
                </a:solidFill>
              </a:rPr>
              <a:t>Number</a:t>
            </a:r>
            <a:endParaRPr lang="nl-NL" dirty="0">
              <a:solidFill>
                <a:srgbClr val="0000CC"/>
              </a:solidFill>
            </a:endParaRPr>
          </a:p>
        </p:txBody>
      </p:sp>
      <p:sp>
        <p:nvSpPr>
          <p:cNvPr id="11" name="TextBox 10"/>
          <p:cNvSpPr txBox="1"/>
          <p:nvPr/>
        </p:nvSpPr>
        <p:spPr>
          <a:xfrm>
            <a:off x="7349919" y="2750176"/>
            <a:ext cx="1812693" cy="1569660"/>
          </a:xfrm>
          <a:prstGeom prst="rect">
            <a:avLst/>
          </a:prstGeom>
          <a:noFill/>
        </p:spPr>
        <p:txBody>
          <a:bodyPr wrap="square" rtlCol="0">
            <a:spAutoFit/>
          </a:bodyPr>
          <a:lstStyle/>
          <a:p>
            <a:r>
              <a:rPr lang="en-US" dirty="0">
                <a:solidFill>
                  <a:srgbClr val="0000CC"/>
                </a:solidFill>
              </a:rPr>
              <a:t>(</a:t>
            </a:r>
          </a:p>
          <a:p>
            <a:r>
              <a:rPr lang="en-US" dirty="0">
                <a:solidFill>
                  <a:srgbClr val="0000CC"/>
                </a:solidFill>
              </a:rPr>
              <a:t>)</a:t>
            </a:r>
          </a:p>
          <a:p>
            <a:r>
              <a:rPr lang="en-US" dirty="0">
                <a:solidFill>
                  <a:srgbClr val="0000CC"/>
                </a:solidFill>
              </a:rPr>
              <a:t>;</a:t>
            </a:r>
          </a:p>
          <a:p>
            <a:r>
              <a:rPr lang="en-US" dirty="0">
                <a:solidFill>
                  <a:srgbClr val="0000CC"/>
                </a:solidFill>
              </a:rPr>
              <a:t>=</a:t>
            </a:r>
          </a:p>
        </p:txBody>
      </p:sp>
      <p:sp>
        <p:nvSpPr>
          <p:cNvPr id="12" name="TextBox 11"/>
          <p:cNvSpPr txBox="1"/>
          <p:nvPr/>
        </p:nvSpPr>
        <p:spPr>
          <a:xfrm>
            <a:off x="7955474" y="2348856"/>
            <a:ext cx="1111202" cy="1938992"/>
          </a:xfrm>
          <a:prstGeom prst="rect">
            <a:avLst/>
          </a:prstGeom>
          <a:noFill/>
        </p:spPr>
        <p:txBody>
          <a:bodyPr wrap="none" rtlCol="0">
            <a:spAutoFit/>
          </a:bodyPr>
          <a:lstStyle/>
          <a:p>
            <a:r>
              <a:rPr lang="en-US" sz="2000" dirty="0"/>
              <a:t>Token</a:t>
            </a:r>
          </a:p>
          <a:p>
            <a:r>
              <a:rPr lang="en-US" sz="2000" dirty="0"/>
              <a:t>classes </a:t>
            </a:r>
          </a:p>
          <a:p>
            <a:r>
              <a:rPr lang="en-US" sz="2000" dirty="0"/>
              <a:t>with </a:t>
            </a:r>
          </a:p>
          <a:p>
            <a:r>
              <a:rPr lang="en-US" sz="2000" dirty="0"/>
              <a:t>single </a:t>
            </a:r>
          </a:p>
          <a:p>
            <a:r>
              <a:rPr lang="en-US" sz="2000" dirty="0"/>
              <a:t>string </a:t>
            </a:r>
          </a:p>
          <a:p>
            <a:r>
              <a:rPr lang="en-US" sz="2000" dirty="0"/>
              <a:t>element</a:t>
            </a:r>
            <a:endParaRPr lang="nl-NL" sz="2000" dirty="0"/>
          </a:p>
        </p:txBody>
      </p:sp>
      <p:sp>
        <p:nvSpPr>
          <p:cNvPr id="13" name="Right Brace 12"/>
          <p:cNvSpPr/>
          <p:nvPr/>
        </p:nvSpPr>
        <p:spPr bwMode="auto">
          <a:xfrm>
            <a:off x="7632408" y="2754457"/>
            <a:ext cx="360048" cy="1394639"/>
          </a:xfrm>
          <a:prstGeom prst="rightBrace">
            <a:avLst/>
          </a:prstGeom>
          <a:noFill/>
          <a:ln w="9525" cap="flat" cmpd="sng" algn="ctr">
            <a:solidFill>
              <a:schemeClr val="tx1"/>
            </a:solidFill>
            <a:prstDash val="solid"/>
            <a:round/>
            <a:headEnd type="none" w="med" len="med"/>
            <a:tailEnd type="none" w="med" len="med"/>
          </a:ln>
          <a:effectLst/>
          <a:extLst>
            <a:ext uri="{909E8E84-426E-40DD-AFC4-6F175D3DCCD1}">
              <a14:hiddenFill xmlns:a14="http://schemas.microsoft.com/office/drawing/2010/main">
                <a:solidFill>
                  <a:schemeClr val="accent1"/>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square" lIns="91440" tIns="45720" rIns="91440" bIns="45720" numCol="1" rtlCol="0" anchor="t" anchorCtr="0" compatLnSpc="1">
            <a:prstTxWarp prst="textNoShape">
              <a:avLst/>
            </a:prstTxWarp>
          </a:bodyPr>
          <a:lstStyle/>
          <a:p>
            <a:pPr marL="0" marR="0" indent="0" algn="l" defTabSz="914400" rtl="0" eaLnBrk="1" fontAlgn="base" latinLnBrk="0" hangingPunct="1">
              <a:lnSpc>
                <a:spcPct val="100000"/>
              </a:lnSpc>
              <a:spcBef>
                <a:spcPct val="0"/>
              </a:spcBef>
              <a:spcAft>
                <a:spcPct val="0"/>
              </a:spcAft>
              <a:buClrTx/>
              <a:buSzTx/>
              <a:buFontTx/>
              <a:buNone/>
              <a:tabLst/>
            </a:pPr>
            <a:endParaRPr kumimoji="0" lang="nl-NL" sz="2400" b="0" i="0" u="none" strike="noStrike" cap="none" normalizeH="0" baseline="0">
              <a:ln>
                <a:noFill/>
              </a:ln>
              <a:solidFill>
                <a:schemeClr val="tx1"/>
              </a:solidFill>
              <a:effectLst/>
              <a:latin typeface="Arial" charset="0"/>
            </a:endParaRPr>
          </a:p>
        </p:txBody>
      </p:sp>
      <p:cxnSp>
        <p:nvCxnSpPr>
          <p:cNvPr id="20" name="Straight Connector 19"/>
          <p:cNvCxnSpPr/>
          <p:nvPr/>
        </p:nvCxnSpPr>
        <p:spPr bwMode="auto">
          <a:xfrm>
            <a:off x="521460" y="4959204"/>
            <a:ext cx="0" cy="650651"/>
          </a:xfrm>
          <a:prstGeom prst="line">
            <a:avLst/>
          </a:prstGeom>
          <a:noFill/>
          <a:ln w="9525" cap="flat" cmpd="sng" algn="ctr">
            <a:solidFill>
              <a:srgbClr val="0000CC"/>
            </a:solidFill>
            <a:prstDash val="solid"/>
            <a:round/>
            <a:headEnd type="none" w="med" len="med"/>
            <a:tailEnd type="none" w="med" len="med"/>
          </a:ln>
          <a:effectLst/>
          <a:extLst>
            <a:ext uri="{909E8E84-426E-40DD-AFC4-6F175D3DCCD1}">
              <a14:hiddenFill xmlns:a14="http://schemas.microsoft.com/office/drawing/2010/main">
                <a:solidFill>
                  <a:schemeClr val="accent1"/>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cxnSp>
      <p:cxnSp>
        <p:nvCxnSpPr>
          <p:cNvPr id="22" name="Straight Connector 21"/>
          <p:cNvCxnSpPr/>
          <p:nvPr/>
        </p:nvCxnSpPr>
        <p:spPr bwMode="auto">
          <a:xfrm>
            <a:off x="701484" y="4959204"/>
            <a:ext cx="0" cy="715716"/>
          </a:xfrm>
          <a:prstGeom prst="line">
            <a:avLst/>
          </a:prstGeom>
          <a:noFill/>
          <a:ln w="9525" cap="flat" cmpd="sng" algn="ctr">
            <a:solidFill>
              <a:srgbClr val="0000CC"/>
            </a:solidFill>
            <a:prstDash val="solid"/>
            <a:round/>
            <a:headEnd type="none" w="med" len="med"/>
            <a:tailEnd type="none" w="med" len="med"/>
          </a:ln>
          <a:effectLst/>
          <a:extLst>
            <a:ext uri="{909E8E84-426E-40DD-AFC4-6F175D3DCCD1}">
              <a14:hiddenFill xmlns:a14="http://schemas.microsoft.com/office/drawing/2010/main">
                <a:solidFill>
                  <a:schemeClr val="accent1"/>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cxnSp>
      <p:cxnSp>
        <p:nvCxnSpPr>
          <p:cNvPr id="23" name="Straight Connector 22"/>
          <p:cNvCxnSpPr/>
          <p:nvPr/>
        </p:nvCxnSpPr>
        <p:spPr bwMode="auto">
          <a:xfrm>
            <a:off x="881508" y="4963584"/>
            <a:ext cx="0" cy="715716"/>
          </a:xfrm>
          <a:prstGeom prst="line">
            <a:avLst/>
          </a:prstGeom>
          <a:noFill/>
          <a:ln w="9525" cap="flat" cmpd="sng" algn="ctr">
            <a:solidFill>
              <a:srgbClr val="0000CC"/>
            </a:solidFill>
            <a:prstDash val="solid"/>
            <a:round/>
            <a:headEnd type="none" w="med" len="med"/>
            <a:tailEnd type="none" w="med" len="med"/>
          </a:ln>
          <a:effectLst/>
          <a:extLst>
            <a:ext uri="{909E8E84-426E-40DD-AFC4-6F175D3DCCD1}">
              <a14:hiddenFill xmlns:a14="http://schemas.microsoft.com/office/drawing/2010/main">
                <a:solidFill>
                  <a:schemeClr val="accent1"/>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cxnSp>
      <p:cxnSp>
        <p:nvCxnSpPr>
          <p:cNvPr id="24" name="Straight Connector 23"/>
          <p:cNvCxnSpPr/>
          <p:nvPr/>
        </p:nvCxnSpPr>
        <p:spPr bwMode="auto">
          <a:xfrm>
            <a:off x="1025307" y="4959204"/>
            <a:ext cx="0" cy="715716"/>
          </a:xfrm>
          <a:prstGeom prst="line">
            <a:avLst/>
          </a:prstGeom>
          <a:noFill/>
          <a:ln w="9525" cap="flat" cmpd="sng" algn="ctr">
            <a:solidFill>
              <a:srgbClr val="0000CC"/>
            </a:solidFill>
            <a:prstDash val="solid"/>
            <a:round/>
            <a:headEnd type="none" w="med" len="med"/>
            <a:tailEnd type="none" w="med" len="med"/>
          </a:ln>
          <a:effectLst/>
          <a:extLst>
            <a:ext uri="{909E8E84-426E-40DD-AFC4-6F175D3DCCD1}">
              <a14:hiddenFill xmlns:a14="http://schemas.microsoft.com/office/drawing/2010/main">
                <a:solidFill>
                  <a:schemeClr val="accent1"/>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cxnSp>
      <p:cxnSp>
        <p:nvCxnSpPr>
          <p:cNvPr id="25" name="Straight Connector 24"/>
          <p:cNvCxnSpPr/>
          <p:nvPr/>
        </p:nvCxnSpPr>
        <p:spPr bwMode="auto">
          <a:xfrm>
            <a:off x="1123920" y="4986101"/>
            <a:ext cx="0" cy="715716"/>
          </a:xfrm>
          <a:prstGeom prst="line">
            <a:avLst/>
          </a:prstGeom>
          <a:noFill/>
          <a:ln w="9525" cap="flat" cmpd="sng" algn="ctr">
            <a:solidFill>
              <a:srgbClr val="0000CC"/>
            </a:solidFill>
            <a:prstDash val="solid"/>
            <a:round/>
            <a:headEnd type="none" w="med" len="med"/>
            <a:tailEnd type="none" w="med" len="med"/>
          </a:ln>
          <a:effectLst/>
          <a:extLst>
            <a:ext uri="{909E8E84-426E-40DD-AFC4-6F175D3DCCD1}">
              <a14:hiddenFill xmlns:a14="http://schemas.microsoft.com/office/drawing/2010/main">
                <a:solidFill>
                  <a:schemeClr val="accent1"/>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cxnSp>
      <p:cxnSp>
        <p:nvCxnSpPr>
          <p:cNvPr id="26" name="Straight Connector 25"/>
          <p:cNvCxnSpPr/>
          <p:nvPr/>
        </p:nvCxnSpPr>
        <p:spPr bwMode="auto">
          <a:xfrm>
            <a:off x="1276320" y="4995069"/>
            <a:ext cx="0" cy="715716"/>
          </a:xfrm>
          <a:prstGeom prst="line">
            <a:avLst/>
          </a:prstGeom>
          <a:noFill/>
          <a:ln w="9525" cap="flat" cmpd="sng" algn="ctr">
            <a:solidFill>
              <a:srgbClr val="0000CC"/>
            </a:solidFill>
            <a:prstDash val="solid"/>
            <a:round/>
            <a:headEnd type="none" w="med" len="med"/>
            <a:tailEnd type="none" w="med" len="med"/>
          </a:ln>
          <a:effectLst/>
          <a:extLst>
            <a:ext uri="{909E8E84-426E-40DD-AFC4-6F175D3DCCD1}">
              <a14:hiddenFill xmlns:a14="http://schemas.microsoft.com/office/drawing/2010/main">
                <a:solidFill>
                  <a:schemeClr val="accent1"/>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cxnSp>
      <p:cxnSp>
        <p:nvCxnSpPr>
          <p:cNvPr id="27" name="Straight Connector 26"/>
          <p:cNvCxnSpPr/>
          <p:nvPr/>
        </p:nvCxnSpPr>
        <p:spPr bwMode="auto">
          <a:xfrm>
            <a:off x="1781628" y="4959204"/>
            <a:ext cx="0" cy="715716"/>
          </a:xfrm>
          <a:prstGeom prst="line">
            <a:avLst/>
          </a:prstGeom>
          <a:noFill/>
          <a:ln w="9525" cap="flat" cmpd="sng" algn="ctr">
            <a:solidFill>
              <a:srgbClr val="0000CC"/>
            </a:solidFill>
            <a:prstDash val="solid"/>
            <a:round/>
            <a:headEnd type="none" w="med" len="med"/>
            <a:tailEnd type="none" w="med" len="med"/>
          </a:ln>
          <a:effectLst/>
          <a:extLst>
            <a:ext uri="{909E8E84-426E-40DD-AFC4-6F175D3DCCD1}">
              <a14:hiddenFill xmlns:a14="http://schemas.microsoft.com/office/drawing/2010/main">
                <a:solidFill>
                  <a:schemeClr val="accent1"/>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cxnSp>
      <p:cxnSp>
        <p:nvCxnSpPr>
          <p:cNvPr id="28" name="Straight Connector 27"/>
          <p:cNvCxnSpPr/>
          <p:nvPr/>
        </p:nvCxnSpPr>
        <p:spPr bwMode="auto">
          <a:xfrm>
            <a:off x="1916099" y="4959204"/>
            <a:ext cx="0" cy="715716"/>
          </a:xfrm>
          <a:prstGeom prst="line">
            <a:avLst/>
          </a:prstGeom>
          <a:noFill/>
          <a:ln w="9525" cap="flat" cmpd="sng" algn="ctr">
            <a:solidFill>
              <a:srgbClr val="0000CC"/>
            </a:solidFill>
            <a:prstDash val="solid"/>
            <a:round/>
            <a:headEnd type="none" w="med" len="med"/>
            <a:tailEnd type="none" w="med" len="med"/>
          </a:ln>
          <a:effectLst/>
          <a:extLst>
            <a:ext uri="{909E8E84-426E-40DD-AFC4-6F175D3DCCD1}">
              <a14:hiddenFill xmlns:a14="http://schemas.microsoft.com/office/drawing/2010/main">
                <a:solidFill>
                  <a:schemeClr val="accent1"/>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cxnSp>
      <p:cxnSp>
        <p:nvCxnSpPr>
          <p:cNvPr id="29" name="Straight Connector 28"/>
          <p:cNvCxnSpPr/>
          <p:nvPr/>
        </p:nvCxnSpPr>
        <p:spPr bwMode="auto">
          <a:xfrm>
            <a:off x="2069960" y="5004030"/>
            <a:ext cx="0" cy="715716"/>
          </a:xfrm>
          <a:prstGeom prst="line">
            <a:avLst/>
          </a:prstGeom>
          <a:noFill/>
          <a:ln w="9525" cap="flat" cmpd="sng" algn="ctr">
            <a:solidFill>
              <a:srgbClr val="0000CC"/>
            </a:solidFill>
            <a:prstDash val="solid"/>
            <a:round/>
            <a:headEnd type="none" w="med" len="med"/>
            <a:tailEnd type="none" w="med" len="med"/>
          </a:ln>
          <a:effectLst/>
          <a:extLst>
            <a:ext uri="{909E8E84-426E-40DD-AFC4-6F175D3DCCD1}">
              <a14:hiddenFill xmlns:a14="http://schemas.microsoft.com/office/drawing/2010/main">
                <a:solidFill>
                  <a:schemeClr val="accent1"/>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cxnSp>
      <p:cxnSp>
        <p:nvCxnSpPr>
          <p:cNvPr id="30" name="Straight Connector 29"/>
          <p:cNvCxnSpPr/>
          <p:nvPr/>
        </p:nvCxnSpPr>
        <p:spPr bwMode="auto">
          <a:xfrm>
            <a:off x="2177534" y="4995429"/>
            <a:ext cx="0" cy="715716"/>
          </a:xfrm>
          <a:prstGeom prst="line">
            <a:avLst/>
          </a:prstGeom>
          <a:noFill/>
          <a:ln w="9525" cap="flat" cmpd="sng" algn="ctr">
            <a:solidFill>
              <a:srgbClr val="0000CC"/>
            </a:solidFill>
            <a:prstDash val="solid"/>
            <a:round/>
            <a:headEnd type="none" w="med" len="med"/>
            <a:tailEnd type="none" w="med" len="med"/>
          </a:ln>
          <a:effectLst/>
          <a:extLst>
            <a:ext uri="{909E8E84-426E-40DD-AFC4-6F175D3DCCD1}">
              <a14:hiddenFill xmlns:a14="http://schemas.microsoft.com/office/drawing/2010/main">
                <a:solidFill>
                  <a:schemeClr val="accent1"/>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cxnSp>
      <p:cxnSp>
        <p:nvCxnSpPr>
          <p:cNvPr id="32" name="Straight Connector 31"/>
          <p:cNvCxnSpPr/>
          <p:nvPr/>
        </p:nvCxnSpPr>
        <p:spPr bwMode="auto">
          <a:xfrm>
            <a:off x="2771760" y="5049216"/>
            <a:ext cx="0" cy="715716"/>
          </a:xfrm>
          <a:prstGeom prst="line">
            <a:avLst/>
          </a:prstGeom>
          <a:noFill/>
          <a:ln w="9525" cap="flat" cmpd="sng" algn="ctr">
            <a:solidFill>
              <a:srgbClr val="0000CC"/>
            </a:solidFill>
            <a:prstDash val="solid"/>
            <a:round/>
            <a:headEnd type="none" w="med" len="med"/>
            <a:tailEnd type="none" w="med" len="med"/>
          </a:ln>
          <a:effectLst/>
          <a:extLst>
            <a:ext uri="{909E8E84-426E-40DD-AFC4-6F175D3DCCD1}">
              <a14:hiddenFill xmlns:a14="http://schemas.microsoft.com/office/drawing/2010/main">
                <a:solidFill>
                  <a:schemeClr val="accent1"/>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cxnSp>
      <p:cxnSp>
        <p:nvCxnSpPr>
          <p:cNvPr id="33" name="Straight Connector 32"/>
          <p:cNvCxnSpPr/>
          <p:nvPr/>
        </p:nvCxnSpPr>
        <p:spPr bwMode="auto">
          <a:xfrm>
            <a:off x="3851904" y="5049216"/>
            <a:ext cx="0" cy="715716"/>
          </a:xfrm>
          <a:prstGeom prst="line">
            <a:avLst/>
          </a:prstGeom>
          <a:noFill/>
          <a:ln w="9525" cap="flat" cmpd="sng" algn="ctr">
            <a:solidFill>
              <a:srgbClr val="0000CC"/>
            </a:solidFill>
            <a:prstDash val="solid"/>
            <a:round/>
            <a:headEnd type="none" w="med" len="med"/>
            <a:tailEnd type="none" w="med" len="med"/>
          </a:ln>
          <a:effectLst/>
          <a:extLst>
            <a:ext uri="{909E8E84-426E-40DD-AFC4-6F175D3DCCD1}">
              <a14:hiddenFill xmlns:a14="http://schemas.microsoft.com/office/drawing/2010/main">
                <a:solidFill>
                  <a:schemeClr val="accent1"/>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cxnSp>
      <p:cxnSp>
        <p:nvCxnSpPr>
          <p:cNvPr id="34" name="Straight Connector 33"/>
          <p:cNvCxnSpPr/>
          <p:nvPr/>
        </p:nvCxnSpPr>
        <p:spPr bwMode="auto">
          <a:xfrm>
            <a:off x="3221820" y="5049216"/>
            <a:ext cx="0" cy="715716"/>
          </a:xfrm>
          <a:prstGeom prst="line">
            <a:avLst/>
          </a:prstGeom>
          <a:noFill/>
          <a:ln w="9525" cap="flat" cmpd="sng" algn="ctr">
            <a:solidFill>
              <a:srgbClr val="0000CC"/>
            </a:solidFill>
            <a:prstDash val="solid"/>
            <a:round/>
            <a:headEnd type="none" w="med" len="med"/>
            <a:tailEnd type="none" w="med" len="med"/>
          </a:ln>
          <a:effectLst/>
          <a:extLst>
            <a:ext uri="{909E8E84-426E-40DD-AFC4-6F175D3DCCD1}">
              <a14:hiddenFill xmlns:a14="http://schemas.microsoft.com/office/drawing/2010/main">
                <a:solidFill>
                  <a:schemeClr val="accent1"/>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cxnSp>
      <p:cxnSp>
        <p:nvCxnSpPr>
          <p:cNvPr id="35" name="Straight Connector 34"/>
          <p:cNvCxnSpPr/>
          <p:nvPr/>
        </p:nvCxnSpPr>
        <p:spPr bwMode="auto">
          <a:xfrm>
            <a:off x="4301964" y="5049216"/>
            <a:ext cx="0" cy="715716"/>
          </a:xfrm>
          <a:prstGeom prst="line">
            <a:avLst/>
          </a:prstGeom>
          <a:noFill/>
          <a:ln w="9525" cap="flat" cmpd="sng" algn="ctr">
            <a:solidFill>
              <a:srgbClr val="0000CC"/>
            </a:solidFill>
            <a:prstDash val="solid"/>
            <a:round/>
            <a:headEnd type="none" w="med" len="med"/>
            <a:tailEnd type="none" w="med" len="med"/>
          </a:ln>
          <a:effectLst/>
          <a:extLst>
            <a:ext uri="{909E8E84-426E-40DD-AFC4-6F175D3DCCD1}">
              <a14:hiddenFill xmlns:a14="http://schemas.microsoft.com/office/drawing/2010/main">
                <a:solidFill>
                  <a:schemeClr val="accent1"/>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cxnSp>
      <p:cxnSp>
        <p:nvCxnSpPr>
          <p:cNvPr id="36" name="Straight Connector 35"/>
          <p:cNvCxnSpPr/>
          <p:nvPr/>
        </p:nvCxnSpPr>
        <p:spPr bwMode="auto">
          <a:xfrm>
            <a:off x="4593266" y="5049216"/>
            <a:ext cx="0" cy="715716"/>
          </a:xfrm>
          <a:prstGeom prst="line">
            <a:avLst/>
          </a:prstGeom>
          <a:noFill/>
          <a:ln w="9525" cap="flat" cmpd="sng" algn="ctr">
            <a:solidFill>
              <a:srgbClr val="0000CC"/>
            </a:solidFill>
            <a:prstDash val="solid"/>
            <a:round/>
            <a:headEnd type="none" w="med" len="med"/>
            <a:tailEnd type="none" w="med" len="med"/>
          </a:ln>
          <a:effectLst/>
          <a:extLst>
            <a:ext uri="{909E8E84-426E-40DD-AFC4-6F175D3DCCD1}">
              <a14:hiddenFill xmlns:a14="http://schemas.microsoft.com/office/drawing/2010/main">
                <a:solidFill>
                  <a:schemeClr val="accent1"/>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cxnSp>
      <p:cxnSp>
        <p:nvCxnSpPr>
          <p:cNvPr id="37" name="Straight Connector 36"/>
          <p:cNvCxnSpPr/>
          <p:nvPr/>
        </p:nvCxnSpPr>
        <p:spPr bwMode="auto">
          <a:xfrm>
            <a:off x="4745666" y="5049216"/>
            <a:ext cx="0" cy="715716"/>
          </a:xfrm>
          <a:prstGeom prst="line">
            <a:avLst/>
          </a:prstGeom>
          <a:noFill/>
          <a:ln w="9525" cap="flat" cmpd="sng" algn="ctr">
            <a:solidFill>
              <a:srgbClr val="0000CC"/>
            </a:solidFill>
            <a:prstDash val="solid"/>
            <a:round/>
            <a:headEnd type="none" w="med" len="med"/>
            <a:tailEnd type="none" w="med" len="med"/>
          </a:ln>
          <a:effectLst/>
          <a:extLst>
            <a:ext uri="{909E8E84-426E-40DD-AFC4-6F175D3DCCD1}">
              <a14:hiddenFill xmlns:a14="http://schemas.microsoft.com/office/drawing/2010/main">
                <a:solidFill>
                  <a:schemeClr val="accent1"/>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cxnSp>
      <p:cxnSp>
        <p:nvCxnSpPr>
          <p:cNvPr id="38" name="Straight Connector 37"/>
          <p:cNvCxnSpPr/>
          <p:nvPr/>
        </p:nvCxnSpPr>
        <p:spPr bwMode="auto">
          <a:xfrm>
            <a:off x="5292096" y="4959204"/>
            <a:ext cx="0" cy="715716"/>
          </a:xfrm>
          <a:prstGeom prst="line">
            <a:avLst/>
          </a:prstGeom>
          <a:noFill/>
          <a:ln w="9525" cap="flat" cmpd="sng" algn="ctr">
            <a:solidFill>
              <a:srgbClr val="0000CC"/>
            </a:solidFill>
            <a:prstDash val="solid"/>
            <a:round/>
            <a:headEnd type="none" w="med" len="med"/>
            <a:tailEnd type="none" w="med" len="med"/>
          </a:ln>
          <a:effectLst/>
          <a:extLst>
            <a:ext uri="{909E8E84-426E-40DD-AFC4-6F175D3DCCD1}">
              <a14:hiddenFill xmlns:a14="http://schemas.microsoft.com/office/drawing/2010/main">
                <a:solidFill>
                  <a:schemeClr val="accent1"/>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cxnSp>
      <p:cxnSp>
        <p:nvCxnSpPr>
          <p:cNvPr id="39" name="Straight Connector 38"/>
          <p:cNvCxnSpPr/>
          <p:nvPr/>
        </p:nvCxnSpPr>
        <p:spPr bwMode="auto">
          <a:xfrm>
            <a:off x="5710257" y="5037173"/>
            <a:ext cx="0" cy="715716"/>
          </a:xfrm>
          <a:prstGeom prst="line">
            <a:avLst/>
          </a:prstGeom>
          <a:noFill/>
          <a:ln w="9525" cap="flat" cmpd="sng" algn="ctr">
            <a:solidFill>
              <a:srgbClr val="0000CC"/>
            </a:solidFill>
            <a:prstDash val="solid"/>
            <a:round/>
            <a:headEnd type="none" w="med" len="med"/>
            <a:tailEnd type="none" w="med" len="med"/>
          </a:ln>
          <a:effectLst/>
          <a:extLst>
            <a:ext uri="{909E8E84-426E-40DD-AFC4-6F175D3DCCD1}">
              <a14:hiddenFill xmlns:a14="http://schemas.microsoft.com/office/drawing/2010/main">
                <a:solidFill>
                  <a:schemeClr val="accent1"/>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cxnSp>
      <p:cxnSp>
        <p:nvCxnSpPr>
          <p:cNvPr id="40" name="Straight Connector 39"/>
          <p:cNvCxnSpPr/>
          <p:nvPr/>
        </p:nvCxnSpPr>
        <p:spPr bwMode="auto">
          <a:xfrm>
            <a:off x="6552264" y="5049216"/>
            <a:ext cx="0" cy="715716"/>
          </a:xfrm>
          <a:prstGeom prst="line">
            <a:avLst/>
          </a:prstGeom>
          <a:noFill/>
          <a:ln w="9525" cap="flat" cmpd="sng" algn="ctr">
            <a:solidFill>
              <a:srgbClr val="0000CC"/>
            </a:solidFill>
            <a:prstDash val="solid"/>
            <a:round/>
            <a:headEnd type="none" w="med" len="med"/>
            <a:tailEnd type="none" w="med" len="med"/>
          </a:ln>
          <a:effectLst/>
          <a:extLst>
            <a:ext uri="{909E8E84-426E-40DD-AFC4-6F175D3DCCD1}">
              <a14:hiddenFill xmlns:a14="http://schemas.microsoft.com/office/drawing/2010/main">
                <a:solidFill>
                  <a:schemeClr val="accent1"/>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cxnSp>
      <p:cxnSp>
        <p:nvCxnSpPr>
          <p:cNvPr id="41" name="Straight Connector 40"/>
          <p:cNvCxnSpPr/>
          <p:nvPr/>
        </p:nvCxnSpPr>
        <p:spPr bwMode="auto">
          <a:xfrm>
            <a:off x="7150449" y="5017317"/>
            <a:ext cx="0" cy="715716"/>
          </a:xfrm>
          <a:prstGeom prst="line">
            <a:avLst/>
          </a:prstGeom>
          <a:noFill/>
          <a:ln w="9525" cap="flat" cmpd="sng" algn="ctr">
            <a:solidFill>
              <a:srgbClr val="0000CC"/>
            </a:solidFill>
            <a:prstDash val="solid"/>
            <a:round/>
            <a:headEnd type="none" w="med" len="med"/>
            <a:tailEnd type="none" w="med" len="med"/>
          </a:ln>
          <a:effectLst/>
          <a:extLst>
            <a:ext uri="{909E8E84-426E-40DD-AFC4-6F175D3DCCD1}">
              <a14:hiddenFill xmlns:a14="http://schemas.microsoft.com/office/drawing/2010/main">
                <a:solidFill>
                  <a:schemeClr val="accent1"/>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cxnSp>
      <p:cxnSp>
        <p:nvCxnSpPr>
          <p:cNvPr id="42" name="Straight Connector 41"/>
          <p:cNvCxnSpPr/>
          <p:nvPr/>
        </p:nvCxnSpPr>
        <p:spPr bwMode="auto">
          <a:xfrm>
            <a:off x="7579243" y="4959204"/>
            <a:ext cx="0" cy="715716"/>
          </a:xfrm>
          <a:prstGeom prst="line">
            <a:avLst/>
          </a:prstGeom>
          <a:noFill/>
          <a:ln w="9525" cap="flat" cmpd="sng" algn="ctr">
            <a:solidFill>
              <a:srgbClr val="0000CC"/>
            </a:solidFill>
            <a:prstDash val="solid"/>
            <a:round/>
            <a:headEnd type="none" w="med" len="med"/>
            <a:tailEnd type="none" w="med" len="med"/>
          </a:ln>
          <a:effectLst/>
          <a:extLst>
            <a:ext uri="{909E8E84-426E-40DD-AFC4-6F175D3DCCD1}">
              <a14:hiddenFill xmlns:a14="http://schemas.microsoft.com/office/drawing/2010/main">
                <a:solidFill>
                  <a:schemeClr val="accent1"/>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cxnSp>
      <p:cxnSp>
        <p:nvCxnSpPr>
          <p:cNvPr id="43" name="Straight Connector 42"/>
          <p:cNvCxnSpPr/>
          <p:nvPr/>
        </p:nvCxnSpPr>
        <p:spPr bwMode="auto">
          <a:xfrm>
            <a:off x="7992456" y="4959204"/>
            <a:ext cx="0" cy="715716"/>
          </a:xfrm>
          <a:prstGeom prst="line">
            <a:avLst/>
          </a:prstGeom>
          <a:noFill/>
          <a:ln w="9525" cap="flat" cmpd="sng" algn="ctr">
            <a:solidFill>
              <a:srgbClr val="0000CC"/>
            </a:solidFill>
            <a:prstDash val="solid"/>
            <a:round/>
            <a:headEnd type="none" w="med" len="med"/>
            <a:tailEnd type="none" w="med" len="med"/>
          </a:ln>
          <a:effectLst/>
          <a:extLst>
            <a:ext uri="{909E8E84-426E-40DD-AFC4-6F175D3DCCD1}">
              <a14:hiddenFill xmlns:a14="http://schemas.microsoft.com/office/drawing/2010/main">
                <a:solidFill>
                  <a:schemeClr val="accent1"/>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cxnSp>
      <p:cxnSp>
        <p:nvCxnSpPr>
          <p:cNvPr id="44" name="Straight Connector 43"/>
          <p:cNvCxnSpPr/>
          <p:nvPr/>
        </p:nvCxnSpPr>
        <p:spPr bwMode="auto">
          <a:xfrm>
            <a:off x="8193746" y="5037173"/>
            <a:ext cx="0" cy="715716"/>
          </a:xfrm>
          <a:prstGeom prst="line">
            <a:avLst/>
          </a:prstGeom>
          <a:noFill/>
          <a:ln w="9525" cap="flat" cmpd="sng" algn="ctr">
            <a:solidFill>
              <a:srgbClr val="0000CC"/>
            </a:solidFill>
            <a:prstDash val="solid"/>
            <a:round/>
            <a:headEnd type="none" w="med" len="med"/>
            <a:tailEnd type="none" w="med" len="med"/>
          </a:ln>
          <a:effectLst/>
          <a:extLst>
            <a:ext uri="{909E8E84-426E-40DD-AFC4-6F175D3DCCD1}">
              <a14:hiddenFill xmlns:a14="http://schemas.microsoft.com/office/drawing/2010/main">
                <a:solidFill>
                  <a:schemeClr val="accent1"/>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cxnSp>
      <p:cxnSp>
        <p:nvCxnSpPr>
          <p:cNvPr id="45" name="Straight Connector 44"/>
          <p:cNvCxnSpPr/>
          <p:nvPr/>
        </p:nvCxnSpPr>
        <p:spPr bwMode="auto">
          <a:xfrm>
            <a:off x="8352504" y="5040711"/>
            <a:ext cx="0" cy="715716"/>
          </a:xfrm>
          <a:prstGeom prst="line">
            <a:avLst/>
          </a:prstGeom>
          <a:noFill/>
          <a:ln w="9525" cap="flat" cmpd="sng" algn="ctr">
            <a:solidFill>
              <a:srgbClr val="0000CC"/>
            </a:solidFill>
            <a:prstDash val="solid"/>
            <a:round/>
            <a:headEnd type="none" w="med" len="med"/>
            <a:tailEnd type="none" w="med" len="med"/>
          </a:ln>
          <a:effectLst/>
          <a:extLst>
            <a:ext uri="{909E8E84-426E-40DD-AFC4-6F175D3DCCD1}">
              <a14:hiddenFill xmlns:a14="http://schemas.microsoft.com/office/drawing/2010/main">
                <a:solidFill>
                  <a:schemeClr val="accent1"/>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cxnSp>
      <p:cxnSp>
        <p:nvCxnSpPr>
          <p:cNvPr id="46" name="Straight Connector 45"/>
          <p:cNvCxnSpPr/>
          <p:nvPr/>
        </p:nvCxnSpPr>
        <p:spPr bwMode="auto">
          <a:xfrm>
            <a:off x="8547436" y="5064797"/>
            <a:ext cx="0" cy="715716"/>
          </a:xfrm>
          <a:prstGeom prst="line">
            <a:avLst/>
          </a:prstGeom>
          <a:noFill/>
          <a:ln w="9525" cap="flat" cmpd="sng" algn="ctr">
            <a:solidFill>
              <a:srgbClr val="0000CC"/>
            </a:solidFill>
            <a:prstDash val="solid"/>
            <a:round/>
            <a:headEnd type="none" w="med" len="med"/>
            <a:tailEnd type="none" w="med" len="med"/>
          </a:ln>
          <a:effectLst/>
          <a:extLst>
            <a:ext uri="{909E8E84-426E-40DD-AFC4-6F175D3DCCD1}">
              <a14:hiddenFill xmlns:a14="http://schemas.microsoft.com/office/drawing/2010/main">
                <a:solidFill>
                  <a:schemeClr val="accent1"/>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cxnSp>
      <p:cxnSp>
        <p:nvCxnSpPr>
          <p:cNvPr id="47" name="Straight Connector 46"/>
          <p:cNvCxnSpPr/>
          <p:nvPr/>
        </p:nvCxnSpPr>
        <p:spPr bwMode="auto">
          <a:xfrm>
            <a:off x="8770665" y="5057702"/>
            <a:ext cx="0" cy="715716"/>
          </a:xfrm>
          <a:prstGeom prst="line">
            <a:avLst/>
          </a:prstGeom>
          <a:noFill/>
          <a:ln w="9525" cap="flat" cmpd="sng" algn="ctr">
            <a:solidFill>
              <a:srgbClr val="0000CC"/>
            </a:solidFill>
            <a:prstDash val="solid"/>
            <a:round/>
            <a:headEnd type="none" w="med" len="med"/>
            <a:tailEnd type="none" w="med" len="med"/>
          </a:ln>
          <a:effectLst/>
          <a:extLst>
            <a:ext uri="{909E8E84-426E-40DD-AFC4-6F175D3DCCD1}">
              <a14:hiddenFill xmlns:a14="http://schemas.microsoft.com/office/drawing/2010/main">
                <a:solidFill>
                  <a:schemeClr val="accent1"/>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cxnSp>
      <p:cxnSp>
        <p:nvCxnSpPr>
          <p:cNvPr id="48" name="Straight Connector 47"/>
          <p:cNvCxnSpPr/>
          <p:nvPr/>
        </p:nvCxnSpPr>
        <p:spPr bwMode="auto">
          <a:xfrm>
            <a:off x="8912432" y="5093139"/>
            <a:ext cx="0" cy="715716"/>
          </a:xfrm>
          <a:prstGeom prst="line">
            <a:avLst/>
          </a:prstGeom>
          <a:noFill/>
          <a:ln w="9525" cap="flat" cmpd="sng" algn="ctr">
            <a:solidFill>
              <a:srgbClr val="0000CC"/>
            </a:solidFill>
            <a:prstDash val="solid"/>
            <a:round/>
            <a:headEnd type="none" w="med" len="med"/>
            <a:tailEnd type="none" w="med" len="med"/>
          </a:ln>
          <a:effectLst/>
          <a:extLst>
            <a:ext uri="{909E8E84-426E-40DD-AFC4-6F175D3DCCD1}">
              <a14:hiddenFill xmlns:a14="http://schemas.microsoft.com/office/drawing/2010/main">
                <a:solidFill>
                  <a:schemeClr val="accent1"/>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cxnSp>
    </p:spTree>
    <p:extLst>
      <p:ext uri="{BB962C8B-B14F-4D97-AF65-F5344CB8AC3E}">
        <p14:creationId xmlns:p14="http://schemas.microsoft.com/office/powerpoint/2010/main" val="1207798171"/>
      </p:ext>
    </p:extLst>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8436" name="Text Box 36"/>
          <p:cNvSpPr txBox="1">
            <a:spLocks noChangeArrowheads="1"/>
          </p:cNvSpPr>
          <p:nvPr/>
        </p:nvSpPr>
        <p:spPr bwMode="auto">
          <a:xfrm>
            <a:off x="0" y="0"/>
            <a:ext cx="9144000" cy="1015663"/>
          </a:xfrm>
          <a:prstGeom prst="rect">
            <a:avLst/>
          </a:prstGeom>
          <a:solidFill>
            <a:schemeClr val="bg1"/>
          </a:solidFill>
          <a:ln>
            <a:noFill/>
          </a:ln>
          <a:effectLst/>
        </p:spPr>
        <p:txBody>
          <a:bodyPr>
            <a:spAutoFit/>
          </a:bodyPr>
          <a:lstStyle>
            <a:lvl1pPr eaLnBrk="0" hangingPunct="0">
              <a:defRPr b="1">
                <a:solidFill>
                  <a:schemeClr val="tx1"/>
                </a:solidFill>
                <a:latin typeface="Arial" charset="0"/>
              </a:defRPr>
            </a:lvl1pPr>
            <a:lvl2pPr marL="742950" indent="-285750" eaLnBrk="0" hangingPunct="0">
              <a:defRPr b="1">
                <a:solidFill>
                  <a:schemeClr val="tx1"/>
                </a:solidFill>
                <a:latin typeface="Arial" charset="0"/>
              </a:defRPr>
            </a:lvl2pPr>
            <a:lvl3pPr marL="1143000" indent="-228600" eaLnBrk="0" hangingPunct="0">
              <a:defRPr b="1">
                <a:solidFill>
                  <a:schemeClr val="tx1"/>
                </a:solidFill>
                <a:latin typeface="Arial" charset="0"/>
              </a:defRPr>
            </a:lvl3pPr>
            <a:lvl4pPr marL="1600200" indent="-228600" eaLnBrk="0" hangingPunct="0">
              <a:defRPr b="1">
                <a:solidFill>
                  <a:schemeClr val="tx1"/>
                </a:solidFill>
                <a:latin typeface="Arial" charset="0"/>
              </a:defRPr>
            </a:lvl4pPr>
            <a:lvl5pPr marL="2057400" indent="-228600" eaLnBrk="0" hangingPunct="0">
              <a:defRPr b="1">
                <a:solidFill>
                  <a:schemeClr val="tx1"/>
                </a:solidFill>
                <a:latin typeface="Arial" charset="0"/>
              </a:defRPr>
            </a:lvl5pPr>
            <a:lvl6pPr marL="2514600" indent="-228600" algn="ctr" eaLnBrk="0" fontAlgn="base" hangingPunct="0">
              <a:spcBef>
                <a:spcPct val="0"/>
              </a:spcBef>
              <a:spcAft>
                <a:spcPct val="0"/>
              </a:spcAft>
              <a:defRPr b="1">
                <a:solidFill>
                  <a:schemeClr val="tx1"/>
                </a:solidFill>
                <a:latin typeface="Arial" charset="0"/>
              </a:defRPr>
            </a:lvl6pPr>
            <a:lvl7pPr marL="2971800" indent="-228600" algn="ctr" eaLnBrk="0" fontAlgn="base" hangingPunct="0">
              <a:spcBef>
                <a:spcPct val="0"/>
              </a:spcBef>
              <a:spcAft>
                <a:spcPct val="0"/>
              </a:spcAft>
              <a:defRPr b="1">
                <a:solidFill>
                  <a:schemeClr val="tx1"/>
                </a:solidFill>
                <a:latin typeface="Arial" charset="0"/>
              </a:defRPr>
            </a:lvl7pPr>
            <a:lvl8pPr marL="3429000" indent="-228600" algn="ctr" eaLnBrk="0" fontAlgn="base" hangingPunct="0">
              <a:spcBef>
                <a:spcPct val="0"/>
              </a:spcBef>
              <a:spcAft>
                <a:spcPct val="0"/>
              </a:spcAft>
              <a:defRPr b="1">
                <a:solidFill>
                  <a:schemeClr val="tx1"/>
                </a:solidFill>
                <a:latin typeface="Arial" charset="0"/>
              </a:defRPr>
            </a:lvl8pPr>
            <a:lvl9pPr marL="3886200" indent="-228600" algn="ctr" eaLnBrk="0" fontAlgn="base" hangingPunct="0">
              <a:spcBef>
                <a:spcPct val="0"/>
              </a:spcBef>
              <a:spcAft>
                <a:spcPct val="0"/>
              </a:spcAft>
              <a:defRPr b="1">
                <a:solidFill>
                  <a:schemeClr val="tx1"/>
                </a:solidFill>
                <a:latin typeface="Arial" charset="0"/>
              </a:defRPr>
            </a:lvl9pPr>
          </a:lstStyle>
          <a:p>
            <a:pPr algn="ctr" eaLnBrk="1" hangingPunct="1">
              <a:spcBef>
                <a:spcPct val="50000"/>
              </a:spcBef>
            </a:pPr>
            <a:endParaRPr lang="en-US" sz="2400" b="0" dirty="0"/>
          </a:p>
          <a:p>
            <a:pPr algn="ctr" eaLnBrk="1" hangingPunct="1">
              <a:spcBef>
                <a:spcPct val="50000"/>
              </a:spcBef>
            </a:pPr>
            <a:r>
              <a:rPr lang="en-US" sz="2400" b="0" dirty="0"/>
              <a:t>Lexical specification</a:t>
            </a:r>
            <a:endParaRPr lang="nl-NL" sz="2400" b="0" dirty="0"/>
          </a:p>
        </p:txBody>
      </p:sp>
      <p:sp>
        <p:nvSpPr>
          <p:cNvPr id="4" name="Rectangle 3"/>
          <p:cNvSpPr/>
          <p:nvPr/>
        </p:nvSpPr>
        <p:spPr>
          <a:xfrm>
            <a:off x="251424" y="1268712"/>
            <a:ext cx="8461128" cy="461665"/>
          </a:xfrm>
          <a:prstGeom prst="rect">
            <a:avLst/>
          </a:prstGeom>
        </p:spPr>
        <p:txBody>
          <a:bodyPr wrap="square">
            <a:spAutoFit/>
          </a:bodyPr>
          <a:lstStyle/>
          <a:p>
            <a:pPr marL="342900" indent="-342900">
              <a:buFont typeface="Arial" panose="020B0604020202020204" pitchFamily="34" charset="0"/>
              <a:buChar char="•"/>
            </a:pPr>
            <a:endParaRPr lang="nl-NL" dirty="0"/>
          </a:p>
        </p:txBody>
      </p:sp>
      <p:sp>
        <p:nvSpPr>
          <p:cNvPr id="5" name="Rectangle 4"/>
          <p:cNvSpPr/>
          <p:nvPr/>
        </p:nvSpPr>
        <p:spPr>
          <a:xfrm>
            <a:off x="251424" y="1268712"/>
            <a:ext cx="8461128" cy="4154984"/>
          </a:xfrm>
          <a:prstGeom prst="rect">
            <a:avLst/>
          </a:prstGeom>
        </p:spPr>
        <p:txBody>
          <a:bodyPr wrap="square">
            <a:spAutoFit/>
          </a:bodyPr>
          <a:lstStyle/>
          <a:p>
            <a:r>
              <a:rPr lang="en-US" dirty="0">
                <a:solidFill>
                  <a:srgbClr val="FF0000"/>
                </a:solidFill>
              </a:rPr>
              <a:t>Lexical specification of programming languages</a:t>
            </a:r>
            <a:r>
              <a:rPr lang="en-US" dirty="0"/>
              <a:t> </a:t>
            </a:r>
          </a:p>
          <a:p>
            <a:r>
              <a:rPr lang="en-US" dirty="0"/>
              <a:t>Using regular expressions to describe different constructs of a programming language</a:t>
            </a:r>
          </a:p>
          <a:p>
            <a:r>
              <a:rPr lang="en-US" dirty="0"/>
              <a:t>Example:</a:t>
            </a:r>
          </a:p>
          <a:p>
            <a:endParaRPr lang="en-US" dirty="0"/>
          </a:p>
          <a:p>
            <a:r>
              <a:rPr lang="en-US" dirty="0">
                <a:solidFill>
                  <a:srgbClr val="00B0F0"/>
                </a:solidFill>
              </a:rPr>
              <a:t>Integers:</a:t>
            </a:r>
            <a:r>
              <a:rPr lang="en-US" dirty="0"/>
              <a:t> a non-empty string of digits</a:t>
            </a:r>
          </a:p>
          <a:p>
            <a:endParaRPr lang="en-US" dirty="0"/>
          </a:p>
          <a:p>
            <a:r>
              <a:rPr lang="en-US" i="1" dirty="0"/>
              <a:t>digit</a:t>
            </a:r>
            <a:r>
              <a:rPr lang="en-US" dirty="0"/>
              <a:t> = </a:t>
            </a:r>
            <a:r>
              <a:rPr lang="en-US" dirty="0">
                <a:solidFill>
                  <a:srgbClr val="00B0F0"/>
                </a:solidFill>
              </a:rPr>
              <a:t>‘0’ + ’1’ + ’2’ + ’3’ + ’4’ + ’5’ + ’6’ + ’7’ + ’8’ + ’9’</a:t>
            </a:r>
          </a:p>
          <a:p>
            <a:endParaRPr lang="en-US" dirty="0"/>
          </a:p>
          <a:p>
            <a:r>
              <a:rPr lang="en-US" i="1" dirty="0"/>
              <a:t>digits</a:t>
            </a:r>
            <a:r>
              <a:rPr lang="en-US" dirty="0"/>
              <a:t> = </a:t>
            </a:r>
            <a:r>
              <a:rPr lang="en-US" dirty="0">
                <a:solidFill>
                  <a:srgbClr val="00B0F0"/>
                </a:solidFill>
              </a:rPr>
              <a:t>digit digit*</a:t>
            </a:r>
          </a:p>
          <a:p>
            <a:endParaRPr lang="en-US" dirty="0"/>
          </a:p>
        </p:txBody>
      </p:sp>
      <p:cxnSp>
        <p:nvCxnSpPr>
          <p:cNvPr id="3" name="Straight Arrow Connector 2"/>
          <p:cNvCxnSpPr/>
          <p:nvPr/>
        </p:nvCxnSpPr>
        <p:spPr bwMode="auto">
          <a:xfrm>
            <a:off x="2231688" y="4959204"/>
            <a:ext cx="810108" cy="720096"/>
          </a:xfrm>
          <a:prstGeom prst="straightConnector1">
            <a:avLst/>
          </a:prstGeom>
          <a:noFill/>
          <a:ln w="9525" cap="flat" cmpd="sng" algn="ctr">
            <a:solidFill>
              <a:schemeClr val="tx1"/>
            </a:solidFill>
            <a:prstDash val="solid"/>
            <a:round/>
            <a:headEnd type="none" w="med" len="med"/>
            <a:tailEnd type="triangle"/>
          </a:ln>
          <a:effectLst/>
          <a:extLst>
            <a:ext uri="{909E8E84-426E-40DD-AFC4-6F175D3DCCD1}">
              <a14:hiddenFill xmlns:a14="http://schemas.microsoft.com/office/drawing/2010/main">
                <a:solidFill>
                  <a:schemeClr val="accent1"/>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cxnSp>
      <p:sp>
        <p:nvSpPr>
          <p:cNvPr id="6" name="TextBox 5"/>
          <p:cNvSpPr txBox="1"/>
          <p:nvPr/>
        </p:nvSpPr>
        <p:spPr>
          <a:xfrm>
            <a:off x="1241556" y="5757707"/>
            <a:ext cx="7835799" cy="461665"/>
          </a:xfrm>
          <a:prstGeom prst="rect">
            <a:avLst/>
          </a:prstGeom>
          <a:noFill/>
        </p:spPr>
        <p:txBody>
          <a:bodyPr wrap="none" rtlCol="0">
            <a:spAutoFit/>
          </a:bodyPr>
          <a:lstStyle/>
          <a:p>
            <a:r>
              <a:rPr lang="en-US" dirty="0"/>
              <a:t>the regular expression for Integer numbers (token class)</a:t>
            </a:r>
            <a:endParaRPr lang="nl-NL" dirty="0"/>
          </a:p>
        </p:txBody>
      </p:sp>
    </p:spTree>
    <p:extLst>
      <p:ext uri="{BB962C8B-B14F-4D97-AF65-F5344CB8AC3E}">
        <p14:creationId xmlns:p14="http://schemas.microsoft.com/office/powerpoint/2010/main" val="1230972904"/>
      </p:ext>
    </p:extLst>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8436" name="Text Box 36"/>
          <p:cNvSpPr txBox="1">
            <a:spLocks noChangeArrowheads="1"/>
          </p:cNvSpPr>
          <p:nvPr/>
        </p:nvSpPr>
        <p:spPr bwMode="auto">
          <a:xfrm>
            <a:off x="0" y="0"/>
            <a:ext cx="9144000" cy="1015663"/>
          </a:xfrm>
          <a:prstGeom prst="rect">
            <a:avLst/>
          </a:prstGeom>
          <a:solidFill>
            <a:schemeClr val="bg1"/>
          </a:solidFill>
          <a:ln>
            <a:noFill/>
          </a:ln>
          <a:effectLst/>
        </p:spPr>
        <p:txBody>
          <a:bodyPr>
            <a:spAutoFit/>
          </a:bodyPr>
          <a:lstStyle>
            <a:lvl1pPr eaLnBrk="0" hangingPunct="0">
              <a:defRPr b="1">
                <a:solidFill>
                  <a:schemeClr val="tx1"/>
                </a:solidFill>
                <a:latin typeface="Arial" charset="0"/>
              </a:defRPr>
            </a:lvl1pPr>
            <a:lvl2pPr marL="742950" indent="-285750" eaLnBrk="0" hangingPunct="0">
              <a:defRPr b="1">
                <a:solidFill>
                  <a:schemeClr val="tx1"/>
                </a:solidFill>
                <a:latin typeface="Arial" charset="0"/>
              </a:defRPr>
            </a:lvl2pPr>
            <a:lvl3pPr marL="1143000" indent="-228600" eaLnBrk="0" hangingPunct="0">
              <a:defRPr b="1">
                <a:solidFill>
                  <a:schemeClr val="tx1"/>
                </a:solidFill>
                <a:latin typeface="Arial" charset="0"/>
              </a:defRPr>
            </a:lvl3pPr>
            <a:lvl4pPr marL="1600200" indent="-228600" eaLnBrk="0" hangingPunct="0">
              <a:defRPr b="1">
                <a:solidFill>
                  <a:schemeClr val="tx1"/>
                </a:solidFill>
                <a:latin typeface="Arial" charset="0"/>
              </a:defRPr>
            </a:lvl4pPr>
            <a:lvl5pPr marL="2057400" indent="-228600" eaLnBrk="0" hangingPunct="0">
              <a:defRPr b="1">
                <a:solidFill>
                  <a:schemeClr val="tx1"/>
                </a:solidFill>
                <a:latin typeface="Arial" charset="0"/>
              </a:defRPr>
            </a:lvl5pPr>
            <a:lvl6pPr marL="2514600" indent="-228600" algn="ctr" eaLnBrk="0" fontAlgn="base" hangingPunct="0">
              <a:spcBef>
                <a:spcPct val="0"/>
              </a:spcBef>
              <a:spcAft>
                <a:spcPct val="0"/>
              </a:spcAft>
              <a:defRPr b="1">
                <a:solidFill>
                  <a:schemeClr val="tx1"/>
                </a:solidFill>
                <a:latin typeface="Arial" charset="0"/>
              </a:defRPr>
            </a:lvl6pPr>
            <a:lvl7pPr marL="2971800" indent="-228600" algn="ctr" eaLnBrk="0" fontAlgn="base" hangingPunct="0">
              <a:spcBef>
                <a:spcPct val="0"/>
              </a:spcBef>
              <a:spcAft>
                <a:spcPct val="0"/>
              </a:spcAft>
              <a:defRPr b="1">
                <a:solidFill>
                  <a:schemeClr val="tx1"/>
                </a:solidFill>
                <a:latin typeface="Arial" charset="0"/>
              </a:defRPr>
            </a:lvl7pPr>
            <a:lvl8pPr marL="3429000" indent="-228600" algn="ctr" eaLnBrk="0" fontAlgn="base" hangingPunct="0">
              <a:spcBef>
                <a:spcPct val="0"/>
              </a:spcBef>
              <a:spcAft>
                <a:spcPct val="0"/>
              </a:spcAft>
              <a:defRPr b="1">
                <a:solidFill>
                  <a:schemeClr val="tx1"/>
                </a:solidFill>
                <a:latin typeface="Arial" charset="0"/>
              </a:defRPr>
            </a:lvl8pPr>
            <a:lvl9pPr marL="3886200" indent="-228600" algn="ctr" eaLnBrk="0" fontAlgn="base" hangingPunct="0">
              <a:spcBef>
                <a:spcPct val="0"/>
              </a:spcBef>
              <a:spcAft>
                <a:spcPct val="0"/>
              </a:spcAft>
              <a:defRPr b="1">
                <a:solidFill>
                  <a:schemeClr val="tx1"/>
                </a:solidFill>
                <a:latin typeface="Arial" charset="0"/>
              </a:defRPr>
            </a:lvl9pPr>
          </a:lstStyle>
          <a:p>
            <a:pPr algn="ctr" eaLnBrk="1" hangingPunct="1">
              <a:spcBef>
                <a:spcPct val="50000"/>
              </a:spcBef>
            </a:pPr>
            <a:endParaRPr lang="en-US" sz="2400" b="0" dirty="0"/>
          </a:p>
          <a:p>
            <a:pPr algn="ctr" eaLnBrk="1" hangingPunct="1">
              <a:spcBef>
                <a:spcPct val="50000"/>
              </a:spcBef>
            </a:pPr>
            <a:r>
              <a:rPr lang="en-US" sz="2400" b="0" dirty="0"/>
              <a:t>Lexical specification</a:t>
            </a:r>
            <a:endParaRPr lang="nl-NL" sz="2400" b="0" dirty="0"/>
          </a:p>
        </p:txBody>
      </p:sp>
      <p:sp>
        <p:nvSpPr>
          <p:cNvPr id="4" name="Rectangle 3"/>
          <p:cNvSpPr/>
          <p:nvPr/>
        </p:nvSpPr>
        <p:spPr>
          <a:xfrm>
            <a:off x="251424" y="1268712"/>
            <a:ext cx="8461128" cy="461665"/>
          </a:xfrm>
          <a:prstGeom prst="rect">
            <a:avLst/>
          </a:prstGeom>
        </p:spPr>
        <p:txBody>
          <a:bodyPr wrap="square">
            <a:spAutoFit/>
          </a:bodyPr>
          <a:lstStyle/>
          <a:p>
            <a:pPr marL="342900" indent="-342900">
              <a:buFont typeface="Arial" panose="020B0604020202020204" pitchFamily="34" charset="0"/>
              <a:buChar char="•"/>
            </a:pPr>
            <a:endParaRPr lang="nl-NL" dirty="0"/>
          </a:p>
        </p:txBody>
      </p:sp>
      <p:sp>
        <p:nvSpPr>
          <p:cNvPr id="5" name="Rectangle 4"/>
          <p:cNvSpPr/>
          <p:nvPr/>
        </p:nvSpPr>
        <p:spPr>
          <a:xfrm>
            <a:off x="251424" y="1268712"/>
            <a:ext cx="8461128" cy="4154984"/>
          </a:xfrm>
          <a:prstGeom prst="rect">
            <a:avLst/>
          </a:prstGeom>
        </p:spPr>
        <p:txBody>
          <a:bodyPr wrap="square">
            <a:spAutoFit/>
          </a:bodyPr>
          <a:lstStyle/>
          <a:p>
            <a:r>
              <a:rPr lang="en-US" dirty="0">
                <a:solidFill>
                  <a:srgbClr val="FF0000"/>
                </a:solidFill>
              </a:rPr>
              <a:t>Lexical specification of programming languages</a:t>
            </a:r>
            <a:r>
              <a:rPr lang="en-US" dirty="0"/>
              <a:t> </a:t>
            </a:r>
          </a:p>
          <a:p>
            <a:r>
              <a:rPr lang="en-US" dirty="0"/>
              <a:t>Using regular expressions to describe different constructs of a programming language</a:t>
            </a:r>
          </a:p>
          <a:p>
            <a:r>
              <a:rPr lang="en-US" dirty="0"/>
              <a:t>Example:</a:t>
            </a:r>
          </a:p>
          <a:p>
            <a:endParaRPr lang="en-US" dirty="0"/>
          </a:p>
          <a:p>
            <a:r>
              <a:rPr lang="en-US" dirty="0">
                <a:solidFill>
                  <a:srgbClr val="00B0F0"/>
                </a:solidFill>
              </a:rPr>
              <a:t>Identifiers:</a:t>
            </a:r>
            <a:r>
              <a:rPr lang="en-US" dirty="0"/>
              <a:t> string of letters and digits, starting with a letter</a:t>
            </a:r>
          </a:p>
          <a:p>
            <a:endParaRPr lang="en-US" dirty="0"/>
          </a:p>
          <a:p>
            <a:r>
              <a:rPr lang="en-US" i="1" dirty="0"/>
              <a:t>letter</a:t>
            </a:r>
            <a:r>
              <a:rPr lang="en-US" dirty="0"/>
              <a:t> = </a:t>
            </a:r>
            <a:r>
              <a:rPr lang="en-US" dirty="0">
                <a:solidFill>
                  <a:srgbClr val="00B0F0"/>
                </a:solidFill>
              </a:rPr>
              <a:t>‘a’ + ’b’ + …+ ’Z’</a:t>
            </a:r>
          </a:p>
          <a:p>
            <a:r>
              <a:rPr lang="en-US" i="1" dirty="0"/>
              <a:t>digit</a:t>
            </a:r>
            <a:r>
              <a:rPr lang="en-US" dirty="0"/>
              <a:t> = </a:t>
            </a:r>
            <a:r>
              <a:rPr lang="en-US" dirty="0">
                <a:solidFill>
                  <a:srgbClr val="00B0F0"/>
                </a:solidFill>
              </a:rPr>
              <a:t>‘0’ + ’1’ + ’2’ + ’3’ + ’4’ + ’5’ + ’6’ + ’7’ + ’8’ + ’9’</a:t>
            </a:r>
          </a:p>
          <a:p>
            <a:r>
              <a:rPr lang="en-US" dirty="0"/>
              <a:t>identifiers = </a:t>
            </a:r>
            <a:r>
              <a:rPr lang="en-US" dirty="0">
                <a:solidFill>
                  <a:srgbClr val="00B0F0"/>
                </a:solidFill>
              </a:rPr>
              <a:t>letter (letter + digit)*</a:t>
            </a:r>
          </a:p>
          <a:p>
            <a:endParaRPr lang="en-US" dirty="0"/>
          </a:p>
        </p:txBody>
      </p:sp>
      <p:cxnSp>
        <p:nvCxnSpPr>
          <p:cNvPr id="3" name="Straight Arrow Connector 2"/>
          <p:cNvCxnSpPr/>
          <p:nvPr/>
        </p:nvCxnSpPr>
        <p:spPr bwMode="auto">
          <a:xfrm>
            <a:off x="2231688" y="4959204"/>
            <a:ext cx="810108" cy="720096"/>
          </a:xfrm>
          <a:prstGeom prst="straightConnector1">
            <a:avLst/>
          </a:prstGeom>
          <a:noFill/>
          <a:ln w="9525" cap="flat" cmpd="sng" algn="ctr">
            <a:solidFill>
              <a:schemeClr val="tx1"/>
            </a:solidFill>
            <a:prstDash val="solid"/>
            <a:round/>
            <a:headEnd type="none" w="med" len="med"/>
            <a:tailEnd type="triangle"/>
          </a:ln>
          <a:effectLst/>
          <a:extLst>
            <a:ext uri="{909E8E84-426E-40DD-AFC4-6F175D3DCCD1}">
              <a14:hiddenFill xmlns:a14="http://schemas.microsoft.com/office/drawing/2010/main">
                <a:solidFill>
                  <a:schemeClr val="accent1"/>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cxnSp>
      <p:sp>
        <p:nvSpPr>
          <p:cNvPr id="6" name="TextBox 5"/>
          <p:cNvSpPr txBox="1"/>
          <p:nvPr/>
        </p:nvSpPr>
        <p:spPr>
          <a:xfrm>
            <a:off x="1781628" y="5757707"/>
            <a:ext cx="6928500" cy="461665"/>
          </a:xfrm>
          <a:prstGeom prst="rect">
            <a:avLst/>
          </a:prstGeom>
          <a:noFill/>
        </p:spPr>
        <p:txBody>
          <a:bodyPr wrap="none" rtlCol="0">
            <a:spAutoFit/>
          </a:bodyPr>
          <a:lstStyle/>
          <a:p>
            <a:r>
              <a:rPr lang="en-US" dirty="0"/>
              <a:t>the regular expression for Identifiers (token class)</a:t>
            </a:r>
            <a:endParaRPr lang="nl-NL" dirty="0"/>
          </a:p>
        </p:txBody>
      </p:sp>
    </p:spTree>
    <p:extLst>
      <p:ext uri="{BB962C8B-B14F-4D97-AF65-F5344CB8AC3E}">
        <p14:creationId xmlns:p14="http://schemas.microsoft.com/office/powerpoint/2010/main" val="67794999"/>
      </p:ext>
    </p:extLst>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8436" name="Text Box 36"/>
          <p:cNvSpPr txBox="1">
            <a:spLocks noChangeArrowheads="1"/>
          </p:cNvSpPr>
          <p:nvPr/>
        </p:nvSpPr>
        <p:spPr bwMode="auto">
          <a:xfrm>
            <a:off x="0" y="0"/>
            <a:ext cx="9144000" cy="1015663"/>
          </a:xfrm>
          <a:prstGeom prst="rect">
            <a:avLst/>
          </a:prstGeom>
          <a:solidFill>
            <a:schemeClr val="bg1"/>
          </a:solidFill>
          <a:ln>
            <a:noFill/>
          </a:ln>
          <a:effectLst/>
        </p:spPr>
        <p:txBody>
          <a:bodyPr>
            <a:spAutoFit/>
          </a:bodyPr>
          <a:lstStyle>
            <a:lvl1pPr eaLnBrk="0" hangingPunct="0">
              <a:defRPr b="1">
                <a:solidFill>
                  <a:schemeClr val="tx1"/>
                </a:solidFill>
                <a:latin typeface="Arial" charset="0"/>
              </a:defRPr>
            </a:lvl1pPr>
            <a:lvl2pPr marL="742950" indent="-285750" eaLnBrk="0" hangingPunct="0">
              <a:defRPr b="1">
                <a:solidFill>
                  <a:schemeClr val="tx1"/>
                </a:solidFill>
                <a:latin typeface="Arial" charset="0"/>
              </a:defRPr>
            </a:lvl2pPr>
            <a:lvl3pPr marL="1143000" indent="-228600" eaLnBrk="0" hangingPunct="0">
              <a:defRPr b="1">
                <a:solidFill>
                  <a:schemeClr val="tx1"/>
                </a:solidFill>
                <a:latin typeface="Arial" charset="0"/>
              </a:defRPr>
            </a:lvl3pPr>
            <a:lvl4pPr marL="1600200" indent="-228600" eaLnBrk="0" hangingPunct="0">
              <a:defRPr b="1">
                <a:solidFill>
                  <a:schemeClr val="tx1"/>
                </a:solidFill>
                <a:latin typeface="Arial" charset="0"/>
              </a:defRPr>
            </a:lvl4pPr>
            <a:lvl5pPr marL="2057400" indent="-228600" eaLnBrk="0" hangingPunct="0">
              <a:defRPr b="1">
                <a:solidFill>
                  <a:schemeClr val="tx1"/>
                </a:solidFill>
                <a:latin typeface="Arial" charset="0"/>
              </a:defRPr>
            </a:lvl5pPr>
            <a:lvl6pPr marL="2514600" indent="-228600" algn="ctr" eaLnBrk="0" fontAlgn="base" hangingPunct="0">
              <a:spcBef>
                <a:spcPct val="0"/>
              </a:spcBef>
              <a:spcAft>
                <a:spcPct val="0"/>
              </a:spcAft>
              <a:defRPr b="1">
                <a:solidFill>
                  <a:schemeClr val="tx1"/>
                </a:solidFill>
                <a:latin typeface="Arial" charset="0"/>
              </a:defRPr>
            </a:lvl6pPr>
            <a:lvl7pPr marL="2971800" indent="-228600" algn="ctr" eaLnBrk="0" fontAlgn="base" hangingPunct="0">
              <a:spcBef>
                <a:spcPct val="0"/>
              </a:spcBef>
              <a:spcAft>
                <a:spcPct val="0"/>
              </a:spcAft>
              <a:defRPr b="1">
                <a:solidFill>
                  <a:schemeClr val="tx1"/>
                </a:solidFill>
                <a:latin typeface="Arial" charset="0"/>
              </a:defRPr>
            </a:lvl7pPr>
            <a:lvl8pPr marL="3429000" indent="-228600" algn="ctr" eaLnBrk="0" fontAlgn="base" hangingPunct="0">
              <a:spcBef>
                <a:spcPct val="0"/>
              </a:spcBef>
              <a:spcAft>
                <a:spcPct val="0"/>
              </a:spcAft>
              <a:defRPr b="1">
                <a:solidFill>
                  <a:schemeClr val="tx1"/>
                </a:solidFill>
                <a:latin typeface="Arial" charset="0"/>
              </a:defRPr>
            </a:lvl8pPr>
            <a:lvl9pPr marL="3886200" indent="-228600" algn="ctr" eaLnBrk="0" fontAlgn="base" hangingPunct="0">
              <a:spcBef>
                <a:spcPct val="0"/>
              </a:spcBef>
              <a:spcAft>
                <a:spcPct val="0"/>
              </a:spcAft>
              <a:defRPr b="1">
                <a:solidFill>
                  <a:schemeClr val="tx1"/>
                </a:solidFill>
                <a:latin typeface="Arial" charset="0"/>
              </a:defRPr>
            </a:lvl9pPr>
          </a:lstStyle>
          <a:p>
            <a:pPr algn="ctr" eaLnBrk="1" hangingPunct="1">
              <a:spcBef>
                <a:spcPct val="50000"/>
              </a:spcBef>
            </a:pPr>
            <a:endParaRPr lang="en-US" sz="2400" b="0" dirty="0"/>
          </a:p>
          <a:p>
            <a:pPr algn="ctr" eaLnBrk="1" hangingPunct="1">
              <a:spcBef>
                <a:spcPct val="50000"/>
              </a:spcBef>
            </a:pPr>
            <a:r>
              <a:rPr lang="en-US" sz="2400" b="0" dirty="0"/>
              <a:t> Lexical analysis</a:t>
            </a:r>
            <a:endParaRPr lang="nl-NL" sz="2400" b="0" dirty="0"/>
          </a:p>
        </p:txBody>
      </p:sp>
      <p:sp>
        <p:nvSpPr>
          <p:cNvPr id="6" name="Rectangle 5"/>
          <p:cNvSpPr/>
          <p:nvPr/>
        </p:nvSpPr>
        <p:spPr>
          <a:xfrm>
            <a:off x="341436" y="1448736"/>
            <a:ext cx="8281104" cy="1938992"/>
          </a:xfrm>
          <a:prstGeom prst="rect">
            <a:avLst/>
          </a:prstGeom>
        </p:spPr>
        <p:txBody>
          <a:bodyPr wrap="square">
            <a:spAutoFit/>
          </a:bodyPr>
          <a:lstStyle/>
          <a:p>
            <a:r>
              <a:rPr lang="en-US" dirty="0">
                <a:solidFill>
                  <a:srgbClr val="FF0000"/>
                </a:solidFill>
              </a:rPr>
              <a:t>Lexical analysis </a:t>
            </a:r>
          </a:p>
          <a:p>
            <a:pPr marL="457200" indent="-457200">
              <a:buFont typeface="+mj-lt"/>
              <a:buAutoNum type="arabicPeriod"/>
            </a:pPr>
            <a:r>
              <a:rPr lang="en-US" dirty="0"/>
              <a:t>Divides program text into “words” also called “lexemes”</a:t>
            </a:r>
          </a:p>
          <a:p>
            <a:pPr marL="457200" indent="-457200">
              <a:buFont typeface="+mj-lt"/>
              <a:buAutoNum type="arabicPeriod"/>
            </a:pPr>
            <a:r>
              <a:rPr lang="en-US" dirty="0"/>
              <a:t>Classifies lexemes in roles called “token classes”</a:t>
            </a:r>
          </a:p>
          <a:p>
            <a:pPr marL="457200" indent="-457200">
              <a:buFont typeface="+mj-lt"/>
              <a:buAutoNum type="arabicPeriod"/>
            </a:pPr>
            <a:r>
              <a:rPr lang="en-US" dirty="0"/>
              <a:t>Communicate tokens = &lt;token class, </a:t>
            </a:r>
            <a:r>
              <a:rPr lang="en-US" dirty="0" err="1"/>
              <a:t>lexem</a:t>
            </a:r>
            <a:r>
              <a:rPr lang="en-US" dirty="0"/>
              <a:t>&gt; to the parser</a:t>
            </a:r>
          </a:p>
        </p:txBody>
      </p:sp>
      <p:sp>
        <p:nvSpPr>
          <p:cNvPr id="4" name="Rectangle 3"/>
          <p:cNvSpPr/>
          <p:nvPr/>
        </p:nvSpPr>
        <p:spPr>
          <a:xfrm>
            <a:off x="2286000" y="2754457"/>
            <a:ext cx="4572000" cy="553998"/>
          </a:xfrm>
          <a:prstGeom prst="rect">
            <a:avLst/>
          </a:prstGeom>
        </p:spPr>
        <p:txBody>
          <a:bodyPr>
            <a:spAutoFit/>
          </a:bodyPr>
          <a:lstStyle/>
          <a:p>
            <a:endParaRPr lang="nl-NL" sz="1200" dirty="0">
              <a:latin typeface="Times New Roman" panose="02020603050405020304" pitchFamily="18" charset="0"/>
            </a:endParaRPr>
          </a:p>
          <a:p>
            <a:endParaRPr lang="nl-NL" sz="900" dirty="0">
              <a:latin typeface="Times New Roman" panose="02020603050405020304" pitchFamily="18" charset="0"/>
            </a:endParaRPr>
          </a:p>
          <a:p>
            <a:endParaRPr lang="nl-NL" sz="900" dirty="0">
              <a:latin typeface="Times New Roman" panose="02020603050405020304" pitchFamily="18" charset="0"/>
            </a:endParaRPr>
          </a:p>
        </p:txBody>
      </p:sp>
      <p:sp>
        <p:nvSpPr>
          <p:cNvPr id="7" name="Rectangle 6"/>
          <p:cNvSpPr/>
          <p:nvPr/>
        </p:nvSpPr>
        <p:spPr bwMode="auto">
          <a:xfrm>
            <a:off x="2051664" y="4149096"/>
            <a:ext cx="1440192" cy="990132"/>
          </a:xfrm>
          <a:prstGeom prst="rect">
            <a:avLst/>
          </a:prstGeom>
          <a:noFill/>
          <a:ln w="9525" cap="flat" cmpd="sng" algn="ctr">
            <a:solidFill>
              <a:srgbClr val="FF0000"/>
            </a:solidFill>
            <a:prstDash val="solid"/>
            <a:round/>
            <a:headEnd type="none" w="med" len="med"/>
            <a:tailEnd type="none" w="med" len="med"/>
          </a:ln>
          <a:effectLst/>
          <a:extLst>
            <a:ext uri="{909E8E84-426E-40DD-AFC4-6F175D3DCCD1}">
              <a14:hiddenFill xmlns:a14="http://schemas.microsoft.com/office/drawing/2010/main">
                <a:solidFill>
                  <a:schemeClr val="accent1"/>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square" lIns="91440" tIns="45720" rIns="91440" bIns="45720" numCol="1" rtlCol="0" anchor="t" anchorCtr="0" compatLnSpc="1">
            <a:prstTxWarp prst="textNoShape">
              <a:avLst/>
            </a:prstTxWarp>
          </a:bodyPr>
          <a:lstStyle/>
          <a:p>
            <a:pPr marL="0" marR="0" indent="0" algn="ctr" defTabSz="914400" rtl="0" eaLnBrk="1" fontAlgn="base" latinLnBrk="0" hangingPunct="1">
              <a:lnSpc>
                <a:spcPct val="100000"/>
              </a:lnSpc>
              <a:spcBef>
                <a:spcPct val="0"/>
              </a:spcBef>
              <a:spcAft>
                <a:spcPct val="0"/>
              </a:spcAft>
              <a:buClrTx/>
              <a:buSzTx/>
              <a:buFontTx/>
              <a:buNone/>
              <a:tabLst/>
            </a:pPr>
            <a:endParaRPr kumimoji="0" lang="en-US" sz="2400" b="0" i="0" u="none" strike="noStrike" cap="none" normalizeH="0" baseline="0" dirty="0">
              <a:ln>
                <a:noFill/>
              </a:ln>
              <a:solidFill>
                <a:schemeClr val="tx1"/>
              </a:solidFill>
              <a:effectLst/>
              <a:latin typeface="Arial" charset="0"/>
            </a:endParaRPr>
          </a:p>
          <a:p>
            <a:pPr algn="ctr"/>
            <a:r>
              <a:rPr lang="en-US" dirty="0">
                <a:solidFill>
                  <a:srgbClr val="FF0000"/>
                </a:solidFill>
              </a:rPr>
              <a:t>LA</a:t>
            </a:r>
            <a:endParaRPr lang="nl-NL" dirty="0">
              <a:solidFill>
                <a:srgbClr val="FF0000"/>
              </a:solidFill>
            </a:endParaRPr>
          </a:p>
        </p:txBody>
      </p:sp>
      <p:sp>
        <p:nvSpPr>
          <p:cNvPr id="49" name="Rectangle 48"/>
          <p:cNvSpPr/>
          <p:nvPr/>
        </p:nvSpPr>
        <p:spPr bwMode="auto">
          <a:xfrm>
            <a:off x="5112072" y="4149096"/>
            <a:ext cx="1440192" cy="990132"/>
          </a:xfrm>
          <a:prstGeom prst="rect">
            <a:avLst/>
          </a:prstGeom>
          <a:noFill/>
          <a:ln w="9525" cap="flat" cmpd="sng" algn="ctr">
            <a:solidFill>
              <a:srgbClr val="FF0000"/>
            </a:solidFill>
            <a:prstDash val="solid"/>
            <a:round/>
            <a:headEnd type="none" w="med" len="med"/>
            <a:tailEnd type="none" w="med" len="med"/>
          </a:ln>
          <a:effectLst/>
          <a:extLst>
            <a:ext uri="{909E8E84-426E-40DD-AFC4-6F175D3DCCD1}">
              <a14:hiddenFill xmlns:a14="http://schemas.microsoft.com/office/drawing/2010/main">
                <a:solidFill>
                  <a:schemeClr val="accent1"/>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square" lIns="91440" tIns="45720" rIns="91440" bIns="45720" numCol="1" rtlCol="0" anchor="t" anchorCtr="0" compatLnSpc="1">
            <a:prstTxWarp prst="textNoShape">
              <a:avLst/>
            </a:prstTxWarp>
          </a:bodyPr>
          <a:lstStyle/>
          <a:p>
            <a:pPr marL="0" marR="0" indent="0" algn="ctr" defTabSz="914400" rtl="0" eaLnBrk="1" fontAlgn="base" latinLnBrk="0" hangingPunct="1">
              <a:lnSpc>
                <a:spcPct val="100000"/>
              </a:lnSpc>
              <a:spcBef>
                <a:spcPct val="0"/>
              </a:spcBef>
              <a:spcAft>
                <a:spcPct val="0"/>
              </a:spcAft>
              <a:buClrTx/>
              <a:buSzTx/>
              <a:buFontTx/>
              <a:buNone/>
              <a:tabLst/>
            </a:pPr>
            <a:endParaRPr kumimoji="0" lang="en-US" sz="2400" b="0" i="0" u="none" strike="noStrike" cap="none" normalizeH="0" baseline="0" dirty="0">
              <a:ln>
                <a:noFill/>
              </a:ln>
              <a:solidFill>
                <a:schemeClr val="tx1"/>
              </a:solidFill>
              <a:effectLst/>
              <a:latin typeface="Arial" charset="0"/>
            </a:endParaRPr>
          </a:p>
          <a:p>
            <a:pPr algn="ctr"/>
            <a:r>
              <a:rPr lang="en-US" dirty="0">
                <a:solidFill>
                  <a:srgbClr val="FF0000"/>
                </a:solidFill>
              </a:rPr>
              <a:t>Parser</a:t>
            </a:r>
            <a:endParaRPr lang="nl-NL" dirty="0">
              <a:solidFill>
                <a:srgbClr val="FF0000"/>
              </a:solidFill>
            </a:endParaRPr>
          </a:p>
        </p:txBody>
      </p:sp>
      <p:cxnSp>
        <p:nvCxnSpPr>
          <p:cNvPr id="16" name="Straight Arrow Connector 15"/>
          <p:cNvCxnSpPr>
            <a:stCxn id="7" idx="3"/>
            <a:endCxn id="49" idx="1"/>
          </p:cNvCxnSpPr>
          <p:nvPr/>
        </p:nvCxnSpPr>
        <p:spPr bwMode="auto">
          <a:xfrm>
            <a:off x="3491856" y="4644162"/>
            <a:ext cx="1620216" cy="0"/>
          </a:xfrm>
          <a:prstGeom prst="straightConnector1">
            <a:avLst/>
          </a:prstGeom>
          <a:noFill/>
          <a:ln w="9525" cap="flat" cmpd="sng" algn="ctr">
            <a:solidFill>
              <a:srgbClr val="FF0000"/>
            </a:solidFill>
            <a:prstDash val="solid"/>
            <a:round/>
            <a:headEnd type="none" w="med" len="med"/>
            <a:tailEnd type="triangle"/>
          </a:ln>
          <a:effectLst/>
          <a:extLst>
            <a:ext uri="{909E8E84-426E-40DD-AFC4-6F175D3DCCD1}">
              <a14:hiddenFill xmlns:a14="http://schemas.microsoft.com/office/drawing/2010/main">
                <a:solidFill>
                  <a:schemeClr val="accent1"/>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cxnSp>
      <p:cxnSp>
        <p:nvCxnSpPr>
          <p:cNvPr id="50" name="Straight Arrow Connector 49"/>
          <p:cNvCxnSpPr/>
          <p:nvPr/>
        </p:nvCxnSpPr>
        <p:spPr bwMode="auto">
          <a:xfrm>
            <a:off x="431448" y="4689168"/>
            <a:ext cx="1620216" cy="0"/>
          </a:xfrm>
          <a:prstGeom prst="straightConnector1">
            <a:avLst/>
          </a:prstGeom>
          <a:noFill/>
          <a:ln w="9525" cap="flat" cmpd="sng" algn="ctr">
            <a:solidFill>
              <a:srgbClr val="FF0000"/>
            </a:solidFill>
            <a:prstDash val="solid"/>
            <a:round/>
            <a:headEnd type="none" w="med" len="med"/>
            <a:tailEnd type="triangle"/>
          </a:ln>
          <a:effectLst/>
          <a:extLst>
            <a:ext uri="{909E8E84-426E-40DD-AFC4-6F175D3DCCD1}">
              <a14:hiddenFill xmlns:a14="http://schemas.microsoft.com/office/drawing/2010/main">
                <a:solidFill>
                  <a:schemeClr val="accent1"/>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cxnSp>
      <p:sp>
        <p:nvSpPr>
          <p:cNvPr id="17" name="TextBox 16"/>
          <p:cNvSpPr txBox="1"/>
          <p:nvPr/>
        </p:nvSpPr>
        <p:spPr>
          <a:xfrm>
            <a:off x="431448" y="4419132"/>
            <a:ext cx="686406" cy="338554"/>
          </a:xfrm>
          <a:prstGeom prst="rect">
            <a:avLst/>
          </a:prstGeom>
          <a:noFill/>
        </p:spPr>
        <p:txBody>
          <a:bodyPr wrap="none" rtlCol="0">
            <a:spAutoFit/>
          </a:bodyPr>
          <a:lstStyle/>
          <a:p>
            <a:r>
              <a:rPr lang="en-US" sz="1600" i="1" dirty="0"/>
              <a:t>string</a:t>
            </a:r>
            <a:endParaRPr lang="nl-NL" sz="1600" i="1" dirty="0"/>
          </a:p>
        </p:txBody>
      </p:sp>
      <p:sp>
        <p:nvSpPr>
          <p:cNvPr id="51" name="TextBox 50"/>
          <p:cNvSpPr txBox="1"/>
          <p:nvPr/>
        </p:nvSpPr>
        <p:spPr>
          <a:xfrm>
            <a:off x="3491856" y="3820801"/>
            <a:ext cx="1611339" cy="830997"/>
          </a:xfrm>
          <a:prstGeom prst="rect">
            <a:avLst/>
          </a:prstGeom>
          <a:noFill/>
        </p:spPr>
        <p:txBody>
          <a:bodyPr wrap="none" rtlCol="0">
            <a:spAutoFit/>
          </a:bodyPr>
          <a:lstStyle/>
          <a:p>
            <a:r>
              <a:rPr lang="en-US" sz="1600" i="1" dirty="0"/>
              <a:t>&lt;</a:t>
            </a:r>
            <a:r>
              <a:rPr lang="en-US" sz="1600" i="1" dirty="0" err="1"/>
              <a:t>tclass</a:t>
            </a:r>
            <a:r>
              <a:rPr lang="en-US" sz="1600" i="1" dirty="0"/>
              <a:t>, </a:t>
            </a:r>
            <a:r>
              <a:rPr lang="en-US" sz="1600" i="1" dirty="0" err="1"/>
              <a:t>lexem</a:t>
            </a:r>
            <a:r>
              <a:rPr lang="en-US" sz="1600" i="1" dirty="0"/>
              <a:t>&gt;</a:t>
            </a:r>
          </a:p>
          <a:p>
            <a:r>
              <a:rPr lang="en-US" sz="1600" i="1" dirty="0"/>
              <a:t>&lt;</a:t>
            </a:r>
            <a:r>
              <a:rPr lang="en-US" sz="1600" i="1" dirty="0" err="1"/>
              <a:t>tclass</a:t>
            </a:r>
            <a:r>
              <a:rPr lang="en-US" sz="1600" i="1" dirty="0"/>
              <a:t>, </a:t>
            </a:r>
            <a:r>
              <a:rPr lang="en-US" sz="1600" i="1" dirty="0" err="1"/>
              <a:t>lexem</a:t>
            </a:r>
            <a:r>
              <a:rPr lang="en-US" sz="1600" i="1" dirty="0"/>
              <a:t>&gt;</a:t>
            </a:r>
          </a:p>
          <a:p>
            <a:r>
              <a:rPr lang="en-US" sz="1600" i="1" dirty="0"/>
              <a:t>….</a:t>
            </a:r>
            <a:endParaRPr lang="nl-NL" sz="1600" i="1" dirty="0"/>
          </a:p>
        </p:txBody>
      </p:sp>
      <p:cxnSp>
        <p:nvCxnSpPr>
          <p:cNvPr id="52" name="Straight Arrow Connector 51"/>
          <p:cNvCxnSpPr/>
          <p:nvPr/>
        </p:nvCxnSpPr>
        <p:spPr bwMode="auto">
          <a:xfrm>
            <a:off x="6552264" y="4620422"/>
            <a:ext cx="1620216" cy="0"/>
          </a:xfrm>
          <a:prstGeom prst="straightConnector1">
            <a:avLst/>
          </a:prstGeom>
          <a:noFill/>
          <a:ln w="9525" cap="flat" cmpd="sng" algn="ctr">
            <a:solidFill>
              <a:srgbClr val="FF0000"/>
            </a:solidFill>
            <a:prstDash val="solid"/>
            <a:round/>
            <a:headEnd type="none" w="med" len="med"/>
            <a:tailEnd type="triangle"/>
          </a:ln>
          <a:effectLst/>
          <a:extLst>
            <a:ext uri="{909E8E84-426E-40DD-AFC4-6F175D3DCCD1}">
              <a14:hiddenFill xmlns:a14="http://schemas.microsoft.com/office/drawing/2010/main">
                <a:solidFill>
                  <a:schemeClr val="accent1"/>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cxnSp>
      <p:sp>
        <p:nvSpPr>
          <p:cNvPr id="53" name="TextBox 52"/>
          <p:cNvSpPr txBox="1"/>
          <p:nvPr/>
        </p:nvSpPr>
        <p:spPr>
          <a:xfrm>
            <a:off x="7182348" y="4236299"/>
            <a:ext cx="1109599" cy="338554"/>
          </a:xfrm>
          <a:prstGeom prst="rect">
            <a:avLst/>
          </a:prstGeom>
          <a:noFill/>
        </p:spPr>
        <p:txBody>
          <a:bodyPr wrap="none" rtlCol="0">
            <a:spAutoFit/>
          </a:bodyPr>
          <a:lstStyle/>
          <a:p>
            <a:r>
              <a:rPr lang="en-US" sz="1600" i="1" dirty="0"/>
              <a:t>parse tree</a:t>
            </a:r>
            <a:endParaRPr lang="nl-NL" sz="1600" i="1" dirty="0"/>
          </a:p>
        </p:txBody>
      </p:sp>
    </p:spTree>
    <p:extLst>
      <p:ext uri="{BB962C8B-B14F-4D97-AF65-F5344CB8AC3E}">
        <p14:creationId xmlns:p14="http://schemas.microsoft.com/office/powerpoint/2010/main" val="4177928771"/>
      </p:ext>
    </p:extLst>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8436" name="Text Box 36"/>
          <p:cNvSpPr txBox="1">
            <a:spLocks noChangeArrowheads="1"/>
          </p:cNvSpPr>
          <p:nvPr/>
        </p:nvSpPr>
        <p:spPr bwMode="auto">
          <a:xfrm>
            <a:off x="0" y="0"/>
            <a:ext cx="9144000" cy="1015663"/>
          </a:xfrm>
          <a:prstGeom prst="rect">
            <a:avLst/>
          </a:prstGeom>
          <a:solidFill>
            <a:schemeClr val="bg1"/>
          </a:solidFill>
          <a:ln>
            <a:noFill/>
          </a:ln>
          <a:effectLst/>
        </p:spPr>
        <p:txBody>
          <a:bodyPr>
            <a:spAutoFit/>
          </a:bodyPr>
          <a:lstStyle>
            <a:lvl1pPr eaLnBrk="0" hangingPunct="0">
              <a:defRPr b="1">
                <a:solidFill>
                  <a:schemeClr val="tx1"/>
                </a:solidFill>
                <a:latin typeface="Arial" charset="0"/>
              </a:defRPr>
            </a:lvl1pPr>
            <a:lvl2pPr marL="742950" indent="-285750" eaLnBrk="0" hangingPunct="0">
              <a:defRPr b="1">
                <a:solidFill>
                  <a:schemeClr val="tx1"/>
                </a:solidFill>
                <a:latin typeface="Arial" charset="0"/>
              </a:defRPr>
            </a:lvl2pPr>
            <a:lvl3pPr marL="1143000" indent="-228600" eaLnBrk="0" hangingPunct="0">
              <a:defRPr b="1">
                <a:solidFill>
                  <a:schemeClr val="tx1"/>
                </a:solidFill>
                <a:latin typeface="Arial" charset="0"/>
              </a:defRPr>
            </a:lvl3pPr>
            <a:lvl4pPr marL="1600200" indent="-228600" eaLnBrk="0" hangingPunct="0">
              <a:defRPr b="1">
                <a:solidFill>
                  <a:schemeClr val="tx1"/>
                </a:solidFill>
                <a:latin typeface="Arial" charset="0"/>
              </a:defRPr>
            </a:lvl4pPr>
            <a:lvl5pPr marL="2057400" indent="-228600" eaLnBrk="0" hangingPunct="0">
              <a:defRPr b="1">
                <a:solidFill>
                  <a:schemeClr val="tx1"/>
                </a:solidFill>
                <a:latin typeface="Arial" charset="0"/>
              </a:defRPr>
            </a:lvl5pPr>
            <a:lvl6pPr marL="2514600" indent="-228600" algn="ctr" eaLnBrk="0" fontAlgn="base" hangingPunct="0">
              <a:spcBef>
                <a:spcPct val="0"/>
              </a:spcBef>
              <a:spcAft>
                <a:spcPct val="0"/>
              </a:spcAft>
              <a:defRPr b="1">
                <a:solidFill>
                  <a:schemeClr val="tx1"/>
                </a:solidFill>
                <a:latin typeface="Arial" charset="0"/>
              </a:defRPr>
            </a:lvl6pPr>
            <a:lvl7pPr marL="2971800" indent="-228600" algn="ctr" eaLnBrk="0" fontAlgn="base" hangingPunct="0">
              <a:spcBef>
                <a:spcPct val="0"/>
              </a:spcBef>
              <a:spcAft>
                <a:spcPct val="0"/>
              </a:spcAft>
              <a:defRPr b="1">
                <a:solidFill>
                  <a:schemeClr val="tx1"/>
                </a:solidFill>
                <a:latin typeface="Arial" charset="0"/>
              </a:defRPr>
            </a:lvl7pPr>
            <a:lvl8pPr marL="3429000" indent="-228600" algn="ctr" eaLnBrk="0" fontAlgn="base" hangingPunct="0">
              <a:spcBef>
                <a:spcPct val="0"/>
              </a:spcBef>
              <a:spcAft>
                <a:spcPct val="0"/>
              </a:spcAft>
              <a:defRPr b="1">
                <a:solidFill>
                  <a:schemeClr val="tx1"/>
                </a:solidFill>
                <a:latin typeface="Arial" charset="0"/>
              </a:defRPr>
            </a:lvl8pPr>
            <a:lvl9pPr marL="3886200" indent="-228600" algn="ctr" eaLnBrk="0" fontAlgn="base" hangingPunct="0">
              <a:spcBef>
                <a:spcPct val="0"/>
              </a:spcBef>
              <a:spcAft>
                <a:spcPct val="0"/>
              </a:spcAft>
              <a:defRPr b="1">
                <a:solidFill>
                  <a:schemeClr val="tx1"/>
                </a:solidFill>
                <a:latin typeface="Arial" charset="0"/>
              </a:defRPr>
            </a:lvl9pPr>
          </a:lstStyle>
          <a:p>
            <a:pPr algn="ctr" eaLnBrk="1" hangingPunct="1">
              <a:spcBef>
                <a:spcPct val="50000"/>
              </a:spcBef>
            </a:pPr>
            <a:endParaRPr lang="en-US" sz="2400" b="0" dirty="0"/>
          </a:p>
          <a:p>
            <a:pPr algn="ctr" eaLnBrk="1" hangingPunct="1">
              <a:spcBef>
                <a:spcPct val="50000"/>
              </a:spcBef>
            </a:pPr>
            <a:r>
              <a:rPr lang="en-US" b="0" dirty="0"/>
              <a:t>Lexical analysis: Parsing</a:t>
            </a:r>
            <a:endParaRPr lang="nl-NL" sz="2400" b="0" dirty="0"/>
          </a:p>
        </p:txBody>
      </p:sp>
      <p:sp>
        <p:nvSpPr>
          <p:cNvPr id="4" name="Rectangle 3"/>
          <p:cNvSpPr/>
          <p:nvPr/>
        </p:nvSpPr>
        <p:spPr>
          <a:xfrm>
            <a:off x="251424" y="1268712"/>
            <a:ext cx="8461128" cy="3416320"/>
          </a:xfrm>
          <a:prstGeom prst="rect">
            <a:avLst/>
          </a:prstGeom>
        </p:spPr>
        <p:txBody>
          <a:bodyPr wrap="square">
            <a:spAutoFit/>
          </a:bodyPr>
          <a:lstStyle/>
          <a:p>
            <a:r>
              <a:rPr lang="en-US" dirty="0">
                <a:solidFill>
                  <a:srgbClr val="FF0000"/>
                </a:solidFill>
              </a:rPr>
              <a:t>Parsing</a:t>
            </a:r>
            <a:r>
              <a:rPr lang="en-US" dirty="0"/>
              <a:t> </a:t>
            </a:r>
          </a:p>
          <a:p>
            <a:pPr marL="342900" indent="-342900">
              <a:buFont typeface="Arial" panose="020B0604020202020204" pitchFamily="34" charset="0"/>
              <a:buChar char="•"/>
            </a:pPr>
            <a:r>
              <a:rPr lang="en-US" dirty="0"/>
              <a:t>Once words are understood, the next step is to understand </a:t>
            </a:r>
            <a:r>
              <a:rPr lang="en-US" i="1" dirty="0"/>
              <a:t>sentence structure</a:t>
            </a:r>
          </a:p>
          <a:p>
            <a:pPr marL="800100" lvl="1" indent="-342900">
              <a:buFont typeface="Arial" panose="020B0604020202020204" pitchFamily="34" charset="0"/>
              <a:buChar char="•"/>
            </a:pPr>
            <a:r>
              <a:rPr lang="en-US" i="1" dirty="0"/>
              <a:t>Word (token) types</a:t>
            </a:r>
          </a:p>
          <a:p>
            <a:pPr marL="800100" lvl="1" indent="-342900">
              <a:buFont typeface="Arial" panose="020B0604020202020204" pitchFamily="34" charset="0"/>
              <a:buChar char="•"/>
            </a:pPr>
            <a:r>
              <a:rPr lang="en-US" i="1" dirty="0"/>
              <a:t>Grouping them in more complex structures</a:t>
            </a:r>
          </a:p>
          <a:p>
            <a:pPr marL="800100" lvl="1" indent="-342900">
              <a:buFont typeface="Arial" panose="020B0604020202020204" pitchFamily="34" charset="0"/>
              <a:buChar char="•"/>
            </a:pPr>
            <a:r>
              <a:rPr lang="en-US" i="1" dirty="0"/>
              <a:t>Up to the whole sentence</a:t>
            </a:r>
          </a:p>
          <a:p>
            <a:pPr marL="342900" indent="-342900">
              <a:buFont typeface="Arial" panose="020B0604020202020204" pitchFamily="34" charset="0"/>
              <a:buChar char="•"/>
            </a:pPr>
            <a:endParaRPr lang="en-US" dirty="0"/>
          </a:p>
          <a:p>
            <a:pPr marL="342900" indent="-342900">
              <a:buFont typeface="Arial" panose="020B0604020202020204" pitchFamily="34" charset="0"/>
              <a:buChar char="•"/>
            </a:pPr>
            <a:r>
              <a:rPr lang="en-US" dirty="0"/>
              <a:t>Diagramming Sentences </a:t>
            </a:r>
          </a:p>
          <a:p>
            <a:pPr marL="800100" lvl="1" indent="-342900">
              <a:buFont typeface="Arial" panose="020B0604020202020204" pitchFamily="34" charset="0"/>
              <a:buChar char="•"/>
            </a:pPr>
            <a:r>
              <a:rPr lang="en-US" dirty="0"/>
              <a:t>The diagram is a tree</a:t>
            </a:r>
            <a:endParaRPr lang="nl-NL" dirty="0"/>
          </a:p>
        </p:txBody>
      </p:sp>
    </p:spTree>
    <p:extLst>
      <p:ext uri="{BB962C8B-B14F-4D97-AF65-F5344CB8AC3E}">
        <p14:creationId xmlns:p14="http://schemas.microsoft.com/office/powerpoint/2010/main" val="1078174894"/>
      </p:ext>
    </p:extLst>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Rectangle 1"/>
          <p:cNvSpPr/>
          <p:nvPr/>
        </p:nvSpPr>
        <p:spPr>
          <a:xfrm>
            <a:off x="245703" y="548616"/>
            <a:ext cx="6216549" cy="5693866"/>
          </a:xfrm>
          <a:prstGeom prst="rect">
            <a:avLst/>
          </a:prstGeom>
        </p:spPr>
        <p:txBody>
          <a:bodyPr wrap="square">
            <a:spAutoFit/>
          </a:bodyPr>
          <a:lstStyle/>
          <a:p>
            <a:pPr algn="ctr"/>
            <a:r>
              <a:rPr lang="en-US" sz="4400" b="1" i="1" dirty="0">
                <a:latin typeface="+mj-lt"/>
              </a:rPr>
              <a:t>Parser</a:t>
            </a:r>
            <a:endParaRPr lang="en-US" sz="4400" b="1" dirty="0">
              <a:latin typeface="+mj-lt"/>
            </a:endParaRPr>
          </a:p>
          <a:p>
            <a:r>
              <a:rPr lang="en-US" sz="1600" dirty="0">
                <a:solidFill>
                  <a:srgbClr val="333333"/>
                </a:solidFill>
                <a:latin typeface="&amp;quot"/>
              </a:rPr>
              <a:t>A parser is commonly used as a component of an interpreter or a compiler. The overall process of parsing involves three stages: </a:t>
            </a:r>
          </a:p>
          <a:p>
            <a:endParaRPr lang="en-US" sz="1600" dirty="0">
              <a:solidFill>
                <a:srgbClr val="333333"/>
              </a:solidFill>
              <a:latin typeface="&amp;quot"/>
            </a:endParaRPr>
          </a:p>
          <a:p>
            <a:endParaRPr lang="en-US" sz="1600" dirty="0">
              <a:solidFill>
                <a:srgbClr val="333333"/>
              </a:solidFill>
              <a:latin typeface="&amp;quot"/>
            </a:endParaRPr>
          </a:p>
          <a:p>
            <a:pPr>
              <a:buFont typeface="+mj-lt"/>
              <a:buAutoNum type="arabicPeriod"/>
            </a:pPr>
            <a:r>
              <a:rPr lang="en-US" sz="1600" b="1" dirty="0">
                <a:solidFill>
                  <a:srgbClr val="333333"/>
                </a:solidFill>
                <a:latin typeface="&amp;quot"/>
              </a:rPr>
              <a:t>Lexical Analysis</a:t>
            </a:r>
            <a:r>
              <a:rPr lang="en-US" sz="1600" dirty="0">
                <a:solidFill>
                  <a:srgbClr val="333333"/>
                </a:solidFill>
                <a:latin typeface="&amp;quot"/>
              </a:rPr>
              <a:t>: A lexical analyzer is used to produce tokens from a stream of input string characters, which are broken into small components to form meaningful expressions. </a:t>
            </a:r>
          </a:p>
          <a:p>
            <a:pPr marL="285750" indent="-285750">
              <a:buFont typeface="Arial" panose="020B0604020202020204" pitchFamily="34" charset="0"/>
              <a:buChar char="•"/>
            </a:pPr>
            <a:r>
              <a:rPr lang="en-US" sz="1600" dirty="0">
                <a:solidFill>
                  <a:srgbClr val="333333"/>
                </a:solidFill>
                <a:latin typeface="&amp;quot"/>
              </a:rPr>
              <a:t>"12 * (3 + 4)^2" and split it into the tokens 12, *, (, 3, +, 4, ), ^, 2,</a:t>
            </a:r>
          </a:p>
          <a:p>
            <a:endParaRPr lang="en-US" sz="1600" dirty="0">
              <a:solidFill>
                <a:srgbClr val="333333"/>
              </a:solidFill>
              <a:latin typeface="&amp;quot"/>
            </a:endParaRPr>
          </a:p>
          <a:p>
            <a:r>
              <a:rPr lang="en-US" sz="1600" b="1" dirty="0">
                <a:solidFill>
                  <a:srgbClr val="333333"/>
                </a:solidFill>
                <a:latin typeface="&amp;quot"/>
              </a:rPr>
              <a:t>2.Syntactic Analysis</a:t>
            </a:r>
            <a:r>
              <a:rPr lang="en-US" sz="1600" dirty="0">
                <a:solidFill>
                  <a:srgbClr val="333333"/>
                </a:solidFill>
                <a:latin typeface="&amp;quot"/>
              </a:rPr>
              <a:t>: Checks whether the generated tokens form a meaningful expression. This makes use of a context-free grammar that defines algorithmic procedures for components. These work to form an expression and define the particular order in which tokens must be placed.</a:t>
            </a:r>
          </a:p>
          <a:p>
            <a:pPr marL="285750" indent="-285750">
              <a:buFont typeface="Arial" panose="020B0604020202020204" pitchFamily="34" charset="0"/>
              <a:buChar char="•"/>
            </a:pPr>
            <a:r>
              <a:rPr lang="en-US" sz="1600" dirty="0">
                <a:solidFill>
                  <a:srgbClr val="333333"/>
                </a:solidFill>
                <a:latin typeface="&amp;quot"/>
              </a:rPr>
              <a:t>"12 *+* (3 + 4)^2“  is not meaningful</a:t>
            </a:r>
          </a:p>
          <a:p>
            <a:pPr>
              <a:buFont typeface="+mj-lt"/>
              <a:buAutoNum type="arabicPeriod"/>
            </a:pPr>
            <a:endParaRPr lang="en-US" sz="1600" dirty="0">
              <a:solidFill>
                <a:srgbClr val="333333"/>
              </a:solidFill>
              <a:latin typeface="&amp;quot"/>
            </a:endParaRPr>
          </a:p>
          <a:p>
            <a:r>
              <a:rPr lang="en-US" sz="1600" dirty="0">
                <a:solidFill>
                  <a:srgbClr val="333333"/>
                </a:solidFill>
                <a:latin typeface="&amp;quot"/>
              </a:rPr>
              <a:t>3.</a:t>
            </a:r>
            <a:r>
              <a:rPr lang="en-US" sz="1600" b="1" dirty="0">
                <a:solidFill>
                  <a:srgbClr val="333333"/>
                </a:solidFill>
                <a:latin typeface="&amp;quot"/>
              </a:rPr>
              <a:t>Semantic Parsing</a:t>
            </a:r>
            <a:r>
              <a:rPr lang="en-US" sz="1600" dirty="0">
                <a:solidFill>
                  <a:srgbClr val="333333"/>
                </a:solidFill>
                <a:latin typeface="&amp;quot"/>
              </a:rPr>
              <a:t>: The final parsing stage in which the meaning and implications of the validated expression are determined and necessary actions are taken.</a:t>
            </a:r>
          </a:p>
          <a:p>
            <a:pPr marL="285750" indent="-285750">
              <a:buFont typeface="Arial" panose="020B0604020202020204" pitchFamily="34" charset="0"/>
              <a:buChar char="•"/>
            </a:pPr>
            <a:r>
              <a:rPr lang="en-US" sz="1600" dirty="0">
                <a:solidFill>
                  <a:srgbClr val="333333"/>
                </a:solidFill>
                <a:latin typeface="&amp;quot"/>
              </a:rPr>
              <a:t>A compiler would generate executable code</a:t>
            </a:r>
          </a:p>
        </p:txBody>
      </p:sp>
      <p:pic>
        <p:nvPicPr>
          <p:cNvPr id="1027" name="Picture 3">
            <a:extLst>
              <a:ext uri="{FF2B5EF4-FFF2-40B4-BE49-F238E27FC236}">
                <a16:creationId xmlns:a16="http://schemas.microsoft.com/office/drawing/2014/main" id="{72A8FE23-5264-2814-00F9-7BB9434C5966}"/>
              </a:ext>
            </a:extLst>
          </p:cNvPr>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7542396" y="1447686"/>
            <a:ext cx="1400175" cy="3895725"/>
          </a:xfrm>
          <a:prstGeom prst="rect">
            <a:avLst/>
          </a:prstGeom>
          <a:noFill/>
          <a:extLst>
            <a:ext uri="{909E8E84-426E-40DD-AFC4-6F175D3DCCD1}">
              <a14:hiddenFill xmlns:a14="http://schemas.microsoft.com/office/drawing/2010/main">
                <a:solidFill>
                  <a:srgbClr val="FFFFFF"/>
                </a:solidFill>
              </a14:hiddenFill>
            </a:ext>
          </a:extLst>
        </p:spPr>
      </p:pic>
    </p:spTree>
    <p:extLst>
      <p:ext uri="{BB962C8B-B14F-4D97-AF65-F5344CB8AC3E}">
        <p14:creationId xmlns:p14="http://schemas.microsoft.com/office/powerpoint/2010/main" val="2741171790"/>
      </p:ext>
    </p:extLst>
  </p:cSld>
  <p:clrMapOvr>
    <a:masterClrMapping/>
  </p:clrMapOvr>
</p:sld>
</file>

<file path=ppt/slides/slide1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8436" name="Text Box 36"/>
          <p:cNvSpPr txBox="1">
            <a:spLocks noChangeArrowheads="1"/>
          </p:cNvSpPr>
          <p:nvPr/>
        </p:nvSpPr>
        <p:spPr bwMode="auto">
          <a:xfrm>
            <a:off x="0" y="0"/>
            <a:ext cx="9144000" cy="1015663"/>
          </a:xfrm>
          <a:prstGeom prst="rect">
            <a:avLst/>
          </a:prstGeom>
          <a:solidFill>
            <a:schemeClr val="bg1"/>
          </a:solidFill>
          <a:ln>
            <a:noFill/>
          </a:ln>
          <a:effectLst/>
        </p:spPr>
        <p:txBody>
          <a:bodyPr>
            <a:spAutoFit/>
          </a:bodyPr>
          <a:lstStyle>
            <a:lvl1pPr eaLnBrk="0" hangingPunct="0">
              <a:defRPr b="1">
                <a:solidFill>
                  <a:schemeClr val="tx1"/>
                </a:solidFill>
                <a:latin typeface="Arial" charset="0"/>
              </a:defRPr>
            </a:lvl1pPr>
            <a:lvl2pPr marL="742950" indent="-285750" eaLnBrk="0" hangingPunct="0">
              <a:defRPr b="1">
                <a:solidFill>
                  <a:schemeClr val="tx1"/>
                </a:solidFill>
                <a:latin typeface="Arial" charset="0"/>
              </a:defRPr>
            </a:lvl2pPr>
            <a:lvl3pPr marL="1143000" indent="-228600" eaLnBrk="0" hangingPunct="0">
              <a:defRPr b="1">
                <a:solidFill>
                  <a:schemeClr val="tx1"/>
                </a:solidFill>
                <a:latin typeface="Arial" charset="0"/>
              </a:defRPr>
            </a:lvl3pPr>
            <a:lvl4pPr marL="1600200" indent="-228600" eaLnBrk="0" hangingPunct="0">
              <a:defRPr b="1">
                <a:solidFill>
                  <a:schemeClr val="tx1"/>
                </a:solidFill>
                <a:latin typeface="Arial" charset="0"/>
              </a:defRPr>
            </a:lvl4pPr>
            <a:lvl5pPr marL="2057400" indent="-228600" eaLnBrk="0" hangingPunct="0">
              <a:defRPr b="1">
                <a:solidFill>
                  <a:schemeClr val="tx1"/>
                </a:solidFill>
                <a:latin typeface="Arial" charset="0"/>
              </a:defRPr>
            </a:lvl5pPr>
            <a:lvl6pPr marL="2514600" indent="-228600" algn="ctr" eaLnBrk="0" fontAlgn="base" hangingPunct="0">
              <a:spcBef>
                <a:spcPct val="0"/>
              </a:spcBef>
              <a:spcAft>
                <a:spcPct val="0"/>
              </a:spcAft>
              <a:defRPr b="1">
                <a:solidFill>
                  <a:schemeClr val="tx1"/>
                </a:solidFill>
                <a:latin typeface="Arial" charset="0"/>
              </a:defRPr>
            </a:lvl6pPr>
            <a:lvl7pPr marL="2971800" indent="-228600" algn="ctr" eaLnBrk="0" fontAlgn="base" hangingPunct="0">
              <a:spcBef>
                <a:spcPct val="0"/>
              </a:spcBef>
              <a:spcAft>
                <a:spcPct val="0"/>
              </a:spcAft>
              <a:defRPr b="1">
                <a:solidFill>
                  <a:schemeClr val="tx1"/>
                </a:solidFill>
                <a:latin typeface="Arial" charset="0"/>
              </a:defRPr>
            </a:lvl7pPr>
            <a:lvl8pPr marL="3429000" indent="-228600" algn="ctr" eaLnBrk="0" fontAlgn="base" hangingPunct="0">
              <a:spcBef>
                <a:spcPct val="0"/>
              </a:spcBef>
              <a:spcAft>
                <a:spcPct val="0"/>
              </a:spcAft>
              <a:defRPr b="1">
                <a:solidFill>
                  <a:schemeClr val="tx1"/>
                </a:solidFill>
                <a:latin typeface="Arial" charset="0"/>
              </a:defRPr>
            </a:lvl8pPr>
            <a:lvl9pPr marL="3886200" indent="-228600" algn="ctr" eaLnBrk="0" fontAlgn="base" hangingPunct="0">
              <a:spcBef>
                <a:spcPct val="0"/>
              </a:spcBef>
              <a:spcAft>
                <a:spcPct val="0"/>
              </a:spcAft>
              <a:defRPr b="1">
                <a:solidFill>
                  <a:schemeClr val="tx1"/>
                </a:solidFill>
                <a:latin typeface="Arial" charset="0"/>
              </a:defRPr>
            </a:lvl9pPr>
          </a:lstStyle>
          <a:p>
            <a:pPr algn="ctr" eaLnBrk="1" hangingPunct="1">
              <a:spcBef>
                <a:spcPct val="50000"/>
              </a:spcBef>
            </a:pPr>
            <a:endParaRPr lang="en-US" sz="2400" b="0" dirty="0"/>
          </a:p>
          <a:p>
            <a:pPr algn="ctr" eaLnBrk="1" hangingPunct="1">
              <a:spcBef>
                <a:spcPct val="50000"/>
              </a:spcBef>
            </a:pPr>
            <a:r>
              <a:rPr lang="en-US" sz="2400" b="0" dirty="0"/>
              <a:t> </a:t>
            </a:r>
            <a:r>
              <a:rPr lang="en-US" b="0" dirty="0"/>
              <a:t>Lexical analysis: Parsing</a:t>
            </a:r>
            <a:endParaRPr lang="nl-NL" b="0" dirty="0"/>
          </a:p>
        </p:txBody>
      </p:sp>
      <p:sp>
        <p:nvSpPr>
          <p:cNvPr id="6" name="Rectangle 5"/>
          <p:cNvSpPr/>
          <p:nvPr/>
        </p:nvSpPr>
        <p:spPr>
          <a:xfrm>
            <a:off x="251424" y="1535637"/>
            <a:ext cx="8461128" cy="492443"/>
          </a:xfrm>
          <a:prstGeom prst="rect">
            <a:avLst/>
          </a:prstGeom>
        </p:spPr>
        <p:txBody>
          <a:bodyPr wrap="square">
            <a:spAutoFit/>
          </a:bodyPr>
          <a:lstStyle/>
          <a:p>
            <a:pPr algn="ctr"/>
            <a:r>
              <a:rPr lang="nl-NL" sz="2600" dirty="0" err="1">
                <a:solidFill>
                  <a:srgbClr val="9966FF"/>
                </a:solidFill>
              </a:rPr>
              <a:t>This</a:t>
            </a:r>
            <a:r>
              <a:rPr lang="nl-NL" sz="2600" dirty="0">
                <a:solidFill>
                  <a:srgbClr val="9966FF"/>
                </a:solidFill>
              </a:rPr>
              <a:t>        line        is          a          </a:t>
            </a:r>
            <a:r>
              <a:rPr lang="nl-NL" sz="2600" dirty="0" err="1">
                <a:solidFill>
                  <a:srgbClr val="9966FF"/>
                </a:solidFill>
              </a:rPr>
              <a:t>longer</a:t>
            </a:r>
            <a:r>
              <a:rPr lang="nl-NL" sz="2600" dirty="0">
                <a:solidFill>
                  <a:srgbClr val="9966FF"/>
                </a:solidFill>
              </a:rPr>
              <a:t>           </a:t>
            </a:r>
            <a:r>
              <a:rPr lang="nl-NL" sz="2600" dirty="0" err="1">
                <a:solidFill>
                  <a:srgbClr val="9966FF"/>
                </a:solidFill>
              </a:rPr>
              <a:t>sentence</a:t>
            </a:r>
            <a:endParaRPr lang="nl-NL" sz="2600" dirty="0"/>
          </a:p>
        </p:txBody>
      </p:sp>
      <p:sp>
        <p:nvSpPr>
          <p:cNvPr id="7" name="Rectangle 6"/>
          <p:cNvSpPr/>
          <p:nvPr/>
        </p:nvSpPr>
        <p:spPr>
          <a:xfrm>
            <a:off x="71400" y="2664205"/>
            <a:ext cx="8461128" cy="492443"/>
          </a:xfrm>
          <a:prstGeom prst="rect">
            <a:avLst/>
          </a:prstGeom>
        </p:spPr>
        <p:txBody>
          <a:bodyPr wrap="square">
            <a:spAutoFit/>
          </a:bodyPr>
          <a:lstStyle/>
          <a:p>
            <a:pPr algn="ctr"/>
            <a:r>
              <a:rPr lang="nl-NL" sz="2600" dirty="0" err="1">
                <a:solidFill>
                  <a:srgbClr val="FF0000"/>
                </a:solidFill>
              </a:rPr>
              <a:t>article</a:t>
            </a:r>
            <a:r>
              <a:rPr lang="nl-NL" sz="2600" dirty="0">
                <a:solidFill>
                  <a:srgbClr val="FF0000"/>
                </a:solidFill>
              </a:rPr>
              <a:t>    </a:t>
            </a:r>
            <a:r>
              <a:rPr lang="nl-NL" sz="2600" dirty="0" err="1">
                <a:solidFill>
                  <a:srgbClr val="FF0000"/>
                </a:solidFill>
              </a:rPr>
              <a:t>noun</a:t>
            </a:r>
            <a:r>
              <a:rPr lang="nl-NL" sz="2600" dirty="0">
                <a:solidFill>
                  <a:srgbClr val="FF0000"/>
                </a:solidFill>
              </a:rPr>
              <a:t>   </a:t>
            </a:r>
            <a:r>
              <a:rPr lang="nl-NL" sz="2600" dirty="0" err="1">
                <a:solidFill>
                  <a:srgbClr val="FF0000"/>
                </a:solidFill>
              </a:rPr>
              <a:t>verb</a:t>
            </a:r>
            <a:r>
              <a:rPr lang="nl-NL" sz="2600" dirty="0">
                <a:solidFill>
                  <a:srgbClr val="FF0000"/>
                </a:solidFill>
              </a:rPr>
              <a:t>     </a:t>
            </a:r>
            <a:r>
              <a:rPr lang="nl-NL" sz="2600" dirty="0" err="1">
                <a:solidFill>
                  <a:srgbClr val="FF0000"/>
                </a:solidFill>
              </a:rPr>
              <a:t>article</a:t>
            </a:r>
            <a:r>
              <a:rPr lang="nl-NL" sz="2600" dirty="0">
                <a:solidFill>
                  <a:srgbClr val="FF0000"/>
                </a:solidFill>
              </a:rPr>
              <a:t>      </a:t>
            </a:r>
            <a:r>
              <a:rPr lang="nl-NL" sz="2600" dirty="0" err="1">
                <a:solidFill>
                  <a:srgbClr val="FF0000"/>
                </a:solidFill>
              </a:rPr>
              <a:t>adjective</a:t>
            </a:r>
            <a:r>
              <a:rPr lang="nl-NL" sz="2600" dirty="0">
                <a:solidFill>
                  <a:srgbClr val="FF0000"/>
                </a:solidFill>
              </a:rPr>
              <a:t>          </a:t>
            </a:r>
            <a:r>
              <a:rPr lang="nl-NL" sz="2600" dirty="0" err="1">
                <a:solidFill>
                  <a:srgbClr val="FF0000"/>
                </a:solidFill>
              </a:rPr>
              <a:t>noun</a:t>
            </a:r>
            <a:endParaRPr lang="nl-NL" sz="2600" dirty="0">
              <a:solidFill>
                <a:srgbClr val="FF0000"/>
              </a:solidFill>
            </a:endParaRPr>
          </a:p>
        </p:txBody>
      </p:sp>
      <p:sp>
        <p:nvSpPr>
          <p:cNvPr id="8" name="Rectangle 7"/>
          <p:cNvSpPr/>
          <p:nvPr/>
        </p:nvSpPr>
        <p:spPr>
          <a:xfrm>
            <a:off x="341436" y="3940969"/>
            <a:ext cx="8461128" cy="492443"/>
          </a:xfrm>
          <a:prstGeom prst="rect">
            <a:avLst/>
          </a:prstGeom>
        </p:spPr>
        <p:txBody>
          <a:bodyPr wrap="square">
            <a:spAutoFit/>
          </a:bodyPr>
          <a:lstStyle/>
          <a:p>
            <a:r>
              <a:rPr lang="nl-NL" sz="2600" dirty="0">
                <a:solidFill>
                  <a:srgbClr val="FF0000"/>
                </a:solidFill>
              </a:rPr>
              <a:t>      subject                                            object</a:t>
            </a:r>
          </a:p>
        </p:txBody>
      </p:sp>
      <p:sp>
        <p:nvSpPr>
          <p:cNvPr id="9" name="Rectangle 8"/>
          <p:cNvSpPr/>
          <p:nvPr/>
        </p:nvSpPr>
        <p:spPr>
          <a:xfrm>
            <a:off x="334502" y="4826809"/>
            <a:ext cx="8461128" cy="492443"/>
          </a:xfrm>
          <a:prstGeom prst="rect">
            <a:avLst/>
          </a:prstGeom>
        </p:spPr>
        <p:txBody>
          <a:bodyPr wrap="square">
            <a:spAutoFit/>
          </a:bodyPr>
          <a:lstStyle/>
          <a:p>
            <a:pPr algn="ctr"/>
            <a:r>
              <a:rPr lang="nl-NL" sz="2600" dirty="0" err="1">
                <a:solidFill>
                  <a:srgbClr val="FF0000"/>
                </a:solidFill>
              </a:rPr>
              <a:t>sentence</a:t>
            </a:r>
            <a:endParaRPr lang="nl-NL" sz="2600" dirty="0">
              <a:solidFill>
                <a:srgbClr val="FF0000"/>
              </a:solidFill>
            </a:endParaRPr>
          </a:p>
        </p:txBody>
      </p:sp>
      <p:cxnSp>
        <p:nvCxnSpPr>
          <p:cNvPr id="10" name="Straight Connector 9"/>
          <p:cNvCxnSpPr/>
          <p:nvPr/>
        </p:nvCxnSpPr>
        <p:spPr bwMode="auto">
          <a:xfrm>
            <a:off x="791496" y="2012631"/>
            <a:ext cx="0" cy="651574"/>
          </a:xfrm>
          <a:prstGeom prst="line">
            <a:avLst/>
          </a:prstGeom>
          <a:noFill/>
          <a:ln w="9525" cap="flat" cmpd="sng" algn="ctr">
            <a:solidFill>
              <a:schemeClr val="tx1"/>
            </a:solidFill>
            <a:prstDash val="solid"/>
            <a:round/>
            <a:headEnd type="none" w="med" len="med"/>
            <a:tailEnd type="none" w="med" len="med"/>
          </a:ln>
          <a:effectLst/>
          <a:extLst>
            <a:ext uri="{909E8E84-426E-40DD-AFC4-6F175D3DCCD1}">
              <a14:hiddenFill xmlns:a14="http://schemas.microsoft.com/office/drawing/2010/main">
                <a:solidFill>
                  <a:schemeClr val="accent1"/>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cxnSp>
      <p:cxnSp>
        <p:nvCxnSpPr>
          <p:cNvPr id="13" name="Straight Connector 12"/>
          <p:cNvCxnSpPr/>
          <p:nvPr/>
        </p:nvCxnSpPr>
        <p:spPr bwMode="auto">
          <a:xfrm>
            <a:off x="2051664" y="2057330"/>
            <a:ext cx="0" cy="651574"/>
          </a:xfrm>
          <a:prstGeom prst="line">
            <a:avLst/>
          </a:prstGeom>
          <a:noFill/>
          <a:ln w="9525" cap="flat" cmpd="sng" algn="ctr">
            <a:solidFill>
              <a:schemeClr val="tx1"/>
            </a:solidFill>
            <a:prstDash val="solid"/>
            <a:round/>
            <a:headEnd type="none" w="med" len="med"/>
            <a:tailEnd type="none" w="med" len="med"/>
          </a:ln>
          <a:effectLst/>
          <a:extLst>
            <a:ext uri="{909E8E84-426E-40DD-AFC4-6F175D3DCCD1}">
              <a14:hiddenFill xmlns:a14="http://schemas.microsoft.com/office/drawing/2010/main">
                <a:solidFill>
                  <a:schemeClr val="accent1"/>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cxnSp>
      <p:cxnSp>
        <p:nvCxnSpPr>
          <p:cNvPr id="14" name="Straight Connector 13"/>
          <p:cNvCxnSpPr/>
          <p:nvPr/>
        </p:nvCxnSpPr>
        <p:spPr bwMode="auto">
          <a:xfrm>
            <a:off x="3131808" y="2078820"/>
            <a:ext cx="0" cy="651574"/>
          </a:xfrm>
          <a:prstGeom prst="line">
            <a:avLst/>
          </a:prstGeom>
          <a:noFill/>
          <a:ln w="9525" cap="flat" cmpd="sng" algn="ctr">
            <a:solidFill>
              <a:schemeClr val="tx1"/>
            </a:solidFill>
            <a:prstDash val="solid"/>
            <a:round/>
            <a:headEnd type="none" w="med" len="med"/>
            <a:tailEnd type="none" w="med" len="med"/>
          </a:ln>
          <a:effectLst/>
          <a:extLst>
            <a:ext uri="{909E8E84-426E-40DD-AFC4-6F175D3DCCD1}">
              <a14:hiddenFill xmlns:a14="http://schemas.microsoft.com/office/drawing/2010/main">
                <a:solidFill>
                  <a:schemeClr val="accent1"/>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cxnSp>
      <p:cxnSp>
        <p:nvCxnSpPr>
          <p:cNvPr id="15" name="Straight Connector 14"/>
          <p:cNvCxnSpPr/>
          <p:nvPr/>
        </p:nvCxnSpPr>
        <p:spPr bwMode="auto">
          <a:xfrm>
            <a:off x="4301964" y="2078820"/>
            <a:ext cx="0" cy="651574"/>
          </a:xfrm>
          <a:prstGeom prst="line">
            <a:avLst/>
          </a:prstGeom>
          <a:noFill/>
          <a:ln w="9525" cap="flat" cmpd="sng" algn="ctr">
            <a:solidFill>
              <a:schemeClr val="tx1"/>
            </a:solidFill>
            <a:prstDash val="solid"/>
            <a:round/>
            <a:headEnd type="none" w="med" len="med"/>
            <a:tailEnd type="none" w="med" len="med"/>
          </a:ln>
          <a:effectLst/>
          <a:extLst>
            <a:ext uri="{909E8E84-426E-40DD-AFC4-6F175D3DCCD1}">
              <a14:hiddenFill xmlns:a14="http://schemas.microsoft.com/office/drawing/2010/main">
                <a:solidFill>
                  <a:schemeClr val="accent1"/>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cxnSp>
      <p:cxnSp>
        <p:nvCxnSpPr>
          <p:cNvPr id="16" name="Straight Connector 15"/>
          <p:cNvCxnSpPr/>
          <p:nvPr/>
        </p:nvCxnSpPr>
        <p:spPr bwMode="auto">
          <a:xfrm>
            <a:off x="5652144" y="2057749"/>
            <a:ext cx="0" cy="651574"/>
          </a:xfrm>
          <a:prstGeom prst="line">
            <a:avLst/>
          </a:prstGeom>
          <a:noFill/>
          <a:ln w="9525" cap="flat" cmpd="sng" algn="ctr">
            <a:solidFill>
              <a:schemeClr val="tx1"/>
            </a:solidFill>
            <a:prstDash val="solid"/>
            <a:round/>
            <a:headEnd type="none" w="med" len="med"/>
            <a:tailEnd type="none" w="med" len="med"/>
          </a:ln>
          <a:effectLst/>
          <a:extLst>
            <a:ext uri="{909E8E84-426E-40DD-AFC4-6F175D3DCCD1}">
              <a14:hiddenFill xmlns:a14="http://schemas.microsoft.com/office/drawing/2010/main">
                <a:solidFill>
                  <a:schemeClr val="accent1"/>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cxnSp>
      <p:cxnSp>
        <p:nvCxnSpPr>
          <p:cNvPr id="17" name="Straight Connector 16"/>
          <p:cNvCxnSpPr/>
          <p:nvPr/>
        </p:nvCxnSpPr>
        <p:spPr bwMode="auto">
          <a:xfrm>
            <a:off x="7722420" y="2057330"/>
            <a:ext cx="0" cy="651574"/>
          </a:xfrm>
          <a:prstGeom prst="line">
            <a:avLst/>
          </a:prstGeom>
          <a:noFill/>
          <a:ln w="9525" cap="flat" cmpd="sng" algn="ctr">
            <a:solidFill>
              <a:schemeClr val="tx1"/>
            </a:solidFill>
            <a:prstDash val="solid"/>
            <a:round/>
            <a:headEnd type="none" w="med" len="med"/>
            <a:tailEnd type="none" w="med" len="med"/>
          </a:ln>
          <a:effectLst/>
          <a:extLst>
            <a:ext uri="{909E8E84-426E-40DD-AFC4-6F175D3DCCD1}">
              <a14:hiddenFill xmlns:a14="http://schemas.microsoft.com/office/drawing/2010/main">
                <a:solidFill>
                  <a:schemeClr val="accent1"/>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cxnSp>
      <p:cxnSp>
        <p:nvCxnSpPr>
          <p:cNvPr id="18" name="Straight Connector 17"/>
          <p:cNvCxnSpPr/>
          <p:nvPr/>
        </p:nvCxnSpPr>
        <p:spPr bwMode="auto">
          <a:xfrm>
            <a:off x="791496" y="3270661"/>
            <a:ext cx="554731" cy="764045"/>
          </a:xfrm>
          <a:prstGeom prst="line">
            <a:avLst/>
          </a:prstGeom>
          <a:noFill/>
          <a:ln w="9525" cap="flat" cmpd="sng" algn="ctr">
            <a:solidFill>
              <a:schemeClr val="tx1"/>
            </a:solidFill>
            <a:prstDash val="solid"/>
            <a:round/>
            <a:headEnd type="none" w="med" len="med"/>
            <a:tailEnd type="none" w="med" len="med"/>
          </a:ln>
          <a:effectLst/>
          <a:extLst>
            <a:ext uri="{909E8E84-426E-40DD-AFC4-6F175D3DCCD1}">
              <a14:hiddenFill xmlns:a14="http://schemas.microsoft.com/office/drawing/2010/main">
                <a:solidFill>
                  <a:schemeClr val="accent1"/>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cxnSp>
      <p:cxnSp>
        <p:nvCxnSpPr>
          <p:cNvPr id="20" name="Straight Connector 19"/>
          <p:cNvCxnSpPr/>
          <p:nvPr/>
        </p:nvCxnSpPr>
        <p:spPr bwMode="auto">
          <a:xfrm flipH="1">
            <a:off x="1346227" y="3249590"/>
            <a:ext cx="705437" cy="785116"/>
          </a:xfrm>
          <a:prstGeom prst="line">
            <a:avLst/>
          </a:prstGeom>
          <a:noFill/>
          <a:ln w="9525" cap="flat" cmpd="sng" algn="ctr">
            <a:solidFill>
              <a:schemeClr val="tx1"/>
            </a:solidFill>
            <a:prstDash val="solid"/>
            <a:round/>
            <a:headEnd type="none" w="med" len="med"/>
            <a:tailEnd type="none" w="med" len="med"/>
          </a:ln>
          <a:effectLst/>
          <a:extLst>
            <a:ext uri="{909E8E84-426E-40DD-AFC4-6F175D3DCCD1}">
              <a14:hiddenFill xmlns:a14="http://schemas.microsoft.com/office/drawing/2010/main">
                <a:solidFill>
                  <a:schemeClr val="accent1"/>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cxnSp>
      <p:cxnSp>
        <p:nvCxnSpPr>
          <p:cNvPr id="22" name="Straight Connector 21"/>
          <p:cNvCxnSpPr>
            <a:endCxn id="9" idx="0"/>
          </p:cNvCxnSpPr>
          <p:nvPr/>
        </p:nvCxnSpPr>
        <p:spPr bwMode="auto">
          <a:xfrm>
            <a:off x="1601604" y="4577094"/>
            <a:ext cx="2963462" cy="249715"/>
          </a:xfrm>
          <a:prstGeom prst="line">
            <a:avLst/>
          </a:prstGeom>
          <a:noFill/>
          <a:ln w="9525" cap="flat" cmpd="sng" algn="ctr">
            <a:solidFill>
              <a:schemeClr val="tx1"/>
            </a:solidFill>
            <a:prstDash val="solid"/>
            <a:round/>
            <a:headEnd type="none" w="med" len="med"/>
            <a:tailEnd type="none" w="med" len="med"/>
          </a:ln>
          <a:effectLst/>
          <a:extLst>
            <a:ext uri="{909E8E84-426E-40DD-AFC4-6F175D3DCCD1}">
              <a14:hiddenFill xmlns:a14="http://schemas.microsoft.com/office/drawing/2010/main">
                <a:solidFill>
                  <a:schemeClr val="accent1"/>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cxnSp>
      <p:cxnSp>
        <p:nvCxnSpPr>
          <p:cNvPr id="24" name="Straight Connector 23"/>
          <p:cNvCxnSpPr>
            <a:endCxn id="9" idx="0"/>
          </p:cNvCxnSpPr>
          <p:nvPr/>
        </p:nvCxnSpPr>
        <p:spPr bwMode="auto">
          <a:xfrm flipH="1">
            <a:off x="4565066" y="4433412"/>
            <a:ext cx="1717162" cy="393397"/>
          </a:xfrm>
          <a:prstGeom prst="line">
            <a:avLst/>
          </a:prstGeom>
          <a:noFill/>
          <a:ln w="9525" cap="flat" cmpd="sng" algn="ctr">
            <a:solidFill>
              <a:schemeClr val="tx1"/>
            </a:solidFill>
            <a:prstDash val="solid"/>
            <a:round/>
            <a:headEnd type="none" w="med" len="med"/>
            <a:tailEnd type="none" w="med" len="med"/>
          </a:ln>
          <a:effectLst/>
          <a:extLst>
            <a:ext uri="{909E8E84-426E-40DD-AFC4-6F175D3DCCD1}">
              <a14:hiddenFill xmlns:a14="http://schemas.microsoft.com/office/drawing/2010/main">
                <a:solidFill>
                  <a:schemeClr val="accent1"/>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cxnSp>
      <p:cxnSp>
        <p:nvCxnSpPr>
          <p:cNvPr id="26" name="Straight Connector 25"/>
          <p:cNvCxnSpPr>
            <a:endCxn id="9" idx="0"/>
          </p:cNvCxnSpPr>
          <p:nvPr/>
        </p:nvCxnSpPr>
        <p:spPr bwMode="auto">
          <a:xfrm>
            <a:off x="3083335" y="3249590"/>
            <a:ext cx="1481731" cy="1577219"/>
          </a:xfrm>
          <a:prstGeom prst="line">
            <a:avLst/>
          </a:prstGeom>
          <a:noFill/>
          <a:ln w="9525" cap="flat" cmpd="sng" algn="ctr">
            <a:solidFill>
              <a:schemeClr val="tx1"/>
            </a:solidFill>
            <a:prstDash val="solid"/>
            <a:round/>
            <a:headEnd type="none" w="med" len="med"/>
            <a:tailEnd type="none" w="med" len="med"/>
          </a:ln>
          <a:effectLst/>
          <a:extLst>
            <a:ext uri="{909E8E84-426E-40DD-AFC4-6F175D3DCCD1}">
              <a14:hiddenFill xmlns:a14="http://schemas.microsoft.com/office/drawing/2010/main">
                <a:solidFill>
                  <a:schemeClr val="accent1"/>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cxnSp>
      <p:cxnSp>
        <p:nvCxnSpPr>
          <p:cNvPr id="29" name="Straight Connector 28"/>
          <p:cNvCxnSpPr>
            <a:stCxn id="7" idx="2"/>
          </p:cNvCxnSpPr>
          <p:nvPr/>
        </p:nvCxnSpPr>
        <p:spPr bwMode="auto">
          <a:xfrm>
            <a:off x="4301964" y="3156648"/>
            <a:ext cx="2160288" cy="812424"/>
          </a:xfrm>
          <a:prstGeom prst="line">
            <a:avLst/>
          </a:prstGeom>
          <a:noFill/>
          <a:ln w="9525" cap="flat" cmpd="sng" algn="ctr">
            <a:solidFill>
              <a:schemeClr val="tx1"/>
            </a:solidFill>
            <a:prstDash val="solid"/>
            <a:round/>
            <a:headEnd type="none" w="med" len="med"/>
            <a:tailEnd type="none" w="med" len="med"/>
          </a:ln>
          <a:effectLst/>
          <a:extLst>
            <a:ext uri="{909E8E84-426E-40DD-AFC4-6F175D3DCCD1}">
              <a14:hiddenFill xmlns:a14="http://schemas.microsoft.com/office/drawing/2010/main">
                <a:solidFill>
                  <a:schemeClr val="accent1"/>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cxnSp>
      <p:cxnSp>
        <p:nvCxnSpPr>
          <p:cNvPr id="31" name="Straight Connector 30"/>
          <p:cNvCxnSpPr/>
          <p:nvPr/>
        </p:nvCxnSpPr>
        <p:spPr bwMode="auto">
          <a:xfrm flipH="1">
            <a:off x="6462252" y="3199603"/>
            <a:ext cx="1152030" cy="769469"/>
          </a:xfrm>
          <a:prstGeom prst="line">
            <a:avLst/>
          </a:prstGeom>
          <a:noFill/>
          <a:ln w="9525" cap="flat" cmpd="sng" algn="ctr">
            <a:solidFill>
              <a:schemeClr val="tx1"/>
            </a:solidFill>
            <a:prstDash val="solid"/>
            <a:round/>
            <a:headEnd type="none" w="med" len="med"/>
            <a:tailEnd type="none" w="med" len="med"/>
          </a:ln>
          <a:effectLst/>
          <a:extLst>
            <a:ext uri="{909E8E84-426E-40DD-AFC4-6F175D3DCCD1}">
              <a14:hiddenFill xmlns:a14="http://schemas.microsoft.com/office/drawing/2010/main">
                <a:solidFill>
                  <a:schemeClr val="accent1"/>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cxnSp>
      <p:cxnSp>
        <p:nvCxnSpPr>
          <p:cNvPr id="18433" name="Straight Connector 18432"/>
          <p:cNvCxnSpPr/>
          <p:nvPr/>
        </p:nvCxnSpPr>
        <p:spPr bwMode="auto">
          <a:xfrm>
            <a:off x="5969005" y="3156648"/>
            <a:ext cx="493247" cy="784321"/>
          </a:xfrm>
          <a:prstGeom prst="line">
            <a:avLst/>
          </a:prstGeom>
          <a:noFill/>
          <a:ln w="9525" cap="flat" cmpd="sng" algn="ctr">
            <a:solidFill>
              <a:schemeClr val="tx1"/>
            </a:solidFill>
            <a:prstDash val="solid"/>
            <a:round/>
            <a:headEnd type="none" w="med" len="med"/>
            <a:tailEnd type="none" w="med" len="med"/>
          </a:ln>
          <a:effectLst/>
          <a:extLst>
            <a:ext uri="{909E8E84-426E-40DD-AFC4-6F175D3DCCD1}">
              <a14:hiddenFill xmlns:a14="http://schemas.microsoft.com/office/drawing/2010/main">
                <a:solidFill>
                  <a:schemeClr val="accent1"/>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cxnSp>
    </p:spTree>
    <p:extLst>
      <p:ext uri="{BB962C8B-B14F-4D97-AF65-F5344CB8AC3E}">
        <p14:creationId xmlns:p14="http://schemas.microsoft.com/office/powerpoint/2010/main" val="2694218613"/>
      </p:ext>
    </p:extLst>
  </p:cSld>
  <p:clrMapOvr>
    <a:masterClrMapping/>
  </p:clrMapOvr>
</p:sld>
</file>

<file path=ppt/slides/slide1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8436" name="Text Box 36"/>
          <p:cNvSpPr txBox="1">
            <a:spLocks noChangeArrowheads="1"/>
          </p:cNvSpPr>
          <p:nvPr/>
        </p:nvSpPr>
        <p:spPr bwMode="auto">
          <a:xfrm>
            <a:off x="0" y="0"/>
            <a:ext cx="9144000" cy="1015663"/>
          </a:xfrm>
          <a:prstGeom prst="rect">
            <a:avLst/>
          </a:prstGeom>
          <a:solidFill>
            <a:schemeClr val="bg1"/>
          </a:solidFill>
          <a:ln>
            <a:noFill/>
          </a:ln>
          <a:effectLst/>
        </p:spPr>
        <p:txBody>
          <a:bodyPr>
            <a:spAutoFit/>
          </a:bodyPr>
          <a:lstStyle>
            <a:lvl1pPr eaLnBrk="0" hangingPunct="0">
              <a:defRPr b="1">
                <a:solidFill>
                  <a:schemeClr val="tx1"/>
                </a:solidFill>
                <a:latin typeface="Arial" charset="0"/>
              </a:defRPr>
            </a:lvl1pPr>
            <a:lvl2pPr marL="742950" indent="-285750" eaLnBrk="0" hangingPunct="0">
              <a:defRPr b="1">
                <a:solidFill>
                  <a:schemeClr val="tx1"/>
                </a:solidFill>
                <a:latin typeface="Arial" charset="0"/>
              </a:defRPr>
            </a:lvl2pPr>
            <a:lvl3pPr marL="1143000" indent="-228600" eaLnBrk="0" hangingPunct="0">
              <a:defRPr b="1">
                <a:solidFill>
                  <a:schemeClr val="tx1"/>
                </a:solidFill>
                <a:latin typeface="Arial" charset="0"/>
              </a:defRPr>
            </a:lvl3pPr>
            <a:lvl4pPr marL="1600200" indent="-228600" eaLnBrk="0" hangingPunct="0">
              <a:defRPr b="1">
                <a:solidFill>
                  <a:schemeClr val="tx1"/>
                </a:solidFill>
                <a:latin typeface="Arial" charset="0"/>
              </a:defRPr>
            </a:lvl4pPr>
            <a:lvl5pPr marL="2057400" indent="-228600" eaLnBrk="0" hangingPunct="0">
              <a:defRPr b="1">
                <a:solidFill>
                  <a:schemeClr val="tx1"/>
                </a:solidFill>
                <a:latin typeface="Arial" charset="0"/>
              </a:defRPr>
            </a:lvl5pPr>
            <a:lvl6pPr marL="2514600" indent="-228600" algn="ctr" eaLnBrk="0" fontAlgn="base" hangingPunct="0">
              <a:spcBef>
                <a:spcPct val="0"/>
              </a:spcBef>
              <a:spcAft>
                <a:spcPct val="0"/>
              </a:spcAft>
              <a:defRPr b="1">
                <a:solidFill>
                  <a:schemeClr val="tx1"/>
                </a:solidFill>
                <a:latin typeface="Arial" charset="0"/>
              </a:defRPr>
            </a:lvl6pPr>
            <a:lvl7pPr marL="2971800" indent="-228600" algn="ctr" eaLnBrk="0" fontAlgn="base" hangingPunct="0">
              <a:spcBef>
                <a:spcPct val="0"/>
              </a:spcBef>
              <a:spcAft>
                <a:spcPct val="0"/>
              </a:spcAft>
              <a:defRPr b="1">
                <a:solidFill>
                  <a:schemeClr val="tx1"/>
                </a:solidFill>
                <a:latin typeface="Arial" charset="0"/>
              </a:defRPr>
            </a:lvl7pPr>
            <a:lvl8pPr marL="3429000" indent="-228600" algn="ctr" eaLnBrk="0" fontAlgn="base" hangingPunct="0">
              <a:spcBef>
                <a:spcPct val="0"/>
              </a:spcBef>
              <a:spcAft>
                <a:spcPct val="0"/>
              </a:spcAft>
              <a:defRPr b="1">
                <a:solidFill>
                  <a:schemeClr val="tx1"/>
                </a:solidFill>
                <a:latin typeface="Arial" charset="0"/>
              </a:defRPr>
            </a:lvl8pPr>
            <a:lvl9pPr marL="3886200" indent="-228600" algn="ctr" eaLnBrk="0" fontAlgn="base" hangingPunct="0">
              <a:spcBef>
                <a:spcPct val="0"/>
              </a:spcBef>
              <a:spcAft>
                <a:spcPct val="0"/>
              </a:spcAft>
              <a:defRPr b="1">
                <a:solidFill>
                  <a:schemeClr val="tx1"/>
                </a:solidFill>
                <a:latin typeface="Arial" charset="0"/>
              </a:defRPr>
            </a:lvl9pPr>
          </a:lstStyle>
          <a:p>
            <a:pPr algn="ctr" eaLnBrk="1" hangingPunct="1">
              <a:spcBef>
                <a:spcPct val="50000"/>
              </a:spcBef>
            </a:pPr>
            <a:endParaRPr lang="en-US" sz="2400" b="0" dirty="0"/>
          </a:p>
          <a:p>
            <a:pPr algn="ctr" eaLnBrk="1" hangingPunct="1">
              <a:spcBef>
                <a:spcPct val="50000"/>
              </a:spcBef>
            </a:pPr>
            <a:r>
              <a:rPr lang="en-US" sz="2400" b="0" dirty="0"/>
              <a:t> </a:t>
            </a:r>
            <a:r>
              <a:rPr lang="en-US" b="0" dirty="0"/>
              <a:t>Lexical analysis: Parsing</a:t>
            </a:r>
            <a:endParaRPr lang="nl-NL" b="0" dirty="0"/>
          </a:p>
        </p:txBody>
      </p:sp>
      <p:sp>
        <p:nvSpPr>
          <p:cNvPr id="6" name="Rectangle 5"/>
          <p:cNvSpPr/>
          <p:nvPr/>
        </p:nvSpPr>
        <p:spPr>
          <a:xfrm>
            <a:off x="701484" y="2255733"/>
            <a:ext cx="8461128" cy="523220"/>
          </a:xfrm>
          <a:prstGeom prst="rect">
            <a:avLst/>
          </a:prstGeom>
        </p:spPr>
        <p:txBody>
          <a:bodyPr wrap="square">
            <a:spAutoFit/>
          </a:bodyPr>
          <a:lstStyle/>
          <a:p>
            <a:r>
              <a:rPr lang="en-US" sz="2800" dirty="0">
                <a:solidFill>
                  <a:srgbClr val="0000CC"/>
                </a:solidFill>
              </a:rPr>
              <a:t>x    ==    y              z        1           z       2</a:t>
            </a:r>
            <a:endParaRPr lang="nl-NL" sz="2800" dirty="0">
              <a:solidFill>
                <a:srgbClr val="0000CC"/>
              </a:solidFill>
            </a:endParaRPr>
          </a:p>
        </p:txBody>
      </p:sp>
      <p:sp>
        <p:nvSpPr>
          <p:cNvPr id="9" name="Rectangle 8"/>
          <p:cNvSpPr/>
          <p:nvPr/>
        </p:nvSpPr>
        <p:spPr>
          <a:xfrm>
            <a:off x="341436" y="5919394"/>
            <a:ext cx="8461128" cy="492443"/>
          </a:xfrm>
          <a:prstGeom prst="rect">
            <a:avLst/>
          </a:prstGeom>
        </p:spPr>
        <p:txBody>
          <a:bodyPr wrap="square">
            <a:spAutoFit/>
          </a:bodyPr>
          <a:lstStyle/>
          <a:p>
            <a:pPr algn="ctr"/>
            <a:r>
              <a:rPr lang="nl-NL" sz="2600" dirty="0" err="1">
                <a:solidFill>
                  <a:srgbClr val="FF0000"/>
                </a:solidFill>
              </a:rPr>
              <a:t>If-then-else</a:t>
            </a:r>
            <a:endParaRPr lang="nl-NL" sz="2600" dirty="0">
              <a:solidFill>
                <a:srgbClr val="FF0000"/>
              </a:solidFill>
            </a:endParaRPr>
          </a:p>
        </p:txBody>
      </p:sp>
      <p:sp>
        <p:nvSpPr>
          <p:cNvPr id="21" name="Rectangle 20"/>
          <p:cNvSpPr/>
          <p:nvPr/>
        </p:nvSpPr>
        <p:spPr>
          <a:xfrm>
            <a:off x="1799342" y="1389808"/>
            <a:ext cx="4482886" cy="461665"/>
          </a:xfrm>
          <a:prstGeom prst="rect">
            <a:avLst/>
          </a:prstGeom>
        </p:spPr>
        <p:txBody>
          <a:bodyPr wrap="square">
            <a:spAutoFit/>
          </a:bodyPr>
          <a:lstStyle/>
          <a:p>
            <a:r>
              <a:rPr lang="en-US" dirty="0">
                <a:solidFill>
                  <a:srgbClr val="0000CC"/>
                </a:solidFill>
              </a:rPr>
              <a:t>if x == y then z = 1; else z = 2;</a:t>
            </a:r>
            <a:endParaRPr lang="nl-NL" dirty="0">
              <a:solidFill>
                <a:srgbClr val="0000CC"/>
              </a:solidFill>
            </a:endParaRPr>
          </a:p>
        </p:txBody>
      </p:sp>
    </p:spTree>
    <p:extLst>
      <p:ext uri="{BB962C8B-B14F-4D97-AF65-F5344CB8AC3E}">
        <p14:creationId xmlns:p14="http://schemas.microsoft.com/office/powerpoint/2010/main" val="705796536"/>
      </p:ext>
    </p:extLst>
  </p:cSld>
  <p:clrMapOvr>
    <a:masterClrMapping/>
  </p:clrMapOvr>
</p:sld>
</file>

<file path=ppt/slides/slide1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8436" name="Text Box 36"/>
          <p:cNvSpPr txBox="1">
            <a:spLocks noChangeArrowheads="1"/>
          </p:cNvSpPr>
          <p:nvPr/>
        </p:nvSpPr>
        <p:spPr bwMode="auto">
          <a:xfrm>
            <a:off x="0" y="0"/>
            <a:ext cx="9144000" cy="1015663"/>
          </a:xfrm>
          <a:prstGeom prst="rect">
            <a:avLst/>
          </a:prstGeom>
          <a:solidFill>
            <a:schemeClr val="bg1"/>
          </a:solidFill>
          <a:ln>
            <a:noFill/>
          </a:ln>
          <a:effectLst/>
        </p:spPr>
        <p:txBody>
          <a:bodyPr>
            <a:spAutoFit/>
          </a:bodyPr>
          <a:lstStyle>
            <a:lvl1pPr eaLnBrk="0" hangingPunct="0">
              <a:defRPr b="1">
                <a:solidFill>
                  <a:schemeClr val="tx1"/>
                </a:solidFill>
                <a:latin typeface="Arial" charset="0"/>
              </a:defRPr>
            </a:lvl1pPr>
            <a:lvl2pPr marL="742950" indent="-285750" eaLnBrk="0" hangingPunct="0">
              <a:defRPr b="1">
                <a:solidFill>
                  <a:schemeClr val="tx1"/>
                </a:solidFill>
                <a:latin typeface="Arial" charset="0"/>
              </a:defRPr>
            </a:lvl2pPr>
            <a:lvl3pPr marL="1143000" indent="-228600" eaLnBrk="0" hangingPunct="0">
              <a:defRPr b="1">
                <a:solidFill>
                  <a:schemeClr val="tx1"/>
                </a:solidFill>
                <a:latin typeface="Arial" charset="0"/>
              </a:defRPr>
            </a:lvl3pPr>
            <a:lvl4pPr marL="1600200" indent="-228600" eaLnBrk="0" hangingPunct="0">
              <a:defRPr b="1">
                <a:solidFill>
                  <a:schemeClr val="tx1"/>
                </a:solidFill>
                <a:latin typeface="Arial" charset="0"/>
              </a:defRPr>
            </a:lvl4pPr>
            <a:lvl5pPr marL="2057400" indent="-228600" eaLnBrk="0" hangingPunct="0">
              <a:defRPr b="1">
                <a:solidFill>
                  <a:schemeClr val="tx1"/>
                </a:solidFill>
                <a:latin typeface="Arial" charset="0"/>
              </a:defRPr>
            </a:lvl5pPr>
            <a:lvl6pPr marL="2514600" indent="-228600" algn="ctr" eaLnBrk="0" fontAlgn="base" hangingPunct="0">
              <a:spcBef>
                <a:spcPct val="0"/>
              </a:spcBef>
              <a:spcAft>
                <a:spcPct val="0"/>
              </a:spcAft>
              <a:defRPr b="1">
                <a:solidFill>
                  <a:schemeClr val="tx1"/>
                </a:solidFill>
                <a:latin typeface="Arial" charset="0"/>
              </a:defRPr>
            </a:lvl6pPr>
            <a:lvl7pPr marL="2971800" indent="-228600" algn="ctr" eaLnBrk="0" fontAlgn="base" hangingPunct="0">
              <a:spcBef>
                <a:spcPct val="0"/>
              </a:spcBef>
              <a:spcAft>
                <a:spcPct val="0"/>
              </a:spcAft>
              <a:defRPr b="1">
                <a:solidFill>
                  <a:schemeClr val="tx1"/>
                </a:solidFill>
                <a:latin typeface="Arial" charset="0"/>
              </a:defRPr>
            </a:lvl7pPr>
            <a:lvl8pPr marL="3429000" indent="-228600" algn="ctr" eaLnBrk="0" fontAlgn="base" hangingPunct="0">
              <a:spcBef>
                <a:spcPct val="0"/>
              </a:spcBef>
              <a:spcAft>
                <a:spcPct val="0"/>
              </a:spcAft>
              <a:defRPr b="1">
                <a:solidFill>
                  <a:schemeClr val="tx1"/>
                </a:solidFill>
                <a:latin typeface="Arial" charset="0"/>
              </a:defRPr>
            </a:lvl8pPr>
            <a:lvl9pPr marL="3886200" indent="-228600" algn="ctr" eaLnBrk="0" fontAlgn="base" hangingPunct="0">
              <a:spcBef>
                <a:spcPct val="0"/>
              </a:spcBef>
              <a:spcAft>
                <a:spcPct val="0"/>
              </a:spcAft>
              <a:defRPr b="1">
                <a:solidFill>
                  <a:schemeClr val="tx1"/>
                </a:solidFill>
                <a:latin typeface="Arial" charset="0"/>
              </a:defRPr>
            </a:lvl9pPr>
          </a:lstStyle>
          <a:p>
            <a:pPr algn="ctr" eaLnBrk="1" hangingPunct="1">
              <a:spcBef>
                <a:spcPct val="50000"/>
              </a:spcBef>
            </a:pPr>
            <a:endParaRPr lang="en-US" sz="2400" b="0" dirty="0"/>
          </a:p>
          <a:p>
            <a:pPr algn="ctr" eaLnBrk="1" hangingPunct="1">
              <a:spcBef>
                <a:spcPct val="50000"/>
              </a:spcBef>
            </a:pPr>
            <a:r>
              <a:rPr lang="en-US" sz="2400" b="0" dirty="0"/>
              <a:t> </a:t>
            </a:r>
            <a:r>
              <a:rPr lang="en-US" b="0" dirty="0"/>
              <a:t>Lexical analysis: Parsing</a:t>
            </a:r>
            <a:endParaRPr lang="nl-NL" b="0" dirty="0"/>
          </a:p>
        </p:txBody>
      </p:sp>
      <p:sp>
        <p:nvSpPr>
          <p:cNvPr id="6" name="Rectangle 5"/>
          <p:cNvSpPr/>
          <p:nvPr/>
        </p:nvSpPr>
        <p:spPr>
          <a:xfrm>
            <a:off x="701484" y="2255733"/>
            <a:ext cx="8461128" cy="523220"/>
          </a:xfrm>
          <a:prstGeom prst="rect">
            <a:avLst/>
          </a:prstGeom>
        </p:spPr>
        <p:txBody>
          <a:bodyPr wrap="square">
            <a:spAutoFit/>
          </a:bodyPr>
          <a:lstStyle/>
          <a:p>
            <a:r>
              <a:rPr lang="en-US" sz="2800" dirty="0">
                <a:solidFill>
                  <a:srgbClr val="0000CC"/>
                </a:solidFill>
              </a:rPr>
              <a:t>x    ==    y              z        1           z       2</a:t>
            </a:r>
            <a:endParaRPr lang="nl-NL" sz="2800" dirty="0">
              <a:solidFill>
                <a:srgbClr val="0000CC"/>
              </a:solidFill>
            </a:endParaRPr>
          </a:p>
        </p:txBody>
      </p:sp>
      <p:sp>
        <p:nvSpPr>
          <p:cNvPr id="8" name="Rectangle 7"/>
          <p:cNvSpPr/>
          <p:nvPr/>
        </p:nvSpPr>
        <p:spPr>
          <a:xfrm>
            <a:off x="341436" y="4661065"/>
            <a:ext cx="8461128" cy="492443"/>
          </a:xfrm>
          <a:prstGeom prst="rect">
            <a:avLst/>
          </a:prstGeom>
        </p:spPr>
        <p:txBody>
          <a:bodyPr wrap="square">
            <a:spAutoFit/>
          </a:bodyPr>
          <a:lstStyle/>
          <a:p>
            <a:r>
              <a:rPr lang="nl-NL" sz="2600" dirty="0">
                <a:solidFill>
                  <a:srgbClr val="FF0000"/>
                </a:solidFill>
              </a:rPr>
              <a:t>   </a:t>
            </a:r>
            <a:r>
              <a:rPr lang="nl-NL" sz="2600" dirty="0" err="1">
                <a:solidFill>
                  <a:srgbClr val="FF0000"/>
                </a:solidFill>
              </a:rPr>
              <a:t>predicate</a:t>
            </a:r>
            <a:r>
              <a:rPr lang="nl-NL" sz="2600" dirty="0">
                <a:solidFill>
                  <a:srgbClr val="FF0000"/>
                </a:solidFill>
              </a:rPr>
              <a:t>	            </a:t>
            </a:r>
            <a:r>
              <a:rPr lang="nl-NL" sz="2600" dirty="0" err="1">
                <a:solidFill>
                  <a:srgbClr val="FF0000"/>
                </a:solidFill>
              </a:rPr>
              <a:t>then-smth</a:t>
            </a:r>
            <a:r>
              <a:rPr lang="nl-NL" sz="2600" dirty="0">
                <a:solidFill>
                  <a:srgbClr val="FF0000"/>
                </a:solidFill>
              </a:rPr>
              <a:t>		</a:t>
            </a:r>
            <a:r>
              <a:rPr lang="nl-NL" sz="2600" dirty="0" err="1">
                <a:solidFill>
                  <a:srgbClr val="FF0000"/>
                </a:solidFill>
              </a:rPr>
              <a:t>else-smth</a:t>
            </a:r>
            <a:endParaRPr lang="nl-NL" sz="2600" dirty="0">
              <a:solidFill>
                <a:srgbClr val="FF0000"/>
              </a:solidFill>
            </a:endParaRPr>
          </a:p>
        </p:txBody>
      </p:sp>
      <p:sp>
        <p:nvSpPr>
          <p:cNvPr id="9" name="Rectangle 8"/>
          <p:cNvSpPr/>
          <p:nvPr/>
        </p:nvSpPr>
        <p:spPr>
          <a:xfrm>
            <a:off x="341436" y="5919394"/>
            <a:ext cx="8461128" cy="492443"/>
          </a:xfrm>
          <a:prstGeom prst="rect">
            <a:avLst/>
          </a:prstGeom>
        </p:spPr>
        <p:txBody>
          <a:bodyPr wrap="square">
            <a:spAutoFit/>
          </a:bodyPr>
          <a:lstStyle/>
          <a:p>
            <a:pPr algn="ctr"/>
            <a:r>
              <a:rPr lang="nl-NL" sz="2600" dirty="0" err="1">
                <a:solidFill>
                  <a:srgbClr val="FF0000"/>
                </a:solidFill>
              </a:rPr>
              <a:t>If-then-else</a:t>
            </a:r>
            <a:endParaRPr lang="nl-NL" sz="2600" dirty="0">
              <a:solidFill>
                <a:srgbClr val="FF0000"/>
              </a:solidFill>
            </a:endParaRPr>
          </a:p>
        </p:txBody>
      </p:sp>
      <p:cxnSp>
        <p:nvCxnSpPr>
          <p:cNvPr id="22" name="Straight Connector 21"/>
          <p:cNvCxnSpPr/>
          <p:nvPr/>
        </p:nvCxnSpPr>
        <p:spPr bwMode="auto">
          <a:xfrm>
            <a:off x="1241556" y="5196463"/>
            <a:ext cx="3107233" cy="679976"/>
          </a:xfrm>
          <a:prstGeom prst="line">
            <a:avLst/>
          </a:prstGeom>
          <a:noFill/>
          <a:ln w="9525" cap="flat" cmpd="sng" algn="ctr">
            <a:solidFill>
              <a:schemeClr val="tx1"/>
            </a:solidFill>
            <a:prstDash val="solid"/>
            <a:round/>
            <a:headEnd type="none" w="med" len="med"/>
            <a:tailEnd type="none" w="med" len="med"/>
          </a:ln>
          <a:effectLst/>
          <a:extLst>
            <a:ext uri="{909E8E84-426E-40DD-AFC4-6F175D3DCCD1}">
              <a14:hiddenFill xmlns:a14="http://schemas.microsoft.com/office/drawing/2010/main">
                <a:solidFill>
                  <a:schemeClr val="accent1"/>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cxnSp>
      <p:cxnSp>
        <p:nvCxnSpPr>
          <p:cNvPr id="24" name="Straight Connector 23"/>
          <p:cNvCxnSpPr/>
          <p:nvPr/>
        </p:nvCxnSpPr>
        <p:spPr bwMode="auto">
          <a:xfrm flipH="1">
            <a:off x="4348790" y="5147591"/>
            <a:ext cx="2113462" cy="728848"/>
          </a:xfrm>
          <a:prstGeom prst="line">
            <a:avLst/>
          </a:prstGeom>
          <a:noFill/>
          <a:ln w="9525" cap="flat" cmpd="sng" algn="ctr">
            <a:solidFill>
              <a:schemeClr val="tx1"/>
            </a:solidFill>
            <a:prstDash val="solid"/>
            <a:round/>
            <a:headEnd type="none" w="med" len="med"/>
            <a:tailEnd type="none" w="med" len="med"/>
          </a:ln>
          <a:effectLst/>
          <a:extLst>
            <a:ext uri="{909E8E84-426E-40DD-AFC4-6F175D3DCCD1}">
              <a14:hiddenFill xmlns:a14="http://schemas.microsoft.com/office/drawing/2010/main">
                <a:solidFill>
                  <a:schemeClr val="accent1"/>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cxnSp>
      <p:cxnSp>
        <p:nvCxnSpPr>
          <p:cNvPr id="31" name="Straight Connector 30"/>
          <p:cNvCxnSpPr/>
          <p:nvPr/>
        </p:nvCxnSpPr>
        <p:spPr bwMode="auto">
          <a:xfrm>
            <a:off x="4065817" y="5196463"/>
            <a:ext cx="282972" cy="679976"/>
          </a:xfrm>
          <a:prstGeom prst="line">
            <a:avLst/>
          </a:prstGeom>
          <a:noFill/>
          <a:ln w="9525" cap="flat" cmpd="sng" algn="ctr">
            <a:solidFill>
              <a:schemeClr val="tx1"/>
            </a:solidFill>
            <a:prstDash val="solid"/>
            <a:round/>
            <a:headEnd type="none" w="med" len="med"/>
            <a:tailEnd type="none" w="med" len="med"/>
          </a:ln>
          <a:effectLst/>
          <a:extLst>
            <a:ext uri="{909E8E84-426E-40DD-AFC4-6F175D3DCCD1}">
              <a14:hiddenFill xmlns:a14="http://schemas.microsoft.com/office/drawing/2010/main">
                <a:solidFill>
                  <a:schemeClr val="accent1"/>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cxnSp>
      <p:sp>
        <p:nvSpPr>
          <p:cNvPr id="21" name="Rectangle 20"/>
          <p:cNvSpPr/>
          <p:nvPr/>
        </p:nvSpPr>
        <p:spPr>
          <a:xfrm>
            <a:off x="1799342" y="1389808"/>
            <a:ext cx="4482886" cy="461665"/>
          </a:xfrm>
          <a:prstGeom prst="rect">
            <a:avLst/>
          </a:prstGeom>
        </p:spPr>
        <p:txBody>
          <a:bodyPr wrap="square">
            <a:spAutoFit/>
          </a:bodyPr>
          <a:lstStyle/>
          <a:p>
            <a:r>
              <a:rPr lang="en-US" dirty="0">
                <a:solidFill>
                  <a:srgbClr val="0000CC"/>
                </a:solidFill>
              </a:rPr>
              <a:t>if x == y then z = 1; else z = 2;</a:t>
            </a:r>
            <a:endParaRPr lang="nl-NL" dirty="0">
              <a:solidFill>
                <a:srgbClr val="0000CC"/>
              </a:solidFill>
            </a:endParaRPr>
          </a:p>
        </p:txBody>
      </p:sp>
    </p:spTree>
    <p:extLst>
      <p:ext uri="{BB962C8B-B14F-4D97-AF65-F5344CB8AC3E}">
        <p14:creationId xmlns:p14="http://schemas.microsoft.com/office/powerpoint/2010/main" val="2696596177"/>
      </p:ext>
    </p:extLst>
  </p:cSld>
  <p:clrMapOvr>
    <a:masterClrMapping/>
  </p:clrMapOvr>
</p:sld>
</file>

<file path=ppt/slides/slide1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8436" name="Text Box 36"/>
          <p:cNvSpPr txBox="1">
            <a:spLocks noChangeArrowheads="1"/>
          </p:cNvSpPr>
          <p:nvPr/>
        </p:nvSpPr>
        <p:spPr bwMode="auto">
          <a:xfrm>
            <a:off x="0" y="0"/>
            <a:ext cx="9144000" cy="1015663"/>
          </a:xfrm>
          <a:prstGeom prst="rect">
            <a:avLst/>
          </a:prstGeom>
          <a:solidFill>
            <a:schemeClr val="bg1"/>
          </a:solidFill>
          <a:ln>
            <a:noFill/>
          </a:ln>
          <a:effectLst/>
        </p:spPr>
        <p:txBody>
          <a:bodyPr>
            <a:spAutoFit/>
          </a:bodyPr>
          <a:lstStyle>
            <a:lvl1pPr eaLnBrk="0" hangingPunct="0">
              <a:defRPr b="1">
                <a:solidFill>
                  <a:schemeClr val="tx1"/>
                </a:solidFill>
                <a:latin typeface="Arial" charset="0"/>
              </a:defRPr>
            </a:lvl1pPr>
            <a:lvl2pPr marL="742950" indent="-285750" eaLnBrk="0" hangingPunct="0">
              <a:defRPr b="1">
                <a:solidFill>
                  <a:schemeClr val="tx1"/>
                </a:solidFill>
                <a:latin typeface="Arial" charset="0"/>
              </a:defRPr>
            </a:lvl2pPr>
            <a:lvl3pPr marL="1143000" indent="-228600" eaLnBrk="0" hangingPunct="0">
              <a:defRPr b="1">
                <a:solidFill>
                  <a:schemeClr val="tx1"/>
                </a:solidFill>
                <a:latin typeface="Arial" charset="0"/>
              </a:defRPr>
            </a:lvl3pPr>
            <a:lvl4pPr marL="1600200" indent="-228600" eaLnBrk="0" hangingPunct="0">
              <a:defRPr b="1">
                <a:solidFill>
                  <a:schemeClr val="tx1"/>
                </a:solidFill>
                <a:latin typeface="Arial" charset="0"/>
              </a:defRPr>
            </a:lvl4pPr>
            <a:lvl5pPr marL="2057400" indent="-228600" eaLnBrk="0" hangingPunct="0">
              <a:defRPr b="1">
                <a:solidFill>
                  <a:schemeClr val="tx1"/>
                </a:solidFill>
                <a:latin typeface="Arial" charset="0"/>
              </a:defRPr>
            </a:lvl5pPr>
            <a:lvl6pPr marL="2514600" indent="-228600" algn="ctr" eaLnBrk="0" fontAlgn="base" hangingPunct="0">
              <a:spcBef>
                <a:spcPct val="0"/>
              </a:spcBef>
              <a:spcAft>
                <a:spcPct val="0"/>
              </a:spcAft>
              <a:defRPr b="1">
                <a:solidFill>
                  <a:schemeClr val="tx1"/>
                </a:solidFill>
                <a:latin typeface="Arial" charset="0"/>
              </a:defRPr>
            </a:lvl6pPr>
            <a:lvl7pPr marL="2971800" indent="-228600" algn="ctr" eaLnBrk="0" fontAlgn="base" hangingPunct="0">
              <a:spcBef>
                <a:spcPct val="0"/>
              </a:spcBef>
              <a:spcAft>
                <a:spcPct val="0"/>
              </a:spcAft>
              <a:defRPr b="1">
                <a:solidFill>
                  <a:schemeClr val="tx1"/>
                </a:solidFill>
                <a:latin typeface="Arial" charset="0"/>
              </a:defRPr>
            </a:lvl7pPr>
            <a:lvl8pPr marL="3429000" indent="-228600" algn="ctr" eaLnBrk="0" fontAlgn="base" hangingPunct="0">
              <a:spcBef>
                <a:spcPct val="0"/>
              </a:spcBef>
              <a:spcAft>
                <a:spcPct val="0"/>
              </a:spcAft>
              <a:defRPr b="1">
                <a:solidFill>
                  <a:schemeClr val="tx1"/>
                </a:solidFill>
                <a:latin typeface="Arial" charset="0"/>
              </a:defRPr>
            </a:lvl8pPr>
            <a:lvl9pPr marL="3886200" indent="-228600" algn="ctr" eaLnBrk="0" fontAlgn="base" hangingPunct="0">
              <a:spcBef>
                <a:spcPct val="0"/>
              </a:spcBef>
              <a:spcAft>
                <a:spcPct val="0"/>
              </a:spcAft>
              <a:defRPr b="1">
                <a:solidFill>
                  <a:schemeClr val="tx1"/>
                </a:solidFill>
                <a:latin typeface="Arial" charset="0"/>
              </a:defRPr>
            </a:lvl9pPr>
          </a:lstStyle>
          <a:p>
            <a:pPr algn="ctr" eaLnBrk="1" hangingPunct="1">
              <a:spcBef>
                <a:spcPct val="50000"/>
              </a:spcBef>
            </a:pPr>
            <a:endParaRPr lang="en-US" sz="2400" b="0" dirty="0"/>
          </a:p>
          <a:p>
            <a:pPr algn="ctr" eaLnBrk="1" hangingPunct="1">
              <a:spcBef>
                <a:spcPct val="50000"/>
              </a:spcBef>
            </a:pPr>
            <a:r>
              <a:rPr lang="en-US" sz="2400" b="0" dirty="0"/>
              <a:t> </a:t>
            </a:r>
            <a:r>
              <a:rPr lang="en-US" b="0" dirty="0"/>
              <a:t>Lexical analysis: Parsing</a:t>
            </a:r>
            <a:endParaRPr lang="nl-NL" b="0" dirty="0"/>
          </a:p>
        </p:txBody>
      </p:sp>
      <p:sp>
        <p:nvSpPr>
          <p:cNvPr id="6" name="Rectangle 5"/>
          <p:cNvSpPr/>
          <p:nvPr/>
        </p:nvSpPr>
        <p:spPr>
          <a:xfrm>
            <a:off x="701484" y="2255733"/>
            <a:ext cx="8461128" cy="523220"/>
          </a:xfrm>
          <a:prstGeom prst="rect">
            <a:avLst/>
          </a:prstGeom>
        </p:spPr>
        <p:txBody>
          <a:bodyPr wrap="square">
            <a:spAutoFit/>
          </a:bodyPr>
          <a:lstStyle/>
          <a:p>
            <a:r>
              <a:rPr lang="en-US" sz="2800" dirty="0">
                <a:solidFill>
                  <a:srgbClr val="0000CC"/>
                </a:solidFill>
              </a:rPr>
              <a:t>x    ==    y              z        1           z       2</a:t>
            </a:r>
            <a:endParaRPr lang="nl-NL" sz="2800" dirty="0">
              <a:solidFill>
                <a:srgbClr val="0000CC"/>
              </a:solidFill>
            </a:endParaRPr>
          </a:p>
        </p:txBody>
      </p:sp>
      <p:sp>
        <p:nvSpPr>
          <p:cNvPr id="7" name="Rectangle 6"/>
          <p:cNvSpPr/>
          <p:nvPr/>
        </p:nvSpPr>
        <p:spPr>
          <a:xfrm>
            <a:off x="71400" y="3384301"/>
            <a:ext cx="8461128" cy="492443"/>
          </a:xfrm>
          <a:prstGeom prst="rect">
            <a:avLst/>
          </a:prstGeom>
        </p:spPr>
        <p:txBody>
          <a:bodyPr wrap="square">
            <a:spAutoFit/>
          </a:bodyPr>
          <a:lstStyle/>
          <a:p>
            <a:r>
              <a:rPr lang="nl-NL" sz="2600" dirty="0">
                <a:solidFill>
                  <a:srgbClr val="FF0000"/>
                </a:solidFill>
              </a:rPr>
              <a:t>       </a:t>
            </a:r>
            <a:r>
              <a:rPr lang="nl-NL" sz="2600" dirty="0" err="1">
                <a:solidFill>
                  <a:srgbClr val="FF0000"/>
                </a:solidFill>
              </a:rPr>
              <a:t>relation</a:t>
            </a:r>
            <a:endParaRPr lang="nl-NL" sz="2600" dirty="0">
              <a:solidFill>
                <a:srgbClr val="FF0000"/>
              </a:solidFill>
            </a:endParaRPr>
          </a:p>
        </p:txBody>
      </p:sp>
      <p:sp>
        <p:nvSpPr>
          <p:cNvPr id="8" name="Rectangle 7"/>
          <p:cNvSpPr/>
          <p:nvPr/>
        </p:nvSpPr>
        <p:spPr>
          <a:xfrm>
            <a:off x="341436" y="4661065"/>
            <a:ext cx="8461128" cy="492443"/>
          </a:xfrm>
          <a:prstGeom prst="rect">
            <a:avLst/>
          </a:prstGeom>
        </p:spPr>
        <p:txBody>
          <a:bodyPr wrap="square">
            <a:spAutoFit/>
          </a:bodyPr>
          <a:lstStyle/>
          <a:p>
            <a:r>
              <a:rPr lang="nl-NL" sz="2600" dirty="0">
                <a:solidFill>
                  <a:srgbClr val="FF0000"/>
                </a:solidFill>
              </a:rPr>
              <a:t>   </a:t>
            </a:r>
            <a:r>
              <a:rPr lang="nl-NL" sz="2600" dirty="0" err="1">
                <a:solidFill>
                  <a:srgbClr val="FF0000"/>
                </a:solidFill>
              </a:rPr>
              <a:t>predicate</a:t>
            </a:r>
            <a:r>
              <a:rPr lang="nl-NL" sz="2600" dirty="0">
                <a:solidFill>
                  <a:srgbClr val="FF0000"/>
                </a:solidFill>
              </a:rPr>
              <a:t>	            </a:t>
            </a:r>
            <a:r>
              <a:rPr lang="nl-NL" sz="2600" dirty="0" err="1">
                <a:solidFill>
                  <a:srgbClr val="FF0000"/>
                </a:solidFill>
              </a:rPr>
              <a:t>then-smth</a:t>
            </a:r>
            <a:r>
              <a:rPr lang="nl-NL" sz="2600" dirty="0">
                <a:solidFill>
                  <a:srgbClr val="FF0000"/>
                </a:solidFill>
              </a:rPr>
              <a:t>		</a:t>
            </a:r>
            <a:r>
              <a:rPr lang="nl-NL" sz="2600" dirty="0" err="1">
                <a:solidFill>
                  <a:srgbClr val="FF0000"/>
                </a:solidFill>
              </a:rPr>
              <a:t>else-smth</a:t>
            </a:r>
            <a:endParaRPr lang="nl-NL" sz="2600" dirty="0">
              <a:solidFill>
                <a:srgbClr val="FF0000"/>
              </a:solidFill>
            </a:endParaRPr>
          </a:p>
        </p:txBody>
      </p:sp>
      <p:sp>
        <p:nvSpPr>
          <p:cNvPr id="9" name="Rectangle 8"/>
          <p:cNvSpPr/>
          <p:nvPr/>
        </p:nvSpPr>
        <p:spPr>
          <a:xfrm>
            <a:off x="341436" y="5919394"/>
            <a:ext cx="8461128" cy="492443"/>
          </a:xfrm>
          <a:prstGeom prst="rect">
            <a:avLst/>
          </a:prstGeom>
        </p:spPr>
        <p:txBody>
          <a:bodyPr wrap="square">
            <a:spAutoFit/>
          </a:bodyPr>
          <a:lstStyle/>
          <a:p>
            <a:pPr algn="ctr"/>
            <a:r>
              <a:rPr lang="nl-NL" sz="2600" dirty="0" err="1">
                <a:solidFill>
                  <a:srgbClr val="FF0000"/>
                </a:solidFill>
              </a:rPr>
              <a:t>If-then-else</a:t>
            </a:r>
            <a:endParaRPr lang="nl-NL" sz="2600" dirty="0">
              <a:solidFill>
                <a:srgbClr val="FF0000"/>
              </a:solidFill>
            </a:endParaRPr>
          </a:p>
        </p:txBody>
      </p:sp>
      <p:cxnSp>
        <p:nvCxnSpPr>
          <p:cNvPr id="10" name="Straight Connector 9"/>
          <p:cNvCxnSpPr/>
          <p:nvPr/>
        </p:nvCxnSpPr>
        <p:spPr bwMode="auto">
          <a:xfrm>
            <a:off x="956590" y="2713410"/>
            <a:ext cx="374978" cy="650928"/>
          </a:xfrm>
          <a:prstGeom prst="line">
            <a:avLst/>
          </a:prstGeom>
          <a:noFill/>
          <a:ln w="9525" cap="flat" cmpd="sng" algn="ctr">
            <a:solidFill>
              <a:schemeClr val="tx1"/>
            </a:solidFill>
            <a:prstDash val="solid"/>
            <a:round/>
            <a:headEnd type="none" w="med" len="med"/>
            <a:tailEnd type="none" w="med" len="med"/>
          </a:ln>
          <a:effectLst/>
          <a:extLst>
            <a:ext uri="{909E8E84-426E-40DD-AFC4-6F175D3DCCD1}">
              <a14:hiddenFill xmlns:a14="http://schemas.microsoft.com/office/drawing/2010/main">
                <a:solidFill>
                  <a:schemeClr val="accent1"/>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cxnSp>
      <p:cxnSp>
        <p:nvCxnSpPr>
          <p:cNvPr id="13" name="Straight Connector 12"/>
          <p:cNvCxnSpPr/>
          <p:nvPr/>
        </p:nvCxnSpPr>
        <p:spPr bwMode="auto">
          <a:xfrm flipH="1">
            <a:off x="1331568" y="2528880"/>
            <a:ext cx="270036" cy="855421"/>
          </a:xfrm>
          <a:prstGeom prst="line">
            <a:avLst/>
          </a:prstGeom>
          <a:noFill/>
          <a:ln w="9525" cap="flat" cmpd="sng" algn="ctr">
            <a:solidFill>
              <a:schemeClr val="tx1"/>
            </a:solidFill>
            <a:prstDash val="solid"/>
            <a:round/>
            <a:headEnd type="none" w="med" len="med"/>
            <a:tailEnd type="none" w="med" len="med"/>
          </a:ln>
          <a:effectLst/>
          <a:extLst>
            <a:ext uri="{909E8E84-426E-40DD-AFC4-6F175D3DCCD1}">
              <a14:hiddenFill xmlns:a14="http://schemas.microsoft.com/office/drawing/2010/main">
                <a:solidFill>
                  <a:schemeClr val="accent1"/>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cxnSp>
      <p:cxnSp>
        <p:nvCxnSpPr>
          <p:cNvPr id="14" name="Straight Connector 13"/>
          <p:cNvCxnSpPr/>
          <p:nvPr/>
        </p:nvCxnSpPr>
        <p:spPr bwMode="auto">
          <a:xfrm flipH="1">
            <a:off x="1339057" y="2798916"/>
            <a:ext cx="524934" cy="528466"/>
          </a:xfrm>
          <a:prstGeom prst="line">
            <a:avLst/>
          </a:prstGeom>
          <a:noFill/>
          <a:ln w="9525" cap="flat" cmpd="sng" algn="ctr">
            <a:solidFill>
              <a:schemeClr val="tx1"/>
            </a:solidFill>
            <a:prstDash val="solid"/>
            <a:round/>
            <a:headEnd type="none" w="med" len="med"/>
            <a:tailEnd type="none" w="med" len="med"/>
          </a:ln>
          <a:effectLst/>
          <a:extLst>
            <a:ext uri="{909E8E84-426E-40DD-AFC4-6F175D3DCCD1}">
              <a14:hiddenFill xmlns:a14="http://schemas.microsoft.com/office/drawing/2010/main">
                <a:solidFill>
                  <a:schemeClr val="accent1"/>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cxnSp>
      <p:cxnSp>
        <p:nvCxnSpPr>
          <p:cNvPr id="18" name="Straight Connector 17"/>
          <p:cNvCxnSpPr/>
          <p:nvPr/>
        </p:nvCxnSpPr>
        <p:spPr bwMode="auto">
          <a:xfrm>
            <a:off x="1241556" y="3990757"/>
            <a:ext cx="0" cy="627353"/>
          </a:xfrm>
          <a:prstGeom prst="line">
            <a:avLst/>
          </a:prstGeom>
          <a:noFill/>
          <a:ln w="9525" cap="flat" cmpd="sng" algn="ctr">
            <a:solidFill>
              <a:schemeClr val="tx1"/>
            </a:solidFill>
            <a:prstDash val="solid"/>
            <a:round/>
            <a:headEnd type="none" w="med" len="med"/>
            <a:tailEnd type="none" w="med" len="med"/>
          </a:ln>
          <a:effectLst/>
          <a:extLst>
            <a:ext uri="{909E8E84-426E-40DD-AFC4-6F175D3DCCD1}">
              <a14:hiddenFill xmlns:a14="http://schemas.microsoft.com/office/drawing/2010/main">
                <a:solidFill>
                  <a:schemeClr val="accent1"/>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cxnSp>
      <p:cxnSp>
        <p:nvCxnSpPr>
          <p:cNvPr id="22" name="Straight Connector 21"/>
          <p:cNvCxnSpPr/>
          <p:nvPr/>
        </p:nvCxnSpPr>
        <p:spPr bwMode="auto">
          <a:xfrm>
            <a:off x="1241556" y="5196463"/>
            <a:ext cx="3107233" cy="679976"/>
          </a:xfrm>
          <a:prstGeom prst="line">
            <a:avLst/>
          </a:prstGeom>
          <a:noFill/>
          <a:ln w="9525" cap="flat" cmpd="sng" algn="ctr">
            <a:solidFill>
              <a:schemeClr val="tx1"/>
            </a:solidFill>
            <a:prstDash val="solid"/>
            <a:round/>
            <a:headEnd type="none" w="med" len="med"/>
            <a:tailEnd type="none" w="med" len="med"/>
          </a:ln>
          <a:effectLst/>
          <a:extLst>
            <a:ext uri="{909E8E84-426E-40DD-AFC4-6F175D3DCCD1}">
              <a14:hiddenFill xmlns:a14="http://schemas.microsoft.com/office/drawing/2010/main">
                <a:solidFill>
                  <a:schemeClr val="accent1"/>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cxnSp>
      <p:cxnSp>
        <p:nvCxnSpPr>
          <p:cNvPr id="24" name="Straight Connector 23"/>
          <p:cNvCxnSpPr/>
          <p:nvPr/>
        </p:nvCxnSpPr>
        <p:spPr bwMode="auto">
          <a:xfrm flipH="1">
            <a:off x="4348790" y="5147591"/>
            <a:ext cx="2113462" cy="728848"/>
          </a:xfrm>
          <a:prstGeom prst="line">
            <a:avLst/>
          </a:prstGeom>
          <a:noFill/>
          <a:ln w="9525" cap="flat" cmpd="sng" algn="ctr">
            <a:solidFill>
              <a:schemeClr val="tx1"/>
            </a:solidFill>
            <a:prstDash val="solid"/>
            <a:round/>
            <a:headEnd type="none" w="med" len="med"/>
            <a:tailEnd type="none" w="med" len="med"/>
          </a:ln>
          <a:effectLst/>
          <a:extLst>
            <a:ext uri="{909E8E84-426E-40DD-AFC4-6F175D3DCCD1}">
              <a14:hiddenFill xmlns:a14="http://schemas.microsoft.com/office/drawing/2010/main">
                <a:solidFill>
                  <a:schemeClr val="accent1"/>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cxnSp>
      <p:cxnSp>
        <p:nvCxnSpPr>
          <p:cNvPr id="31" name="Straight Connector 30"/>
          <p:cNvCxnSpPr/>
          <p:nvPr/>
        </p:nvCxnSpPr>
        <p:spPr bwMode="auto">
          <a:xfrm>
            <a:off x="4065817" y="5196463"/>
            <a:ext cx="282972" cy="679976"/>
          </a:xfrm>
          <a:prstGeom prst="line">
            <a:avLst/>
          </a:prstGeom>
          <a:noFill/>
          <a:ln w="9525" cap="flat" cmpd="sng" algn="ctr">
            <a:solidFill>
              <a:schemeClr val="tx1"/>
            </a:solidFill>
            <a:prstDash val="solid"/>
            <a:round/>
            <a:headEnd type="none" w="med" len="med"/>
            <a:tailEnd type="none" w="med" len="med"/>
          </a:ln>
          <a:effectLst/>
          <a:extLst>
            <a:ext uri="{909E8E84-426E-40DD-AFC4-6F175D3DCCD1}">
              <a14:hiddenFill xmlns:a14="http://schemas.microsoft.com/office/drawing/2010/main">
                <a:solidFill>
                  <a:schemeClr val="accent1"/>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cxnSp>
      <p:sp>
        <p:nvSpPr>
          <p:cNvPr id="21" name="Rectangle 20"/>
          <p:cNvSpPr/>
          <p:nvPr/>
        </p:nvSpPr>
        <p:spPr>
          <a:xfrm>
            <a:off x="1799342" y="1389808"/>
            <a:ext cx="4482886" cy="461665"/>
          </a:xfrm>
          <a:prstGeom prst="rect">
            <a:avLst/>
          </a:prstGeom>
        </p:spPr>
        <p:txBody>
          <a:bodyPr wrap="square">
            <a:spAutoFit/>
          </a:bodyPr>
          <a:lstStyle/>
          <a:p>
            <a:r>
              <a:rPr lang="en-US" dirty="0">
                <a:solidFill>
                  <a:srgbClr val="0000CC"/>
                </a:solidFill>
              </a:rPr>
              <a:t>if x == y then z = 1; else z = 2;</a:t>
            </a:r>
            <a:endParaRPr lang="nl-NL" dirty="0">
              <a:solidFill>
                <a:srgbClr val="0000CC"/>
              </a:solidFill>
            </a:endParaRPr>
          </a:p>
        </p:txBody>
      </p:sp>
    </p:spTree>
    <p:extLst>
      <p:ext uri="{BB962C8B-B14F-4D97-AF65-F5344CB8AC3E}">
        <p14:creationId xmlns:p14="http://schemas.microsoft.com/office/powerpoint/2010/main" val="988072441"/>
      </p:ext>
    </p:extLst>
  </p:cSld>
  <p:clrMapOvr>
    <a:masterClrMapping/>
  </p:clrMapOvr>
</p:sld>
</file>

<file path=ppt/slides/slide2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8436" name="Text Box 36"/>
          <p:cNvSpPr txBox="1">
            <a:spLocks noChangeArrowheads="1"/>
          </p:cNvSpPr>
          <p:nvPr/>
        </p:nvSpPr>
        <p:spPr bwMode="auto">
          <a:xfrm>
            <a:off x="0" y="0"/>
            <a:ext cx="9144000" cy="1015663"/>
          </a:xfrm>
          <a:prstGeom prst="rect">
            <a:avLst/>
          </a:prstGeom>
          <a:solidFill>
            <a:schemeClr val="bg1"/>
          </a:solidFill>
          <a:ln>
            <a:noFill/>
          </a:ln>
          <a:effectLst/>
        </p:spPr>
        <p:txBody>
          <a:bodyPr>
            <a:spAutoFit/>
          </a:bodyPr>
          <a:lstStyle>
            <a:lvl1pPr eaLnBrk="0" hangingPunct="0">
              <a:defRPr b="1">
                <a:solidFill>
                  <a:schemeClr val="tx1"/>
                </a:solidFill>
                <a:latin typeface="Arial" charset="0"/>
              </a:defRPr>
            </a:lvl1pPr>
            <a:lvl2pPr marL="742950" indent="-285750" eaLnBrk="0" hangingPunct="0">
              <a:defRPr b="1">
                <a:solidFill>
                  <a:schemeClr val="tx1"/>
                </a:solidFill>
                <a:latin typeface="Arial" charset="0"/>
              </a:defRPr>
            </a:lvl2pPr>
            <a:lvl3pPr marL="1143000" indent="-228600" eaLnBrk="0" hangingPunct="0">
              <a:defRPr b="1">
                <a:solidFill>
                  <a:schemeClr val="tx1"/>
                </a:solidFill>
                <a:latin typeface="Arial" charset="0"/>
              </a:defRPr>
            </a:lvl3pPr>
            <a:lvl4pPr marL="1600200" indent="-228600" eaLnBrk="0" hangingPunct="0">
              <a:defRPr b="1">
                <a:solidFill>
                  <a:schemeClr val="tx1"/>
                </a:solidFill>
                <a:latin typeface="Arial" charset="0"/>
              </a:defRPr>
            </a:lvl4pPr>
            <a:lvl5pPr marL="2057400" indent="-228600" eaLnBrk="0" hangingPunct="0">
              <a:defRPr b="1">
                <a:solidFill>
                  <a:schemeClr val="tx1"/>
                </a:solidFill>
                <a:latin typeface="Arial" charset="0"/>
              </a:defRPr>
            </a:lvl5pPr>
            <a:lvl6pPr marL="2514600" indent="-228600" algn="ctr" eaLnBrk="0" fontAlgn="base" hangingPunct="0">
              <a:spcBef>
                <a:spcPct val="0"/>
              </a:spcBef>
              <a:spcAft>
                <a:spcPct val="0"/>
              </a:spcAft>
              <a:defRPr b="1">
                <a:solidFill>
                  <a:schemeClr val="tx1"/>
                </a:solidFill>
                <a:latin typeface="Arial" charset="0"/>
              </a:defRPr>
            </a:lvl6pPr>
            <a:lvl7pPr marL="2971800" indent="-228600" algn="ctr" eaLnBrk="0" fontAlgn="base" hangingPunct="0">
              <a:spcBef>
                <a:spcPct val="0"/>
              </a:spcBef>
              <a:spcAft>
                <a:spcPct val="0"/>
              </a:spcAft>
              <a:defRPr b="1">
                <a:solidFill>
                  <a:schemeClr val="tx1"/>
                </a:solidFill>
                <a:latin typeface="Arial" charset="0"/>
              </a:defRPr>
            </a:lvl7pPr>
            <a:lvl8pPr marL="3429000" indent="-228600" algn="ctr" eaLnBrk="0" fontAlgn="base" hangingPunct="0">
              <a:spcBef>
                <a:spcPct val="0"/>
              </a:spcBef>
              <a:spcAft>
                <a:spcPct val="0"/>
              </a:spcAft>
              <a:defRPr b="1">
                <a:solidFill>
                  <a:schemeClr val="tx1"/>
                </a:solidFill>
                <a:latin typeface="Arial" charset="0"/>
              </a:defRPr>
            </a:lvl8pPr>
            <a:lvl9pPr marL="3886200" indent="-228600" algn="ctr" eaLnBrk="0" fontAlgn="base" hangingPunct="0">
              <a:spcBef>
                <a:spcPct val="0"/>
              </a:spcBef>
              <a:spcAft>
                <a:spcPct val="0"/>
              </a:spcAft>
              <a:defRPr b="1">
                <a:solidFill>
                  <a:schemeClr val="tx1"/>
                </a:solidFill>
                <a:latin typeface="Arial" charset="0"/>
              </a:defRPr>
            </a:lvl9pPr>
          </a:lstStyle>
          <a:p>
            <a:pPr algn="ctr" eaLnBrk="1" hangingPunct="1">
              <a:spcBef>
                <a:spcPct val="50000"/>
              </a:spcBef>
            </a:pPr>
            <a:endParaRPr lang="en-US" sz="2400" b="0" dirty="0"/>
          </a:p>
          <a:p>
            <a:pPr algn="ctr" eaLnBrk="1" hangingPunct="1">
              <a:spcBef>
                <a:spcPct val="50000"/>
              </a:spcBef>
            </a:pPr>
            <a:r>
              <a:rPr lang="en-US" sz="2400" b="0" dirty="0"/>
              <a:t> </a:t>
            </a:r>
            <a:r>
              <a:rPr lang="en-US" b="0" dirty="0"/>
              <a:t>Lexical analysis: Parsing</a:t>
            </a:r>
            <a:endParaRPr lang="nl-NL" b="0" dirty="0"/>
          </a:p>
        </p:txBody>
      </p:sp>
      <p:sp>
        <p:nvSpPr>
          <p:cNvPr id="6" name="Rectangle 5"/>
          <p:cNvSpPr/>
          <p:nvPr/>
        </p:nvSpPr>
        <p:spPr>
          <a:xfrm>
            <a:off x="701484" y="2255733"/>
            <a:ext cx="8461128" cy="523220"/>
          </a:xfrm>
          <a:prstGeom prst="rect">
            <a:avLst/>
          </a:prstGeom>
        </p:spPr>
        <p:txBody>
          <a:bodyPr wrap="square">
            <a:spAutoFit/>
          </a:bodyPr>
          <a:lstStyle/>
          <a:p>
            <a:r>
              <a:rPr lang="en-US" sz="2800" dirty="0">
                <a:solidFill>
                  <a:srgbClr val="0000CC"/>
                </a:solidFill>
              </a:rPr>
              <a:t>x    ==    y              z        1           z       2</a:t>
            </a:r>
            <a:endParaRPr lang="nl-NL" sz="2800" dirty="0">
              <a:solidFill>
                <a:srgbClr val="0000CC"/>
              </a:solidFill>
            </a:endParaRPr>
          </a:p>
        </p:txBody>
      </p:sp>
      <p:sp>
        <p:nvSpPr>
          <p:cNvPr id="7" name="Rectangle 6"/>
          <p:cNvSpPr/>
          <p:nvPr/>
        </p:nvSpPr>
        <p:spPr>
          <a:xfrm>
            <a:off x="71400" y="3384301"/>
            <a:ext cx="8461128" cy="492443"/>
          </a:xfrm>
          <a:prstGeom prst="rect">
            <a:avLst/>
          </a:prstGeom>
        </p:spPr>
        <p:txBody>
          <a:bodyPr wrap="square">
            <a:spAutoFit/>
          </a:bodyPr>
          <a:lstStyle/>
          <a:p>
            <a:r>
              <a:rPr lang="nl-NL" sz="2600" dirty="0">
                <a:solidFill>
                  <a:srgbClr val="FF0000"/>
                </a:solidFill>
              </a:rPr>
              <a:t>       </a:t>
            </a:r>
            <a:r>
              <a:rPr lang="nl-NL" sz="2600" dirty="0" err="1">
                <a:solidFill>
                  <a:srgbClr val="FF0000"/>
                </a:solidFill>
              </a:rPr>
              <a:t>relation</a:t>
            </a:r>
            <a:r>
              <a:rPr lang="nl-NL" sz="2600" dirty="0">
                <a:solidFill>
                  <a:srgbClr val="FF0000"/>
                </a:solidFill>
              </a:rPr>
              <a:t>                    </a:t>
            </a:r>
            <a:r>
              <a:rPr lang="nl-NL" sz="2600" dirty="0" err="1">
                <a:solidFill>
                  <a:srgbClr val="FF0000"/>
                </a:solidFill>
              </a:rPr>
              <a:t>assign</a:t>
            </a:r>
            <a:r>
              <a:rPr lang="nl-NL" sz="2600" dirty="0">
                <a:solidFill>
                  <a:srgbClr val="FF0000"/>
                </a:solidFill>
              </a:rPr>
              <a:t>              </a:t>
            </a:r>
            <a:r>
              <a:rPr lang="nl-NL" sz="2600" dirty="0" err="1">
                <a:solidFill>
                  <a:srgbClr val="FF0000"/>
                </a:solidFill>
              </a:rPr>
              <a:t>assign</a:t>
            </a:r>
            <a:endParaRPr lang="nl-NL" sz="2600" dirty="0">
              <a:solidFill>
                <a:srgbClr val="FF0000"/>
              </a:solidFill>
            </a:endParaRPr>
          </a:p>
        </p:txBody>
      </p:sp>
      <p:sp>
        <p:nvSpPr>
          <p:cNvPr id="8" name="Rectangle 7"/>
          <p:cNvSpPr/>
          <p:nvPr/>
        </p:nvSpPr>
        <p:spPr>
          <a:xfrm>
            <a:off x="341436" y="4661065"/>
            <a:ext cx="8461128" cy="492443"/>
          </a:xfrm>
          <a:prstGeom prst="rect">
            <a:avLst/>
          </a:prstGeom>
        </p:spPr>
        <p:txBody>
          <a:bodyPr wrap="square">
            <a:spAutoFit/>
          </a:bodyPr>
          <a:lstStyle/>
          <a:p>
            <a:r>
              <a:rPr lang="nl-NL" sz="2600" dirty="0">
                <a:solidFill>
                  <a:srgbClr val="FF0000"/>
                </a:solidFill>
              </a:rPr>
              <a:t>   </a:t>
            </a:r>
            <a:r>
              <a:rPr lang="nl-NL" sz="2600" dirty="0" err="1">
                <a:solidFill>
                  <a:srgbClr val="FF0000"/>
                </a:solidFill>
              </a:rPr>
              <a:t>predicate</a:t>
            </a:r>
            <a:r>
              <a:rPr lang="nl-NL" sz="2600" dirty="0">
                <a:solidFill>
                  <a:srgbClr val="FF0000"/>
                </a:solidFill>
              </a:rPr>
              <a:t>	            </a:t>
            </a:r>
            <a:r>
              <a:rPr lang="nl-NL" sz="2600" dirty="0" err="1">
                <a:solidFill>
                  <a:srgbClr val="FF0000"/>
                </a:solidFill>
              </a:rPr>
              <a:t>then-smth</a:t>
            </a:r>
            <a:r>
              <a:rPr lang="nl-NL" sz="2600" dirty="0">
                <a:solidFill>
                  <a:srgbClr val="FF0000"/>
                </a:solidFill>
              </a:rPr>
              <a:t>		</a:t>
            </a:r>
            <a:r>
              <a:rPr lang="nl-NL" sz="2600" dirty="0" err="1">
                <a:solidFill>
                  <a:srgbClr val="FF0000"/>
                </a:solidFill>
              </a:rPr>
              <a:t>else-smth</a:t>
            </a:r>
            <a:endParaRPr lang="nl-NL" sz="2600" dirty="0">
              <a:solidFill>
                <a:srgbClr val="FF0000"/>
              </a:solidFill>
            </a:endParaRPr>
          </a:p>
        </p:txBody>
      </p:sp>
      <p:sp>
        <p:nvSpPr>
          <p:cNvPr id="9" name="Rectangle 8"/>
          <p:cNvSpPr/>
          <p:nvPr/>
        </p:nvSpPr>
        <p:spPr>
          <a:xfrm>
            <a:off x="341436" y="5919394"/>
            <a:ext cx="8461128" cy="492443"/>
          </a:xfrm>
          <a:prstGeom prst="rect">
            <a:avLst/>
          </a:prstGeom>
        </p:spPr>
        <p:txBody>
          <a:bodyPr wrap="square">
            <a:spAutoFit/>
          </a:bodyPr>
          <a:lstStyle/>
          <a:p>
            <a:pPr algn="ctr"/>
            <a:r>
              <a:rPr lang="nl-NL" sz="2600" dirty="0" err="1">
                <a:solidFill>
                  <a:srgbClr val="FF0000"/>
                </a:solidFill>
              </a:rPr>
              <a:t>If-then-else</a:t>
            </a:r>
            <a:endParaRPr lang="nl-NL" sz="2600" dirty="0">
              <a:solidFill>
                <a:srgbClr val="FF0000"/>
              </a:solidFill>
            </a:endParaRPr>
          </a:p>
        </p:txBody>
      </p:sp>
      <p:cxnSp>
        <p:nvCxnSpPr>
          <p:cNvPr id="10" name="Straight Connector 9"/>
          <p:cNvCxnSpPr/>
          <p:nvPr/>
        </p:nvCxnSpPr>
        <p:spPr bwMode="auto">
          <a:xfrm>
            <a:off x="956590" y="2713410"/>
            <a:ext cx="374978" cy="650928"/>
          </a:xfrm>
          <a:prstGeom prst="line">
            <a:avLst/>
          </a:prstGeom>
          <a:noFill/>
          <a:ln w="9525" cap="flat" cmpd="sng" algn="ctr">
            <a:solidFill>
              <a:schemeClr val="tx1"/>
            </a:solidFill>
            <a:prstDash val="solid"/>
            <a:round/>
            <a:headEnd type="none" w="med" len="med"/>
            <a:tailEnd type="none" w="med" len="med"/>
          </a:ln>
          <a:effectLst/>
          <a:extLst>
            <a:ext uri="{909E8E84-426E-40DD-AFC4-6F175D3DCCD1}">
              <a14:hiddenFill xmlns:a14="http://schemas.microsoft.com/office/drawing/2010/main">
                <a:solidFill>
                  <a:schemeClr val="accent1"/>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cxnSp>
      <p:cxnSp>
        <p:nvCxnSpPr>
          <p:cNvPr id="13" name="Straight Connector 12"/>
          <p:cNvCxnSpPr/>
          <p:nvPr/>
        </p:nvCxnSpPr>
        <p:spPr bwMode="auto">
          <a:xfrm>
            <a:off x="1331568" y="2732727"/>
            <a:ext cx="0" cy="651574"/>
          </a:xfrm>
          <a:prstGeom prst="line">
            <a:avLst/>
          </a:prstGeom>
          <a:noFill/>
          <a:ln w="9525" cap="flat" cmpd="sng" algn="ctr">
            <a:solidFill>
              <a:schemeClr val="tx1"/>
            </a:solidFill>
            <a:prstDash val="solid"/>
            <a:round/>
            <a:headEnd type="none" w="med" len="med"/>
            <a:tailEnd type="none" w="med" len="med"/>
          </a:ln>
          <a:effectLst/>
          <a:extLst>
            <a:ext uri="{909E8E84-426E-40DD-AFC4-6F175D3DCCD1}">
              <a14:hiddenFill xmlns:a14="http://schemas.microsoft.com/office/drawing/2010/main">
                <a:solidFill>
                  <a:schemeClr val="accent1"/>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cxnSp>
      <p:cxnSp>
        <p:nvCxnSpPr>
          <p:cNvPr id="14" name="Straight Connector 13"/>
          <p:cNvCxnSpPr/>
          <p:nvPr/>
        </p:nvCxnSpPr>
        <p:spPr bwMode="auto">
          <a:xfrm flipH="1">
            <a:off x="1339057" y="2798916"/>
            <a:ext cx="524934" cy="528466"/>
          </a:xfrm>
          <a:prstGeom prst="line">
            <a:avLst/>
          </a:prstGeom>
          <a:noFill/>
          <a:ln w="9525" cap="flat" cmpd="sng" algn="ctr">
            <a:solidFill>
              <a:schemeClr val="tx1"/>
            </a:solidFill>
            <a:prstDash val="solid"/>
            <a:round/>
            <a:headEnd type="none" w="med" len="med"/>
            <a:tailEnd type="none" w="med" len="med"/>
          </a:ln>
          <a:effectLst/>
          <a:extLst>
            <a:ext uri="{909E8E84-426E-40DD-AFC4-6F175D3DCCD1}">
              <a14:hiddenFill xmlns:a14="http://schemas.microsoft.com/office/drawing/2010/main">
                <a:solidFill>
                  <a:schemeClr val="accent1"/>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cxnSp>
      <p:cxnSp>
        <p:nvCxnSpPr>
          <p:cNvPr id="15" name="Straight Connector 14"/>
          <p:cNvCxnSpPr/>
          <p:nvPr/>
        </p:nvCxnSpPr>
        <p:spPr bwMode="auto">
          <a:xfrm>
            <a:off x="3533395" y="2713410"/>
            <a:ext cx="492093" cy="556878"/>
          </a:xfrm>
          <a:prstGeom prst="line">
            <a:avLst/>
          </a:prstGeom>
          <a:noFill/>
          <a:ln w="9525" cap="flat" cmpd="sng" algn="ctr">
            <a:solidFill>
              <a:schemeClr val="tx1"/>
            </a:solidFill>
            <a:prstDash val="solid"/>
            <a:round/>
            <a:headEnd type="none" w="med" len="med"/>
            <a:tailEnd type="none" w="med" len="med"/>
          </a:ln>
          <a:effectLst/>
          <a:extLst>
            <a:ext uri="{909E8E84-426E-40DD-AFC4-6F175D3DCCD1}">
              <a14:hiddenFill xmlns:a14="http://schemas.microsoft.com/office/drawing/2010/main">
                <a:solidFill>
                  <a:schemeClr val="accent1"/>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cxnSp>
      <p:cxnSp>
        <p:nvCxnSpPr>
          <p:cNvPr id="16" name="Straight Connector 15"/>
          <p:cNvCxnSpPr/>
          <p:nvPr/>
        </p:nvCxnSpPr>
        <p:spPr bwMode="auto">
          <a:xfrm flipH="1">
            <a:off x="4065817" y="2777381"/>
            <a:ext cx="528964" cy="492907"/>
          </a:xfrm>
          <a:prstGeom prst="line">
            <a:avLst/>
          </a:prstGeom>
          <a:noFill/>
          <a:ln w="9525" cap="flat" cmpd="sng" algn="ctr">
            <a:solidFill>
              <a:schemeClr val="tx1"/>
            </a:solidFill>
            <a:prstDash val="solid"/>
            <a:round/>
            <a:headEnd type="none" w="med" len="med"/>
            <a:tailEnd type="none" w="med" len="med"/>
          </a:ln>
          <a:effectLst/>
          <a:extLst>
            <a:ext uri="{909E8E84-426E-40DD-AFC4-6F175D3DCCD1}">
              <a14:hiddenFill xmlns:a14="http://schemas.microsoft.com/office/drawing/2010/main">
                <a:solidFill>
                  <a:schemeClr val="accent1"/>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cxnSp>
      <p:cxnSp>
        <p:nvCxnSpPr>
          <p:cNvPr id="18" name="Straight Connector 17"/>
          <p:cNvCxnSpPr/>
          <p:nvPr/>
        </p:nvCxnSpPr>
        <p:spPr bwMode="auto">
          <a:xfrm>
            <a:off x="1241556" y="3990757"/>
            <a:ext cx="0" cy="627353"/>
          </a:xfrm>
          <a:prstGeom prst="line">
            <a:avLst/>
          </a:prstGeom>
          <a:noFill/>
          <a:ln w="9525" cap="flat" cmpd="sng" algn="ctr">
            <a:solidFill>
              <a:schemeClr val="tx1"/>
            </a:solidFill>
            <a:prstDash val="solid"/>
            <a:round/>
            <a:headEnd type="none" w="med" len="med"/>
            <a:tailEnd type="none" w="med" len="med"/>
          </a:ln>
          <a:effectLst/>
          <a:extLst>
            <a:ext uri="{909E8E84-426E-40DD-AFC4-6F175D3DCCD1}">
              <a14:hiddenFill xmlns:a14="http://schemas.microsoft.com/office/drawing/2010/main">
                <a:solidFill>
                  <a:schemeClr val="accent1"/>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cxnSp>
      <p:cxnSp>
        <p:nvCxnSpPr>
          <p:cNvPr id="22" name="Straight Connector 21"/>
          <p:cNvCxnSpPr/>
          <p:nvPr/>
        </p:nvCxnSpPr>
        <p:spPr bwMode="auto">
          <a:xfrm>
            <a:off x="1241556" y="5196463"/>
            <a:ext cx="3107233" cy="679976"/>
          </a:xfrm>
          <a:prstGeom prst="line">
            <a:avLst/>
          </a:prstGeom>
          <a:noFill/>
          <a:ln w="9525" cap="flat" cmpd="sng" algn="ctr">
            <a:solidFill>
              <a:schemeClr val="tx1"/>
            </a:solidFill>
            <a:prstDash val="solid"/>
            <a:round/>
            <a:headEnd type="none" w="med" len="med"/>
            <a:tailEnd type="none" w="med" len="med"/>
          </a:ln>
          <a:effectLst/>
          <a:extLst>
            <a:ext uri="{909E8E84-426E-40DD-AFC4-6F175D3DCCD1}">
              <a14:hiddenFill xmlns:a14="http://schemas.microsoft.com/office/drawing/2010/main">
                <a:solidFill>
                  <a:schemeClr val="accent1"/>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cxnSp>
      <p:cxnSp>
        <p:nvCxnSpPr>
          <p:cNvPr id="24" name="Straight Connector 23"/>
          <p:cNvCxnSpPr/>
          <p:nvPr/>
        </p:nvCxnSpPr>
        <p:spPr bwMode="auto">
          <a:xfrm flipH="1">
            <a:off x="4348790" y="5147591"/>
            <a:ext cx="2113462" cy="728848"/>
          </a:xfrm>
          <a:prstGeom prst="line">
            <a:avLst/>
          </a:prstGeom>
          <a:noFill/>
          <a:ln w="9525" cap="flat" cmpd="sng" algn="ctr">
            <a:solidFill>
              <a:schemeClr val="tx1"/>
            </a:solidFill>
            <a:prstDash val="solid"/>
            <a:round/>
            <a:headEnd type="none" w="med" len="med"/>
            <a:tailEnd type="none" w="med" len="med"/>
          </a:ln>
          <a:effectLst/>
          <a:extLst>
            <a:ext uri="{909E8E84-426E-40DD-AFC4-6F175D3DCCD1}">
              <a14:hiddenFill xmlns:a14="http://schemas.microsoft.com/office/drawing/2010/main">
                <a:solidFill>
                  <a:schemeClr val="accent1"/>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cxnSp>
      <p:cxnSp>
        <p:nvCxnSpPr>
          <p:cNvPr id="26" name="Straight Connector 25"/>
          <p:cNvCxnSpPr/>
          <p:nvPr/>
        </p:nvCxnSpPr>
        <p:spPr bwMode="auto">
          <a:xfrm>
            <a:off x="4065817" y="4054609"/>
            <a:ext cx="0" cy="563501"/>
          </a:xfrm>
          <a:prstGeom prst="line">
            <a:avLst/>
          </a:prstGeom>
          <a:noFill/>
          <a:ln w="9525" cap="flat" cmpd="sng" algn="ctr">
            <a:solidFill>
              <a:schemeClr val="tx1"/>
            </a:solidFill>
            <a:prstDash val="solid"/>
            <a:round/>
            <a:headEnd type="none" w="med" len="med"/>
            <a:tailEnd type="none" w="med" len="med"/>
          </a:ln>
          <a:effectLst/>
          <a:extLst>
            <a:ext uri="{909E8E84-426E-40DD-AFC4-6F175D3DCCD1}">
              <a14:hiddenFill xmlns:a14="http://schemas.microsoft.com/office/drawing/2010/main">
                <a:solidFill>
                  <a:schemeClr val="accent1"/>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cxnSp>
      <p:cxnSp>
        <p:nvCxnSpPr>
          <p:cNvPr id="31" name="Straight Connector 30"/>
          <p:cNvCxnSpPr/>
          <p:nvPr/>
        </p:nvCxnSpPr>
        <p:spPr bwMode="auto">
          <a:xfrm>
            <a:off x="4065817" y="5196463"/>
            <a:ext cx="282972" cy="679976"/>
          </a:xfrm>
          <a:prstGeom prst="line">
            <a:avLst/>
          </a:prstGeom>
          <a:noFill/>
          <a:ln w="9525" cap="flat" cmpd="sng" algn="ctr">
            <a:solidFill>
              <a:schemeClr val="tx1"/>
            </a:solidFill>
            <a:prstDash val="solid"/>
            <a:round/>
            <a:headEnd type="none" w="med" len="med"/>
            <a:tailEnd type="none" w="med" len="med"/>
          </a:ln>
          <a:effectLst/>
          <a:extLst>
            <a:ext uri="{909E8E84-426E-40DD-AFC4-6F175D3DCCD1}">
              <a14:hiddenFill xmlns:a14="http://schemas.microsoft.com/office/drawing/2010/main">
                <a:solidFill>
                  <a:schemeClr val="accent1"/>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cxnSp>
      <p:cxnSp>
        <p:nvCxnSpPr>
          <p:cNvPr id="18433" name="Straight Connector 18432"/>
          <p:cNvCxnSpPr/>
          <p:nvPr/>
        </p:nvCxnSpPr>
        <p:spPr bwMode="auto">
          <a:xfrm>
            <a:off x="6462252" y="3895179"/>
            <a:ext cx="0" cy="836944"/>
          </a:xfrm>
          <a:prstGeom prst="line">
            <a:avLst/>
          </a:prstGeom>
          <a:noFill/>
          <a:ln w="9525" cap="flat" cmpd="sng" algn="ctr">
            <a:solidFill>
              <a:schemeClr val="tx1"/>
            </a:solidFill>
            <a:prstDash val="solid"/>
            <a:round/>
            <a:headEnd type="none" w="med" len="med"/>
            <a:tailEnd type="none" w="med" len="med"/>
          </a:ln>
          <a:effectLst/>
          <a:extLst>
            <a:ext uri="{909E8E84-426E-40DD-AFC4-6F175D3DCCD1}">
              <a14:hiddenFill xmlns:a14="http://schemas.microsoft.com/office/drawing/2010/main">
                <a:solidFill>
                  <a:schemeClr val="accent1"/>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cxnSp>
      <p:sp>
        <p:nvSpPr>
          <p:cNvPr id="21" name="Rectangle 20"/>
          <p:cNvSpPr/>
          <p:nvPr/>
        </p:nvSpPr>
        <p:spPr>
          <a:xfrm>
            <a:off x="1799342" y="1389808"/>
            <a:ext cx="4482886" cy="461665"/>
          </a:xfrm>
          <a:prstGeom prst="rect">
            <a:avLst/>
          </a:prstGeom>
        </p:spPr>
        <p:txBody>
          <a:bodyPr wrap="square">
            <a:spAutoFit/>
          </a:bodyPr>
          <a:lstStyle/>
          <a:p>
            <a:r>
              <a:rPr lang="en-US" dirty="0">
                <a:solidFill>
                  <a:srgbClr val="0000CC"/>
                </a:solidFill>
              </a:rPr>
              <a:t>if x == y then z = 1; else z = 2;</a:t>
            </a:r>
            <a:endParaRPr lang="nl-NL" dirty="0">
              <a:solidFill>
                <a:srgbClr val="0000CC"/>
              </a:solidFill>
            </a:endParaRPr>
          </a:p>
        </p:txBody>
      </p:sp>
      <p:cxnSp>
        <p:nvCxnSpPr>
          <p:cNvPr id="37" name="Straight Connector 36"/>
          <p:cNvCxnSpPr/>
          <p:nvPr/>
        </p:nvCxnSpPr>
        <p:spPr bwMode="auto">
          <a:xfrm>
            <a:off x="5729879" y="2795206"/>
            <a:ext cx="492093" cy="556878"/>
          </a:xfrm>
          <a:prstGeom prst="line">
            <a:avLst/>
          </a:prstGeom>
          <a:noFill/>
          <a:ln w="9525" cap="flat" cmpd="sng" algn="ctr">
            <a:solidFill>
              <a:schemeClr val="tx1"/>
            </a:solidFill>
            <a:prstDash val="solid"/>
            <a:round/>
            <a:headEnd type="none" w="med" len="med"/>
            <a:tailEnd type="none" w="med" len="med"/>
          </a:ln>
          <a:effectLst/>
          <a:extLst>
            <a:ext uri="{909E8E84-426E-40DD-AFC4-6F175D3DCCD1}">
              <a14:hiddenFill xmlns:a14="http://schemas.microsoft.com/office/drawing/2010/main">
                <a:solidFill>
                  <a:schemeClr val="accent1"/>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cxnSp>
      <p:cxnSp>
        <p:nvCxnSpPr>
          <p:cNvPr id="38" name="Straight Connector 37"/>
          <p:cNvCxnSpPr/>
          <p:nvPr/>
        </p:nvCxnSpPr>
        <p:spPr bwMode="auto">
          <a:xfrm flipH="1">
            <a:off x="6262301" y="2859177"/>
            <a:ext cx="528964" cy="492907"/>
          </a:xfrm>
          <a:prstGeom prst="line">
            <a:avLst/>
          </a:prstGeom>
          <a:noFill/>
          <a:ln w="9525" cap="flat" cmpd="sng" algn="ctr">
            <a:solidFill>
              <a:schemeClr val="tx1"/>
            </a:solidFill>
            <a:prstDash val="solid"/>
            <a:round/>
            <a:headEnd type="none" w="med" len="med"/>
            <a:tailEnd type="none" w="med" len="med"/>
          </a:ln>
          <a:effectLst/>
          <a:extLst>
            <a:ext uri="{909E8E84-426E-40DD-AFC4-6F175D3DCCD1}">
              <a14:hiddenFill xmlns:a14="http://schemas.microsoft.com/office/drawing/2010/main">
                <a:solidFill>
                  <a:schemeClr val="accent1"/>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cxnSp>
    </p:spTree>
    <p:extLst>
      <p:ext uri="{BB962C8B-B14F-4D97-AF65-F5344CB8AC3E}">
        <p14:creationId xmlns:p14="http://schemas.microsoft.com/office/powerpoint/2010/main" val="2874556147"/>
      </p:ext>
    </p:extLst>
  </p:cSld>
  <p:clrMapOvr>
    <a:masterClrMapping/>
  </p:clrMapOvr>
</p:sld>
</file>

<file path=ppt/slides/slide2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8436" name="Text Box 36"/>
          <p:cNvSpPr txBox="1">
            <a:spLocks noChangeArrowheads="1"/>
          </p:cNvSpPr>
          <p:nvPr/>
        </p:nvSpPr>
        <p:spPr bwMode="auto">
          <a:xfrm>
            <a:off x="0" y="0"/>
            <a:ext cx="9144000" cy="1015663"/>
          </a:xfrm>
          <a:prstGeom prst="rect">
            <a:avLst/>
          </a:prstGeom>
          <a:solidFill>
            <a:schemeClr val="bg1"/>
          </a:solidFill>
          <a:ln>
            <a:noFill/>
          </a:ln>
          <a:effectLst/>
        </p:spPr>
        <p:txBody>
          <a:bodyPr>
            <a:spAutoFit/>
          </a:bodyPr>
          <a:lstStyle>
            <a:lvl1pPr eaLnBrk="0" hangingPunct="0">
              <a:defRPr b="1">
                <a:solidFill>
                  <a:schemeClr val="tx1"/>
                </a:solidFill>
                <a:latin typeface="Arial" charset="0"/>
              </a:defRPr>
            </a:lvl1pPr>
            <a:lvl2pPr marL="742950" indent="-285750" eaLnBrk="0" hangingPunct="0">
              <a:defRPr b="1">
                <a:solidFill>
                  <a:schemeClr val="tx1"/>
                </a:solidFill>
                <a:latin typeface="Arial" charset="0"/>
              </a:defRPr>
            </a:lvl2pPr>
            <a:lvl3pPr marL="1143000" indent="-228600" eaLnBrk="0" hangingPunct="0">
              <a:defRPr b="1">
                <a:solidFill>
                  <a:schemeClr val="tx1"/>
                </a:solidFill>
                <a:latin typeface="Arial" charset="0"/>
              </a:defRPr>
            </a:lvl3pPr>
            <a:lvl4pPr marL="1600200" indent="-228600" eaLnBrk="0" hangingPunct="0">
              <a:defRPr b="1">
                <a:solidFill>
                  <a:schemeClr val="tx1"/>
                </a:solidFill>
                <a:latin typeface="Arial" charset="0"/>
              </a:defRPr>
            </a:lvl4pPr>
            <a:lvl5pPr marL="2057400" indent="-228600" eaLnBrk="0" hangingPunct="0">
              <a:defRPr b="1">
                <a:solidFill>
                  <a:schemeClr val="tx1"/>
                </a:solidFill>
                <a:latin typeface="Arial" charset="0"/>
              </a:defRPr>
            </a:lvl5pPr>
            <a:lvl6pPr marL="2514600" indent="-228600" algn="ctr" eaLnBrk="0" fontAlgn="base" hangingPunct="0">
              <a:spcBef>
                <a:spcPct val="0"/>
              </a:spcBef>
              <a:spcAft>
                <a:spcPct val="0"/>
              </a:spcAft>
              <a:defRPr b="1">
                <a:solidFill>
                  <a:schemeClr val="tx1"/>
                </a:solidFill>
                <a:latin typeface="Arial" charset="0"/>
              </a:defRPr>
            </a:lvl6pPr>
            <a:lvl7pPr marL="2971800" indent="-228600" algn="ctr" eaLnBrk="0" fontAlgn="base" hangingPunct="0">
              <a:spcBef>
                <a:spcPct val="0"/>
              </a:spcBef>
              <a:spcAft>
                <a:spcPct val="0"/>
              </a:spcAft>
              <a:defRPr b="1">
                <a:solidFill>
                  <a:schemeClr val="tx1"/>
                </a:solidFill>
                <a:latin typeface="Arial" charset="0"/>
              </a:defRPr>
            </a:lvl7pPr>
            <a:lvl8pPr marL="3429000" indent="-228600" algn="ctr" eaLnBrk="0" fontAlgn="base" hangingPunct="0">
              <a:spcBef>
                <a:spcPct val="0"/>
              </a:spcBef>
              <a:spcAft>
                <a:spcPct val="0"/>
              </a:spcAft>
              <a:defRPr b="1">
                <a:solidFill>
                  <a:schemeClr val="tx1"/>
                </a:solidFill>
                <a:latin typeface="Arial" charset="0"/>
              </a:defRPr>
            </a:lvl8pPr>
            <a:lvl9pPr marL="3886200" indent="-228600" algn="ctr" eaLnBrk="0" fontAlgn="base" hangingPunct="0">
              <a:spcBef>
                <a:spcPct val="0"/>
              </a:spcBef>
              <a:spcAft>
                <a:spcPct val="0"/>
              </a:spcAft>
              <a:defRPr b="1">
                <a:solidFill>
                  <a:schemeClr val="tx1"/>
                </a:solidFill>
                <a:latin typeface="Arial" charset="0"/>
              </a:defRPr>
            </a:lvl9pPr>
          </a:lstStyle>
          <a:p>
            <a:pPr algn="ctr" eaLnBrk="1" hangingPunct="1">
              <a:spcBef>
                <a:spcPct val="50000"/>
              </a:spcBef>
            </a:pPr>
            <a:endParaRPr lang="en-US" sz="2400" b="0" dirty="0"/>
          </a:p>
          <a:p>
            <a:pPr algn="ctr" eaLnBrk="1" hangingPunct="1">
              <a:spcBef>
                <a:spcPct val="50000"/>
              </a:spcBef>
            </a:pPr>
            <a:r>
              <a:rPr lang="en-US" sz="2400" b="0" dirty="0"/>
              <a:t> </a:t>
            </a:r>
            <a:r>
              <a:rPr lang="en-US" b="0" dirty="0"/>
              <a:t>Lexical analysis: Parsing</a:t>
            </a:r>
            <a:endParaRPr lang="nl-NL" b="0" dirty="0"/>
          </a:p>
        </p:txBody>
      </p:sp>
      <p:sp>
        <p:nvSpPr>
          <p:cNvPr id="6" name="Rectangle 5"/>
          <p:cNvSpPr/>
          <p:nvPr/>
        </p:nvSpPr>
        <p:spPr>
          <a:xfrm>
            <a:off x="701484" y="2255733"/>
            <a:ext cx="8461128" cy="523220"/>
          </a:xfrm>
          <a:prstGeom prst="rect">
            <a:avLst/>
          </a:prstGeom>
        </p:spPr>
        <p:txBody>
          <a:bodyPr wrap="square">
            <a:spAutoFit/>
          </a:bodyPr>
          <a:lstStyle/>
          <a:p>
            <a:r>
              <a:rPr lang="en-US" sz="2800" dirty="0">
                <a:solidFill>
                  <a:srgbClr val="0000CC"/>
                </a:solidFill>
              </a:rPr>
              <a:t>x    ==    y              z        1           z       2</a:t>
            </a:r>
            <a:endParaRPr lang="nl-NL" sz="2800" dirty="0">
              <a:solidFill>
                <a:srgbClr val="0000CC"/>
              </a:solidFill>
            </a:endParaRPr>
          </a:p>
        </p:txBody>
      </p:sp>
      <p:sp>
        <p:nvSpPr>
          <p:cNvPr id="7" name="Rectangle 6"/>
          <p:cNvSpPr/>
          <p:nvPr/>
        </p:nvSpPr>
        <p:spPr>
          <a:xfrm>
            <a:off x="71400" y="3384301"/>
            <a:ext cx="8461128" cy="492443"/>
          </a:xfrm>
          <a:prstGeom prst="rect">
            <a:avLst/>
          </a:prstGeom>
        </p:spPr>
        <p:txBody>
          <a:bodyPr wrap="square">
            <a:spAutoFit/>
          </a:bodyPr>
          <a:lstStyle/>
          <a:p>
            <a:r>
              <a:rPr lang="nl-NL" sz="2600" dirty="0">
                <a:solidFill>
                  <a:srgbClr val="FF0000"/>
                </a:solidFill>
              </a:rPr>
              <a:t>       </a:t>
            </a:r>
            <a:r>
              <a:rPr lang="nl-NL" sz="2600" dirty="0" err="1">
                <a:solidFill>
                  <a:srgbClr val="FF0000"/>
                </a:solidFill>
              </a:rPr>
              <a:t>relation</a:t>
            </a:r>
            <a:r>
              <a:rPr lang="nl-NL" sz="2600" dirty="0">
                <a:solidFill>
                  <a:srgbClr val="FF0000"/>
                </a:solidFill>
              </a:rPr>
              <a:t>                    </a:t>
            </a:r>
            <a:r>
              <a:rPr lang="nl-NL" sz="2600" dirty="0" err="1">
                <a:solidFill>
                  <a:srgbClr val="FF0000"/>
                </a:solidFill>
              </a:rPr>
              <a:t>assign</a:t>
            </a:r>
            <a:r>
              <a:rPr lang="nl-NL" sz="2600" dirty="0">
                <a:solidFill>
                  <a:srgbClr val="FF0000"/>
                </a:solidFill>
              </a:rPr>
              <a:t>              </a:t>
            </a:r>
            <a:r>
              <a:rPr lang="nl-NL" sz="2600" dirty="0" err="1">
                <a:solidFill>
                  <a:srgbClr val="FF0000"/>
                </a:solidFill>
              </a:rPr>
              <a:t>assign</a:t>
            </a:r>
            <a:endParaRPr lang="nl-NL" sz="2600" dirty="0">
              <a:solidFill>
                <a:srgbClr val="FF0000"/>
              </a:solidFill>
            </a:endParaRPr>
          </a:p>
        </p:txBody>
      </p:sp>
      <p:sp>
        <p:nvSpPr>
          <p:cNvPr id="8" name="Rectangle 7"/>
          <p:cNvSpPr/>
          <p:nvPr/>
        </p:nvSpPr>
        <p:spPr>
          <a:xfrm>
            <a:off x="341436" y="4661065"/>
            <a:ext cx="8461128" cy="492443"/>
          </a:xfrm>
          <a:prstGeom prst="rect">
            <a:avLst/>
          </a:prstGeom>
        </p:spPr>
        <p:txBody>
          <a:bodyPr wrap="square">
            <a:spAutoFit/>
          </a:bodyPr>
          <a:lstStyle/>
          <a:p>
            <a:r>
              <a:rPr lang="nl-NL" sz="2600" dirty="0">
                <a:solidFill>
                  <a:srgbClr val="FF0000"/>
                </a:solidFill>
              </a:rPr>
              <a:t>   </a:t>
            </a:r>
            <a:r>
              <a:rPr lang="nl-NL" sz="2600" dirty="0" err="1">
                <a:solidFill>
                  <a:srgbClr val="FF0000"/>
                </a:solidFill>
              </a:rPr>
              <a:t>predicate</a:t>
            </a:r>
            <a:r>
              <a:rPr lang="nl-NL" sz="2600" dirty="0">
                <a:solidFill>
                  <a:srgbClr val="FF0000"/>
                </a:solidFill>
              </a:rPr>
              <a:t>	            </a:t>
            </a:r>
            <a:r>
              <a:rPr lang="nl-NL" sz="2600" dirty="0" err="1">
                <a:solidFill>
                  <a:srgbClr val="FF0000"/>
                </a:solidFill>
              </a:rPr>
              <a:t>then-smth</a:t>
            </a:r>
            <a:r>
              <a:rPr lang="nl-NL" sz="2600" dirty="0">
                <a:solidFill>
                  <a:srgbClr val="FF0000"/>
                </a:solidFill>
              </a:rPr>
              <a:t>		</a:t>
            </a:r>
            <a:r>
              <a:rPr lang="nl-NL" sz="2600" dirty="0" err="1">
                <a:solidFill>
                  <a:srgbClr val="FF0000"/>
                </a:solidFill>
              </a:rPr>
              <a:t>else-smth</a:t>
            </a:r>
            <a:endParaRPr lang="nl-NL" sz="2600" dirty="0">
              <a:solidFill>
                <a:srgbClr val="FF0000"/>
              </a:solidFill>
            </a:endParaRPr>
          </a:p>
        </p:txBody>
      </p:sp>
      <p:sp>
        <p:nvSpPr>
          <p:cNvPr id="9" name="Rectangle 8"/>
          <p:cNvSpPr/>
          <p:nvPr/>
        </p:nvSpPr>
        <p:spPr>
          <a:xfrm>
            <a:off x="341436" y="5919394"/>
            <a:ext cx="8461128" cy="492443"/>
          </a:xfrm>
          <a:prstGeom prst="rect">
            <a:avLst/>
          </a:prstGeom>
        </p:spPr>
        <p:txBody>
          <a:bodyPr wrap="square">
            <a:spAutoFit/>
          </a:bodyPr>
          <a:lstStyle/>
          <a:p>
            <a:pPr algn="ctr"/>
            <a:r>
              <a:rPr lang="nl-NL" sz="2600" dirty="0" err="1">
                <a:solidFill>
                  <a:srgbClr val="FF0000"/>
                </a:solidFill>
              </a:rPr>
              <a:t>If-then-else</a:t>
            </a:r>
            <a:endParaRPr lang="nl-NL" sz="2600" dirty="0">
              <a:solidFill>
                <a:srgbClr val="FF0000"/>
              </a:solidFill>
            </a:endParaRPr>
          </a:p>
        </p:txBody>
      </p:sp>
      <p:cxnSp>
        <p:nvCxnSpPr>
          <p:cNvPr id="10" name="Straight Connector 9"/>
          <p:cNvCxnSpPr/>
          <p:nvPr/>
        </p:nvCxnSpPr>
        <p:spPr bwMode="auto">
          <a:xfrm>
            <a:off x="956590" y="2713410"/>
            <a:ext cx="374978" cy="650928"/>
          </a:xfrm>
          <a:prstGeom prst="line">
            <a:avLst/>
          </a:prstGeom>
          <a:noFill/>
          <a:ln w="9525" cap="flat" cmpd="sng" algn="ctr">
            <a:solidFill>
              <a:schemeClr val="tx1"/>
            </a:solidFill>
            <a:prstDash val="solid"/>
            <a:round/>
            <a:headEnd type="none" w="med" len="med"/>
            <a:tailEnd type="none" w="med" len="med"/>
          </a:ln>
          <a:effectLst/>
          <a:extLst>
            <a:ext uri="{909E8E84-426E-40DD-AFC4-6F175D3DCCD1}">
              <a14:hiddenFill xmlns:a14="http://schemas.microsoft.com/office/drawing/2010/main">
                <a:solidFill>
                  <a:schemeClr val="accent1"/>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cxnSp>
      <p:cxnSp>
        <p:nvCxnSpPr>
          <p:cNvPr id="13" name="Straight Connector 12"/>
          <p:cNvCxnSpPr/>
          <p:nvPr/>
        </p:nvCxnSpPr>
        <p:spPr bwMode="auto">
          <a:xfrm>
            <a:off x="1331568" y="2732727"/>
            <a:ext cx="0" cy="651574"/>
          </a:xfrm>
          <a:prstGeom prst="line">
            <a:avLst/>
          </a:prstGeom>
          <a:noFill/>
          <a:ln w="9525" cap="flat" cmpd="sng" algn="ctr">
            <a:solidFill>
              <a:schemeClr val="tx1"/>
            </a:solidFill>
            <a:prstDash val="solid"/>
            <a:round/>
            <a:headEnd type="none" w="med" len="med"/>
            <a:tailEnd type="none" w="med" len="med"/>
          </a:ln>
          <a:effectLst/>
          <a:extLst>
            <a:ext uri="{909E8E84-426E-40DD-AFC4-6F175D3DCCD1}">
              <a14:hiddenFill xmlns:a14="http://schemas.microsoft.com/office/drawing/2010/main">
                <a:solidFill>
                  <a:schemeClr val="accent1"/>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cxnSp>
      <p:cxnSp>
        <p:nvCxnSpPr>
          <p:cNvPr id="14" name="Straight Connector 13"/>
          <p:cNvCxnSpPr/>
          <p:nvPr/>
        </p:nvCxnSpPr>
        <p:spPr bwMode="auto">
          <a:xfrm flipH="1">
            <a:off x="1339057" y="2798916"/>
            <a:ext cx="524934" cy="528466"/>
          </a:xfrm>
          <a:prstGeom prst="line">
            <a:avLst/>
          </a:prstGeom>
          <a:noFill/>
          <a:ln w="9525" cap="flat" cmpd="sng" algn="ctr">
            <a:solidFill>
              <a:schemeClr val="tx1"/>
            </a:solidFill>
            <a:prstDash val="solid"/>
            <a:round/>
            <a:headEnd type="none" w="med" len="med"/>
            <a:tailEnd type="none" w="med" len="med"/>
          </a:ln>
          <a:effectLst/>
          <a:extLst>
            <a:ext uri="{909E8E84-426E-40DD-AFC4-6F175D3DCCD1}">
              <a14:hiddenFill xmlns:a14="http://schemas.microsoft.com/office/drawing/2010/main">
                <a:solidFill>
                  <a:schemeClr val="accent1"/>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cxnSp>
      <p:cxnSp>
        <p:nvCxnSpPr>
          <p:cNvPr id="15" name="Straight Connector 14"/>
          <p:cNvCxnSpPr/>
          <p:nvPr/>
        </p:nvCxnSpPr>
        <p:spPr bwMode="auto">
          <a:xfrm>
            <a:off x="3533395" y="2713410"/>
            <a:ext cx="492093" cy="556878"/>
          </a:xfrm>
          <a:prstGeom prst="line">
            <a:avLst/>
          </a:prstGeom>
          <a:noFill/>
          <a:ln w="9525" cap="flat" cmpd="sng" algn="ctr">
            <a:solidFill>
              <a:schemeClr val="tx1"/>
            </a:solidFill>
            <a:prstDash val="solid"/>
            <a:round/>
            <a:headEnd type="none" w="med" len="med"/>
            <a:tailEnd type="none" w="med" len="med"/>
          </a:ln>
          <a:effectLst/>
          <a:extLst>
            <a:ext uri="{909E8E84-426E-40DD-AFC4-6F175D3DCCD1}">
              <a14:hiddenFill xmlns:a14="http://schemas.microsoft.com/office/drawing/2010/main">
                <a:solidFill>
                  <a:schemeClr val="accent1"/>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cxnSp>
      <p:cxnSp>
        <p:nvCxnSpPr>
          <p:cNvPr id="16" name="Straight Connector 15"/>
          <p:cNvCxnSpPr/>
          <p:nvPr/>
        </p:nvCxnSpPr>
        <p:spPr bwMode="auto">
          <a:xfrm flipH="1">
            <a:off x="4065817" y="2777381"/>
            <a:ext cx="528964" cy="492907"/>
          </a:xfrm>
          <a:prstGeom prst="line">
            <a:avLst/>
          </a:prstGeom>
          <a:noFill/>
          <a:ln w="9525" cap="flat" cmpd="sng" algn="ctr">
            <a:solidFill>
              <a:schemeClr val="tx1"/>
            </a:solidFill>
            <a:prstDash val="solid"/>
            <a:round/>
            <a:headEnd type="none" w="med" len="med"/>
            <a:tailEnd type="none" w="med" len="med"/>
          </a:ln>
          <a:effectLst/>
          <a:extLst>
            <a:ext uri="{909E8E84-426E-40DD-AFC4-6F175D3DCCD1}">
              <a14:hiddenFill xmlns:a14="http://schemas.microsoft.com/office/drawing/2010/main">
                <a:solidFill>
                  <a:schemeClr val="accent1"/>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cxnSp>
      <p:cxnSp>
        <p:nvCxnSpPr>
          <p:cNvPr id="18" name="Straight Connector 17"/>
          <p:cNvCxnSpPr/>
          <p:nvPr/>
        </p:nvCxnSpPr>
        <p:spPr bwMode="auto">
          <a:xfrm>
            <a:off x="1241556" y="3990757"/>
            <a:ext cx="0" cy="627353"/>
          </a:xfrm>
          <a:prstGeom prst="line">
            <a:avLst/>
          </a:prstGeom>
          <a:noFill/>
          <a:ln w="9525" cap="flat" cmpd="sng" algn="ctr">
            <a:solidFill>
              <a:schemeClr val="tx1"/>
            </a:solidFill>
            <a:prstDash val="solid"/>
            <a:round/>
            <a:headEnd type="none" w="med" len="med"/>
            <a:tailEnd type="none" w="med" len="med"/>
          </a:ln>
          <a:effectLst/>
          <a:extLst>
            <a:ext uri="{909E8E84-426E-40DD-AFC4-6F175D3DCCD1}">
              <a14:hiddenFill xmlns:a14="http://schemas.microsoft.com/office/drawing/2010/main">
                <a:solidFill>
                  <a:schemeClr val="accent1"/>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cxnSp>
      <p:cxnSp>
        <p:nvCxnSpPr>
          <p:cNvPr id="22" name="Straight Connector 21"/>
          <p:cNvCxnSpPr/>
          <p:nvPr/>
        </p:nvCxnSpPr>
        <p:spPr bwMode="auto">
          <a:xfrm>
            <a:off x="1241556" y="5196463"/>
            <a:ext cx="3107233" cy="679976"/>
          </a:xfrm>
          <a:prstGeom prst="line">
            <a:avLst/>
          </a:prstGeom>
          <a:noFill/>
          <a:ln w="9525" cap="flat" cmpd="sng" algn="ctr">
            <a:solidFill>
              <a:schemeClr val="tx1"/>
            </a:solidFill>
            <a:prstDash val="solid"/>
            <a:round/>
            <a:headEnd type="none" w="med" len="med"/>
            <a:tailEnd type="none" w="med" len="med"/>
          </a:ln>
          <a:effectLst/>
          <a:extLst>
            <a:ext uri="{909E8E84-426E-40DD-AFC4-6F175D3DCCD1}">
              <a14:hiddenFill xmlns:a14="http://schemas.microsoft.com/office/drawing/2010/main">
                <a:solidFill>
                  <a:schemeClr val="accent1"/>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cxnSp>
      <p:cxnSp>
        <p:nvCxnSpPr>
          <p:cNvPr id="24" name="Straight Connector 23"/>
          <p:cNvCxnSpPr/>
          <p:nvPr/>
        </p:nvCxnSpPr>
        <p:spPr bwMode="auto">
          <a:xfrm flipH="1">
            <a:off x="4348790" y="5147591"/>
            <a:ext cx="2113462" cy="728848"/>
          </a:xfrm>
          <a:prstGeom prst="line">
            <a:avLst/>
          </a:prstGeom>
          <a:noFill/>
          <a:ln w="9525" cap="flat" cmpd="sng" algn="ctr">
            <a:solidFill>
              <a:schemeClr val="tx1"/>
            </a:solidFill>
            <a:prstDash val="solid"/>
            <a:round/>
            <a:headEnd type="none" w="med" len="med"/>
            <a:tailEnd type="none" w="med" len="med"/>
          </a:ln>
          <a:effectLst/>
          <a:extLst>
            <a:ext uri="{909E8E84-426E-40DD-AFC4-6F175D3DCCD1}">
              <a14:hiddenFill xmlns:a14="http://schemas.microsoft.com/office/drawing/2010/main">
                <a:solidFill>
                  <a:schemeClr val="accent1"/>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cxnSp>
      <p:cxnSp>
        <p:nvCxnSpPr>
          <p:cNvPr id="26" name="Straight Connector 25"/>
          <p:cNvCxnSpPr/>
          <p:nvPr/>
        </p:nvCxnSpPr>
        <p:spPr bwMode="auto">
          <a:xfrm>
            <a:off x="4065817" y="4054609"/>
            <a:ext cx="0" cy="563501"/>
          </a:xfrm>
          <a:prstGeom prst="line">
            <a:avLst/>
          </a:prstGeom>
          <a:noFill/>
          <a:ln w="9525" cap="flat" cmpd="sng" algn="ctr">
            <a:solidFill>
              <a:schemeClr val="tx1"/>
            </a:solidFill>
            <a:prstDash val="solid"/>
            <a:round/>
            <a:headEnd type="none" w="med" len="med"/>
            <a:tailEnd type="none" w="med" len="med"/>
          </a:ln>
          <a:effectLst/>
          <a:extLst>
            <a:ext uri="{909E8E84-426E-40DD-AFC4-6F175D3DCCD1}">
              <a14:hiddenFill xmlns:a14="http://schemas.microsoft.com/office/drawing/2010/main">
                <a:solidFill>
                  <a:schemeClr val="accent1"/>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cxnSp>
      <p:cxnSp>
        <p:nvCxnSpPr>
          <p:cNvPr id="31" name="Straight Connector 30"/>
          <p:cNvCxnSpPr/>
          <p:nvPr/>
        </p:nvCxnSpPr>
        <p:spPr bwMode="auto">
          <a:xfrm>
            <a:off x="4065817" y="5196463"/>
            <a:ext cx="282972" cy="679976"/>
          </a:xfrm>
          <a:prstGeom prst="line">
            <a:avLst/>
          </a:prstGeom>
          <a:noFill/>
          <a:ln w="9525" cap="flat" cmpd="sng" algn="ctr">
            <a:solidFill>
              <a:schemeClr val="tx1"/>
            </a:solidFill>
            <a:prstDash val="solid"/>
            <a:round/>
            <a:headEnd type="none" w="med" len="med"/>
            <a:tailEnd type="none" w="med" len="med"/>
          </a:ln>
          <a:effectLst/>
          <a:extLst>
            <a:ext uri="{909E8E84-426E-40DD-AFC4-6F175D3DCCD1}">
              <a14:hiddenFill xmlns:a14="http://schemas.microsoft.com/office/drawing/2010/main">
                <a:solidFill>
                  <a:schemeClr val="accent1"/>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cxnSp>
      <p:cxnSp>
        <p:nvCxnSpPr>
          <p:cNvPr id="18433" name="Straight Connector 18432"/>
          <p:cNvCxnSpPr/>
          <p:nvPr/>
        </p:nvCxnSpPr>
        <p:spPr bwMode="auto">
          <a:xfrm>
            <a:off x="6462252" y="3895179"/>
            <a:ext cx="0" cy="836944"/>
          </a:xfrm>
          <a:prstGeom prst="line">
            <a:avLst/>
          </a:prstGeom>
          <a:noFill/>
          <a:ln w="9525" cap="flat" cmpd="sng" algn="ctr">
            <a:solidFill>
              <a:schemeClr val="tx1"/>
            </a:solidFill>
            <a:prstDash val="solid"/>
            <a:round/>
            <a:headEnd type="none" w="med" len="med"/>
            <a:tailEnd type="none" w="med" len="med"/>
          </a:ln>
          <a:effectLst/>
          <a:extLst>
            <a:ext uri="{909E8E84-426E-40DD-AFC4-6F175D3DCCD1}">
              <a14:hiddenFill xmlns:a14="http://schemas.microsoft.com/office/drawing/2010/main">
                <a:solidFill>
                  <a:schemeClr val="accent1"/>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cxnSp>
      <p:sp>
        <p:nvSpPr>
          <p:cNvPr id="21" name="Rectangle 20"/>
          <p:cNvSpPr/>
          <p:nvPr/>
        </p:nvSpPr>
        <p:spPr>
          <a:xfrm>
            <a:off x="1799342" y="1389808"/>
            <a:ext cx="4482886" cy="461665"/>
          </a:xfrm>
          <a:prstGeom prst="rect">
            <a:avLst/>
          </a:prstGeom>
        </p:spPr>
        <p:txBody>
          <a:bodyPr wrap="square">
            <a:spAutoFit/>
          </a:bodyPr>
          <a:lstStyle/>
          <a:p>
            <a:r>
              <a:rPr lang="en-US" dirty="0">
                <a:solidFill>
                  <a:srgbClr val="0000CC"/>
                </a:solidFill>
              </a:rPr>
              <a:t>if x == y then z = 1; else z = 2;</a:t>
            </a:r>
            <a:endParaRPr lang="nl-NL" dirty="0">
              <a:solidFill>
                <a:srgbClr val="0000CC"/>
              </a:solidFill>
            </a:endParaRPr>
          </a:p>
        </p:txBody>
      </p:sp>
      <p:cxnSp>
        <p:nvCxnSpPr>
          <p:cNvPr id="37" name="Straight Connector 36"/>
          <p:cNvCxnSpPr/>
          <p:nvPr/>
        </p:nvCxnSpPr>
        <p:spPr bwMode="auto">
          <a:xfrm>
            <a:off x="5729879" y="2795206"/>
            <a:ext cx="492093" cy="556878"/>
          </a:xfrm>
          <a:prstGeom prst="line">
            <a:avLst/>
          </a:prstGeom>
          <a:noFill/>
          <a:ln w="9525" cap="flat" cmpd="sng" algn="ctr">
            <a:solidFill>
              <a:schemeClr val="tx1"/>
            </a:solidFill>
            <a:prstDash val="solid"/>
            <a:round/>
            <a:headEnd type="none" w="med" len="med"/>
            <a:tailEnd type="none" w="med" len="med"/>
          </a:ln>
          <a:effectLst/>
          <a:extLst>
            <a:ext uri="{909E8E84-426E-40DD-AFC4-6F175D3DCCD1}">
              <a14:hiddenFill xmlns:a14="http://schemas.microsoft.com/office/drawing/2010/main">
                <a:solidFill>
                  <a:schemeClr val="accent1"/>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cxnSp>
      <p:cxnSp>
        <p:nvCxnSpPr>
          <p:cNvPr id="38" name="Straight Connector 37"/>
          <p:cNvCxnSpPr/>
          <p:nvPr/>
        </p:nvCxnSpPr>
        <p:spPr bwMode="auto">
          <a:xfrm flipH="1">
            <a:off x="6262301" y="2859177"/>
            <a:ext cx="528964" cy="492907"/>
          </a:xfrm>
          <a:prstGeom prst="line">
            <a:avLst/>
          </a:prstGeom>
          <a:noFill/>
          <a:ln w="9525" cap="flat" cmpd="sng" algn="ctr">
            <a:solidFill>
              <a:schemeClr val="tx1"/>
            </a:solidFill>
            <a:prstDash val="solid"/>
            <a:round/>
            <a:headEnd type="none" w="med" len="med"/>
            <a:tailEnd type="none" w="med" len="med"/>
          </a:ln>
          <a:effectLst/>
          <a:extLst>
            <a:ext uri="{909E8E84-426E-40DD-AFC4-6F175D3DCCD1}">
              <a14:hiddenFill xmlns:a14="http://schemas.microsoft.com/office/drawing/2010/main">
                <a:solidFill>
                  <a:schemeClr val="accent1"/>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cxnSp>
      <p:sp>
        <p:nvSpPr>
          <p:cNvPr id="4" name="Right Bracket 3"/>
          <p:cNvSpPr/>
          <p:nvPr/>
        </p:nvSpPr>
        <p:spPr bwMode="auto">
          <a:xfrm>
            <a:off x="7092336" y="2078820"/>
            <a:ext cx="540072" cy="3960528"/>
          </a:xfrm>
          <a:prstGeom prst="rightBracket">
            <a:avLst/>
          </a:prstGeom>
          <a:noFill/>
          <a:ln w="9525" cap="flat" cmpd="sng" algn="ctr">
            <a:solidFill>
              <a:srgbClr val="00B050"/>
            </a:solidFill>
            <a:prstDash val="solid"/>
            <a:round/>
            <a:headEnd type="none" w="med" len="med"/>
            <a:tailEnd type="none" w="med" len="med"/>
          </a:ln>
          <a:effectLst/>
          <a:extLst>
            <a:ext uri="{909E8E84-426E-40DD-AFC4-6F175D3DCCD1}">
              <a14:hiddenFill xmlns:a14="http://schemas.microsoft.com/office/drawing/2010/main">
                <a:solidFill>
                  <a:schemeClr val="accent1"/>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square" lIns="91440" tIns="45720" rIns="91440" bIns="45720" numCol="1" rtlCol="0" anchor="t" anchorCtr="0" compatLnSpc="1">
            <a:prstTxWarp prst="textNoShape">
              <a:avLst/>
            </a:prstTxWarp>
          </a:bodyPr>
          <a:lstStyle/>
          <a:p>
            <a:pPr marL="0" marR="0" indent="0" algn="l" defTabSz="914400" rtl="0" eaLnBrk="1" fontAlgn="base" latinLnBrk="0" hangingPunct="1">
              <a:lnSpc>
                <a:spcPct val="100000"/>
              </a:lnSpc>
              <a:spcBef>
                <a:spcPct val="0"/>
              </a:spcBef>
              <a:spcAft>
                <a:spcPct val="0"/>
              </a:spcAft>
              <a:buClrTx/>
              <a:buSzTx/>
              <a:buFontTx/>
              <a:buNone/>
              <a:tabLst/>
            </a:pPr>
            <a:endParaRPr kumimoji="0" lang="nl-NL" sz="2400" b="0" i="0" u="none" strike="noStrike" cap="none" normalizeH="0" baseline="0">
              <a:ln>
                <a:noFill/>
              </a:ln>
              <a:solidFill>
                <a:srgbClr val="00B050"/>
              </a:solidFill>
              <a:effectLst/>
              <a:latin typeface="Arial" charset="0"/>
            </a:endParaRPr>
          </a:p>
        </p:txBody>
      </p:sp>
      <p:sp>
        <p:nvSpPr>
          <p:cNvPr id="5" name="TextBox 4"/>
          <p:cNvSpPr txBox="1"/>
          <p:nvPr/>
        </p:nvSpPr>
        <p:spPr>
          <a:xfrm>
            <a:off x="7685674" y="2854719"/>
            <a:ext cx="1600840" cy="2246769"/>
          </a:xfrm>
          <a:prstGeom prst="rect">
            <a:avLst/>
          </a:prstGeom>
          <a:noFill/>
        </p:spPr>
        <p:txBody>
          <a:bodyPr wrap="square" rtlCol="0">
            <a:spAutoFit/>
          </a:bodyPr>
          <a:lstStyle/>
          <a:p>
            <a:r>
              <a:rPr lang="en-US" sz="2000" i="1" dirty="0">
                <a:solidFill>
                  <a:srgbClr val="00B050"/>
                </a:solidFill>
              </a:rPr>
              <a:t>Parse tree </a:t>
            </a:r>
            <a:r>
              <a:rPr lang="en-US" sz="2000" dirty="0">
                <a:solidFill>
                  <a:srgbClr val="00B050"/>
                </a:solidFill>
              </a:rPr>
              <a:t>showing structure braking in its constituent </a:t>
            </a:r>
          </a:p>
          <a:p>
            <a:r>
              <a:rPr lang="en-US" sz="2000" dirty="0">
                <a:solidFill>
                  <a:srgbClr val="00B050"/>
                </a:solidFill>
              </a:rPr>
              <a:t>pieces </a:t>
            </a:r>
            <a:endParaRPr lang="nl-NL" sz="2000" dirty="0">
              <a:solidFill>
                <a:srgbClr val="00B050"/>
              </a:solidFill>
            </a:endParaRPr>
          </a:p>
        </p:txBody>
      </p:sp>
    </p:spTree>
    <p:extLst>
      <p:ext uri="{BB962C8B-B14F-4D97-AF65-F5344CB8AC3E}">
        <p14:creationId xmlns:p14="http://schemas.microsoft.com/office/powerpoint/2010/main" val="2029144643"/>
      </p:ext>
    </p:extLst>
  </p:cSld>
  <p:clrMapOvr>
    <a:masterClrMapping/>
  </p:clrMapOvr>
</p:sld>
</file>

<file path=ppt/slides/slide2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Rectangle 1"/>
          <p:cNvSpPr/>
          <p:nvPr/>
        </p:nvSpPr>
        <p:spPr>
          <a:xfrm>
            <a:off x="0" y="368592"/>
            <a:ext cx="9144000" cy="5124480"/>
          </a:xfrm>
          <a:prstGeom prst="rect">
            <a:avLst/>
          </a:prstGeom>
        </p:spPr>
        <p:txBody>
          <a:bodyPr wrap="square">
            <a:spAutoFit/>
          </a:bodyPr>
          <a:lstStyle/>
          <a:p>
            <a:endParaRPr lang="en-US" sz="2000" dirty="0">
              <a:solidFill>
                <a:srgbClr val="333333"/>
              </a:solidFill>
              <a:latin typeface="&amp;quot"/>
            </a:endParaRPr>
          </a:p>
          <a:p>
            <a:pPr>
              <a:spcAft>
                <a:spcPct val="25000"/>
              </a:spcAft>
            </a:pPr>
            <a:r>
              <a:rPr lang="en-US" sz="4400" b="1" i="1" dirty="0">
                <a:latin typeface="+mj-lt"/>
              </a:rPr>
              <a:t>Abstract Syntax Tree (AST)</a:t>
            </a:r>
            <a:endParaRPr lang="en-US" sz="4400" b="1" dirty="0">
              <a:latin typeface="+mj-lt"/>
            </a:endParaRPr>
          </a:p>
          <a:p>
            <a:pPr marL="285750" indent="-285750">
              <a:spcAft>
                <a:spcPct val="25000"/>
              </a:spcAft>
              <a:buFont typeface="Arial" panose="020B0604020202020204" pitchFamily="34" charset="0"/>
              <a:buChar char="•"/>
            </a:pPr>
            <a:r>
              <a:rPr lang="en-US" sz="1600" dirty="0">
                <a:solidFill>
                  <a:srgbClr val="333333"/>
                </a:solidFill>
                <a:latin typeface="+mn-lt"/>
              </a:rPr>
              <a:t>An abstract syntax tree represents all of the syntactical elements of a programming language, similar to syntax trees that linguists use for human languages. </a:t>
            </a:r>
          </a:p>
          <a:p>
            <a:pPr marL="285750" indent="-285750">
              <a:spcAft>
                <a:spcPct val="25000"/>
              </a:spcAft>
              <a:buFont typeface="Arial" panose="020B0604020202020204" pitchFamily="34" charset="0"/>
              <a:buChar char="•"/>
            </a:pPr>
            <a:r>
              <a:rPr lang="en-US" sz="1600" dirty="0">
                <a:solidFill>
                  <a:srgbClr val="333333"/>
                </a:solidFill>
                <a:latin typeface="+mn-lt"/>
              </a:rPr>
              <a:t>The tree focuses on the rules rather than elements like braces or semicolons that terminate statements in some languages. </a:t>
            </a:r>
          </a:p>
          <a:p>
            <a:pPr marL="285750" indent="-285750">
              <a:spcAft>
                <a:spcPct val="25000"/>
              </a:spcAft>
              <a:buFont typeface="Arial" panose="020B0604020202020204" pitchFamily="34" charset="0"/>
              <a:buChar char="•"/>
            </a:pPr>
            <a:r>
              <a:rPr lang="en-US" sz="1600" dirty="0">
                <a:solidFill>
                  <a:srgbClr val="333333"/>
                </a:solidFill>
                <a:latin typeface="+mn-lt"/>
              </a:rPr>
              <a:t>The tree is hierarchical, with the elements of programming statements broken down into their parts. </a:t>
            </a:r>
          </a:p>
          <a:p>
            <a:pPr marL="285750" indent="-285750">
              <a:spcAft>
                <a:spcPct val="25000"/>
              </a:spcAft>
              <a:buFont typeface="Arial" panose="020B0604020202020204" pitchFamily="34" charset="0"/>
              <a:buChar char="•"/>
            </a:pPr>
            <a:r>
              <a:rPr lang="en-US" sz="1600" dirty="0">
                <a:solidFill>
                  <a:srgbClr val="333333"/>
                </a:solidFill>
                <a:latin typeface="+mn-lt"/>
              </a:rPr>
              <a:t>For example, a tree for a conditional statement has the rules for variables hanging down from the required operator.</a:t>
            </a:r>
          </a:p>
          <a:p>
            <a:pPr marL="285750" indent="-285750">
              <a:spcAft>
                <a:spcPct val="25000"/>
              </a:spcAft>
              <a:buFont typeface="Arial" panose="020B0604020202020204" pitchFamily="34" charset="0"/>
              <a:buChar char="•"/>
            </a:pPr>
            <a:r>
              <a:rPr lang="en-US" sz="1600" dirty="0">
                <a:solidFill>
                  <a:srgbClr val="333333"/>
                </a:solidFill>
                <a:latin typeface="+mn-lt"/>
              </a:rPr>
              <a:t>ASTs are widely used in compilers to check code for accuracy. </a:t>
            </a:r>
          </a:p>
          <a:p>
            <a:pPr marL="285750" indent="-285750">
              <a:spcAft>
                <a:spcPct val="25000"/>
              </a:spcAft>
              <a:buFont typeface="Arial" panose="020B0604020202020204" pitchFamily="34" charset="0"/>
              <a:buChar char="•"/>
            </a:pPr>
            <a:r>
              <a:rPr lang="en-US" sz="1600" dirty="0">
                <a:solidFill>
                  <a:srgbClr val="333333"/>
                </a:solidFill>
                <a:latin typeface="+mn-lt"/>
              </a:rPr>
              <a:t>If the generated tree contains errors, the compiler prints an error message. </a:t>
            </a:r>
          </a:p>
          <a:p>
            <a:pPr marL="285750" indent="-285750">
              <a:spcAft>
                <a:spcPct val="25000"/>
              </a:spcAft>
              <a:buFont typeface="Arial" panose="020B0604020202020204" pitchFamily="34" charset="0"/>
              <a:buChar char="•"/>
            </a:pPr>
            <a:r>
              <a:rPr lang="en-US" sz="1600" dirty="0">
                <a:solidFill>
                  <a:srgbClr val="333333"/>
                </a:solidFill>
                <a:latin typeface="+mn-lt"/>
              </a:rPr>
              <a:t>ASTs are used because some constructs cannot be represented in a context-free grammar, such as implicit typing. </a:t>
            </a:r>
          </a:p>
          <a:p>
            <a:pPr marL="285750" indent="-285750">
              <a:spcAft>
                <a:spcPct val="25000"/>
              </a:spcAft>
              <a:buFont typeface="Arial" panose="020B0604020202020204" pitchFamily="34" charset="0"/>
              <a:buChar char="•"/>
            </a:pPr>
            <a:r>
              <a:rPr lang="en-US" sz="1600" dirty="0">
                <a:solidFill>
                  <a:srgbClr val="333333"/>
                </a:solidFill>
                <a:latin typeface="+mn-lt"/>
              </a:rPr>
              <a:t>ASTs are highly specific to programming languages, but research is underway on universal syntax trees.</a:t>
            </a:r>
            <a:endParaRPr lang="en-US" sz="1600" b="0" i="0" u="none" strike="noStrike" dirty="0">
              <a:solidFill>
                <a:srgbClr val="333333"/>
              </a:solidFill>
              <a:effectLst/>
              <a:latin typeface="+mn-lt"/>
            </a:endParaRPr>
          </a:p>
        </p:txBody>
      </p:sp>
    </p:spTree>
    <p:extLst>
      <p:ext uri="{BB962C8B-B14F-4D97-AF65-F5344CB8AC3E}">
        <p14:creationId xmlns:p14="http://schemas.microsoft.com/office/powerpoint/2010/main" val="3030877551"/>
      </p:ext>
    </p:extLst>
  </p:cSld>
  <p:clrMapOvr>
    <a:masterClrMapping/>
  </p:clrMapOvr>
</p:sld>
</file>

<file path=ppt/slides/slide2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Rectangle 1"/>
          <p:cNvSpPr/>
          <p:nvPr/>
        </p:nvSpPr>
        <p:spPr>
          <a:xfrm>
            <a:off x="161412" y="458604"/>
            <a:ext cx="8371116" cy="4955203"/>
          </a:xfrm>
          <a:prstGeom prst="rect">
            <a:avLst/>
          </a:prstGeom>
        </p:spPr>
        <p:txBody>
          <a:bodyPr wrap="square">
            <a:spAutoFit/>
          </a:bodyPr>
          <a:lstStyle/>
          <a:p>
            <a:pPr algn="ctr"/>
            <a:r>
              <a:rPr lang="en-US" sz="4400" b="1" dirty="0">
                <a:latin typeface="+mj-lt"/>
              </a:rPr>
              <a:t>Parsing</a:t>
            </a:r>
          </a:p>
          <a:p>
            <a:r>
              <a:rPr lang="en-US" sz="1600" dirty="0">
                <a:solidFill>
                  <a:srgbClr val="333333"/>
                </a:solidFill>
                <a:latin typeface="+mj-lt"/>
              </a:rPr>
              <a:t>A parser's main purpose is to determine if input data may be derived from the start symbol of the grammar. If yes, then in what ways can this input data be derived? This is achieved as follows: </a:t>
            </a:r>
          </a:p>
          <a:p>
            <a:pPr>
              <a:buFont typeface="Arial" panose="020B0604020202020204" pitchFamily="34" charset="0"/>
              <a:buChar char="•"/>
            </a:pPr>
            <a:r>
              <a:rPr lang="en-US" sz="1600" b="1" dirty="0">
                <a:solidFill>
                  <a:srgbClr val="333333"/>
                </a:solidFill>
                <a:latin typeface="+mj-lt"/>
              </a:rPr>
              <a:t>Top-Down Parsing</a:t>
            </a:r>
            <a:r>
              <a:rPr lang="en-US" sz="1600" dirty="0">
                <a:solidFill>
                  <a:srgbClr val="333333"/>
                </a:solidFill>
                <a:latin typeface="+mj-lt"/>
              </a:rPr>
              <a:t>: Involves searching a parse tree to find the left most derivations of an input stream by using a top-down expansion. Examples include LL parsers and recursive-descent parsers.</a:t>
            </a:r>
          </a:p>
          <a:p>
            <a:pPr>
              <a:buFont typeface="Arial" panose="020B0604020202020204" pitchFamily="34" charset="0"/>
              <a:buChar char="•"/>
            </a:pPr>
            <a:r>
              <a:rPr lang="en-US" sz="1600" b="1" dirty="0">
                <a:solidFill>
                  <a:srgbClr val="333333"/>
                </a:solidFill>
                <a:latin typeface="+mj-lt"/>
              </a:rPr>
              <a:t>Bottom-Up Parsing</a:t>
            </a:r>
            <a:r>
              <a:rPr lang="en-US" sz="1600" dirty="0">
                <a:solidFill>
                  <a:srgbClr val="333333"/>
                </a:solidFill>
                <a:latin typeface="+mj-lt"/>
              </a:rPr>
              <a:t>: Involves rewriting the input back to the start symbol. This type of parsing is also known as shift-reduce parsing. One example is a LR parser. </a:t>
            </a:r>
          </a:p>
          <a:p>
            <a:endParaRPr lang="en-US" sz="1600" dirty="0">
              <a:solidFill>
                <a:srgbClr val="333333"/>
              </a:solidFill>
              <a:latin typeface="+mj-lt"/>
            </a:endParaRPr>
          </a:p>
          <a:p>
            <a:r>
              <a:rPr lang="en-US" sz="1600" dirty="0">
                <a:solidFill>
                  <a:srgbClr val="333333"/>
                </a:solidFill>
                <a:latin typeface="+mj-lt"/>
              </a:rPr>
              <a:t>Parsers are widely used in the following technologies: </a:t>
            </a:r>
          </a:p>
          <a:p>
            <a:pPr>
              <a:buFont typeface="Arial" panose="020B0604020202020204" pitchFamily="34" charset="0"/>
              <a:buChar char="•"/>
            </a:pPr>
            <a:r>
              <a:rPr lang="en-US" sz="1600" dirty="0">
                <a:solidFill>
                  <a:srgbClr val="333333"/>
                </a:solidFill>
                <a:latin typeface="+mj-lt"/>
              </a:rPr>
              <a:t>Java and other programming languages</a:t>
            </a:r>
          </a:p>
          <a:p>
            <a:pPr>
              <a:buFont typeface="Arial" panose="020B0604020202020204" pitchFamily="34" charset="0"/>
              <a:buChar char="•"/>
            </a:pPr>
            <a:r>
              <a:rPr lang="en-US" sz="1600" dirty="0">
                <a:solidFill>
                  <a:srgbClr val="333333"/>
                </a:solidFill>
                <a:latin typeface="+mj-lt"/>
              </a:rPr>
              <a:t>HTML and XML</a:t>
            </a:r>
          </a:p>
          <a:p>
            <a:pPr>
              <a:buFont typeface="Arial" panose="020B0604020202020204" pitchFamily="34" charset="0"/>
              <a:buChar char="•"/>
            </a:pPr>
            <a:r>
              <a:rPr lang="en-US" sz="1600" dirty="0">
                <a:solidFill>
                  <a:srgbClr val="333333"/>
                </a:solidFill>
                <a:latin typeface="+mj-lt"/>
              </a:rPr>
              <a:t>Interactive data language and object definition language</a:t>
            </a:r>
          </a:p>
          <a:p>
            <a:pPr>
              <a:buFont typeface="Arial" panose="020B0604020202020204" pitchFamily="34" charset="0"/>
              <a:buChar char="•"/>
            </a:pPr>
            <a:r>
              <a:rPr lang="en-US" sz="1600" dirty="0">
                <a:solidFill>
                  <a:srgbClr val="333333"/>
                </a:solidFill>
                <a:latin typeface="+mj-lt"/>
              </a:rPr>
              <a:t>Database languages, such as SQL</a:t>
            </a:r>
          </a:p>
          <a:p>
            <a:pPr>
              <a:buFont typeface="Arial" panose="020B0604020202020204" pitchFamily="34" charset="0"/>
              <a:buChar char="•"/>
            </a:pPr>
            <a:r>
              <a:rPr lang="en-US" sz="1600" dirty="0">
                <a:solidFill>
                  <a:srgbClr val="333333"/>
                </a:solidFill>
                <a:latin typeface="+mj-lt"/>
              </a:rPr>
              <a:t>Modeling languages, such as virtual reality modeling language</a:t>
            </a:r>
          </a:p>
          <a:p>
            <a:pPr>
              <a:buFont typeface="Arial" panose="020B0604020202020204" pitchFamily="34" charset="0"/>
              <a:buChar char="•"/>
            </a:pPr>
            <a:r>
              <a:rPr lang="en-US" sz="1600" dirty="0">
                <a:solidFill>
                  <a:srgbClr val="333333"/>
                </a:solidFill>
                <a:latin typeface="+mj-lt"/>
              </a:rPr>
              <a:t>Scripting languages</a:t>
            </a:r>
          </a:p>
          <a:p>
            <a:pPr>
              <a:buFont typeface="Arial" panose="020B0604020202020204" pitchFamily="34" charset="0"/>
              <a:buChar char="•"/>
            </a:pPr>
            <a:r>
              <a:rPr lang="en-US" sz="1600" dirty="0">
                <a:solidFill>
                  <a:srgbClr val="333333"/>
                </a:solidFill>
                <a:latin typeface="+mj-lt"/>
              </a:rPr>
              <a:t>Protocols, such as HTTP and Internet remote function calls</a:t>
            </a:r>
          </a:p>
        </p:txBody>
      </p:sp>
    </p:spTree>
    <p:extLst>
      <p:ext uri="{BB962C8B-B14F-4D97-AF65-F5344CB8AC3E}">
        <p14:creationId xmlns:p14="http://schemas.microsoft.com/office/powerpoint/2010/main" val="2021219825"/>
      </p:ext>
    </p:extLst>
  </p:cSld>
  <p:clrMapOvr>
    <a:masterClrMapping/>
  </p:clrMapOvr>
</p:sld>
</file>

<file path=ppt/slides/slide2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nl-NL" dirty="0"/>
              <a:t>Review</a:t>
            </a:r>
          </a:p>
        </p:txBody>
      </p:sp>
      <p:sp>
        <p:nvSpPr>
          <p:cNvPr id="3" name="Content Placeholder 2"/>
          <p:cNvSpPr>
            <a:spLocks noGrp="1"/>
          </p:cNvSpPr>
          <p:nvPr>
            <p:ph idx="1"/>
          </p:nvPr>
        </p:nvSpPr>
        <p:spPr/>
        <p:txBody>
          <a:bodyPr/>
          <a:lstStyle/>
          <a:p>
            <a:r>
              <a:rPr lang="en-US" sz="2400" dirty="0"/>
              <a:t>The </a:t>
            </a:r>
            <a:r>
              <a:rPr lang="en-US" sz="2400" dirty="0" err="1"/>
              <a:t>lexer</a:t>
            </a:r>
            <a:r>
              <a:rPr lang="en-US" sz="2400" dirty="0"/>
              <a:t> which takes input as a string and converts the input into a set of tokens.</a:t>
            </a:r>
          </a:p>
          <a:p>
            <a:r>
              <a:rPr lang="en-US" sz="2400" dirty="0"/>
              <a:t>The Parser which takes the tokens from the </a:t>
            </a:r>
            <a:r>
              <a:rPr lang="en-US" sz="2400" dirty="0" err="1"/>
              <a:t>lexer</a:t>
            </a:r>
            <a:r>
              <a:rPr lang="en-US" sz="2400" dirty="0"/>
              <a:t> and returns a syntax tree based on a grammar. The grammar is often expressed in a meta language. </a:t>
            </a:r>
          </a:p>
          <a:p>
            <a:r>
              <a:rPr lang="en-US" sz="2400" dirty="0"/>
              <a:t>The grammar is the language of languages and provides the rules and syntax.</a:t>
            </a:r>
          </a:p>
          <a:p>
            <a:r>
              <a:rPr lang="en-US" sz="2400" dirty="0"/>
              <a:t>The interpreter which takes in the syntax tree and evaluates the result. In this case we return the result of calculator input.</a:t>
            </a:r>
          </a:p>
        </p:txBody>
      </p:sp>
    </p:spTree>
    <p:extLst>
      <p:ext uri="{BB962C8B-B14F-4D97-AF65-F5344CB8AC3E}">
        <p14:creationId xmlns:p14="http://schemas.microsoft.com/office/powerpoint/2010/main" val="1743241677"/>
      </p:ext>
    </p:extLst>
  </p:cSld>
  <p:clrMapOvr>
    <a:masterClrMapping/>
  </p:clrMapOvr>
</p:sld>
</file>

<file path=ppt/theme/theme1.xml><?xml version="1.0" encoding="utf-8"?>
<a:theme xmlns:a="http://schemas.openxmlformats.org/drawingml/2006/main" name="Standaardontwerp">
  <a:themeElements>
    <a:clrScheme name="Standaardontwerp 1">
      <a:dk1>
        <a:srgbClr val="000000"/>
      </a:dk1>
      <a:lt1>
        <a:srgbClr val="FFFFFF"/>
      </a:lt1>
      <a:dk2>
        <a:srgbClr val="000000"/>
      </a:dk2>
      <a:lt2>
        <a:srgbClr val="808080"/>
      </a:lt2>
      <a:accent1>
        <a:srgbClr val="BBE0E3"/>
      </a:accent1>
      <a:accent2>
        <a:srgbClr val="333399"/>
      </a:accent2>
      <a:accent3>
        <a:srgbClr val="FFFFFF"/>
      </a:accent3>
      <a:accent4>
        <a:srgbClr val="000000"/>
      </a:accent4>
      <a:accent5>
        <a:srgbClr val="DAEDEF"/>
      </a:accent5>
      <a:accent6>
        <a:srgbClr val="2D2D8A"/>
      </a:accent6>
      <a:hlink>
        <a:srgbClr val="009999"/>
      </a:hlink>
      <a:folHlink>
        <a:srgbClr val="99CC00"/>
      </a:folHlink>
    </a:clrScheme>
    <a:fontScheme name="Standaardontwerp">
      <a:majorFont>
        <a:latin typeface="Arial"/>
        <a:ea typeface=""/>
        <a:cs typeface=""/>
      </a:majorFont>
      <a:minorFont>
        <a:latin typeface="Arial"/>
        <a:ea typeface=""/>
        <a:cs typeface=""/>
      </a:minorFont>
    </a:fontScheme>
    <a:fmtScheme name="Kantoor">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bwMode="auto">
        <a:xfrm>
          <a:off x="0" y="0"/>
          <a:ext cx="1" cy="1"/>
        </a:xfrm>
        <a:custGeom>
          <a:avLst/>
          <a:gdLst/>
          <a:ahLst/>
          <a:cxnLst/>
          <a:rect l="0" t="0" r="0" b="0"/>
          <a:pathLst/>
        </a:custGeom>
        <a:noFill/>
        <a:ln w="9525" cap="flat" cmpd="sng" algn="ctr">
          <a:solidFill>
            <a:schemeClr val="tx1"/>
          </a:solidFill>
          <a:prstDash val="solid"/>
          <a:round/>
          <a:headEnd type="none" w="med" len="med"/>
          <a:tailEnd type="none" w="med" len="med"/>
        </a:ln>
        <a:effectLst/>
        <a:extLst>
          <a:ext uri="{909E8E84-426E-40DD-AFC4-6F175D3DCCD1}">
            <a14:hiddenFill xmlns:a14="http://schemas.microsoft.com/office/drawing/2010/main">
              <a:solidFill>
                <a:schemeClr val="accent1"/>
              </a:solidFill>
            </a14:hiddenFill>
          </a:ext>
          <a:ext uri="{AF507438-7753-43E0-B8FC-AC1667EBCBE1}">
            <a14:hiddenEffects xmlns:a14="http://schemas.microsoft.com/office/drawing/2010/main">
              <a:effectLst>
                <a:outerShdw dist="35921" dir="2700000" algn="ctr" rotWithShape="0">
                  <a:schemeClr val="bg2"/>
                </a:outerShdw>
              </a:effectLst>
            </a14:hiddenEffects>
          </a:ext>
        </a:extLst>
      </a:spPr>
      <a:bodyPr vert="horz" wrap="square" lIns="91440" tIns="45720" rIns="91440" bIns="45720" numCol="1" anchor="t" anchorCtr="0" compatLnSpc="1">
        <a:prstTxWarp prst="textNoShape">
          <a:avLst/>
        </a:prstTxWarp>
      </a:bodyPr>
      <a:lstStyle>
        <a:defPPr marL="0" marR="0" indent="0" algn="l" defTabSz="914400" rtl="0" eaLnBrk="1" fontAlgn="base" latinLnBrk="0" hangingPunct="1">
          <a:lnSpc>
            <a:spcPct val="100000"/>
          </a:lnSpc>
          <a:spcBef>
            <a:spcPct val="0"/>
          </a:spcBef>
          <a:spcAft>
            <a:spcPct val="0"/>
          </a:spcAft>
          <a:buClrTx/>
          <a:buSzTx/>
          <a:buFontTx/>
          <a:buNone/>
          <a:tabLst/>
          <a:defRPr kumimoji="0" lang="en-US" sz="2400" b="0" i="0" u="none" strike="noStrike" cap="none" normalizeH="0" baseline="0" smtClean="0">
            <a:ln>
              <a:noFill/>
            </a:ln>
            <a:solidFill>
              <a:schemeClr val="tx1"/>
            </a:solidFill>
            <a:effectLst/>
            <a:latin typeface="Arial" charset="0"/>
          </a:defRPr>
        </a:defPPr>
      </a:lstStyle>
    </a:spDef>
    <a:lnDef>
      <a:spPr bwMode="auto">
        <a:xfrm>
          <a:off x="0" y="0"/>
          <a:ext cx="1" cy="1"/>
        </a:xfrm>
        <a:custGeom>
          <a:avLst/>
          <a:gdLst/>
          <a:ahLst/>
          <a:cxnLst/>
          <a:rect l="0" t="0" r="0" b="0"/>
          <a:pathLst/>
        </a:custGeom>
        <a:noFill/>
        <a:ln w="9525" cap="flat" cmpd="sng" algn="ctr">
          <a:solidFill>
            <a:schemeClr val="tx1"/>
          </a:solidFill>
          <a:prstDash val="solid"/>
          <a:round/>
          <a:headEnd type="none" w="med" len="med"/>
          <a:tailEnd type="none" w="med" len="med"/>
        </a:ln>
        <a:effectLst/>
        <a:extLst>
          <a:ext uri="{909E8E84-426E-40DD-AFC4-6F175D3DCCD1}">
            <a14:hiddenFill xmlns:a14="http://schemas.microsoft.com/office/drawing/2010/main">
              <a:solidFill>
                <a:schemeClr val="accent1"/>
              </a:solidFill>
            </a14:hiddenFill>
          </a:ext>
          <a:ext uri="{AF507438-7753-43E0-B8FC-AC1667EBCBE1}">
            <a14:hiddenEffects xmlns:a14="http://schemas.microsoft.com/office/drawing/2010/main">
              <a:effectLst>
                <a:outerShdw dist="35921" dir="2700000" algn="ctr" rotWithShape="0">
                  <a:schemeClr val="bg2"/>
                </a:outerShdw>
              </a:effectLst>
            </a14:hiddenEffects>
          </a:ext>
        </a:extLst>
      </a:spPr>
      <a:bodyPr vert="horz" wrap="square" lIns="91440" tIns="45720" rIns="91440" bIns="45720" numCol="1" anchor="t" anchorCtr="0" compatLnSpc="1">
        <a:prstTxWarp prst="textNoShape">
          <a:avLst/>
        </a:prstTxWarp>
      </a:bodyPr>
      <a:lstStyle>
        <a:defPPr marL="0" marR="0" indent="0" algn="l" defTabSz="914400" rtl="0" eaLnBrk="1" fontAlgn="base" latinLnBrk="0" hangingPunct="1">
          <a:lnSpc>
            <a:spcPct val="100000"/>
          </a:lnSpc>
          <a:spcBef>
            <a:spcPct val="0"/>
          </a:spcBef>
          <a:spcAft>
            <a:spcPct val="0"/>
          </a:spcAft>
          <a:buClrTx/>
          <a:buSzTx/>
          <a:buFontTx/>
          <a:buNone/>
          <a:tabLst/>
          <a:defRPr kumimoji="0" lang="en-US" sz="2400" b="0" i="0" u="none" strike="noStrike" cap="none" normalizeH="0" baseline="0" smtClean="0">
            <a:ln>
              <a:noFill/>
            </a:ln>
            <a:solidFill>
              <a:schemeClr val="tx1"/>
            </a:solidFill>
            <a:effectLst/>
            <a:latin typeface="Arial" charset="0"/>
          </a:defRPr>
        </a:defPPr>
      </a:lstStyle>
    </a:lnDef>
  </a:objectDefaults>
  <a:extraClrSchemeLst>
    <a:extraClrScheme>
      <a:clrScheme name="Standaardontwerp 1">
        <a:dk1>
          <a:srgbClr val="000000"/>
        </a:dk1>
        <a:lt1>
          <a:srgbClr val="FFFFFF"/>
        </a:lt1>
        <a:dk2>
          <a:srgbClr val="000000"/>
        </a:dk2>
        <a:lt2>
          <a:srgbClr val="808080"/>
        </a:lt2>
        <a:accent1>
          <a:srgbClr val="BBE0E3"/>
        </a:accent1>
        <a:accent2>
          <a:srgbClr val="333399"/>
        </a:accent2>
        <a:accent3>
          <a:srgbClr val="FFFFFF"/>
        </a:accent3>
        <a:accent4>
          <a:srgbClr val="000000"/>
        </a:accent4>
        <a:accent5>
          <a:srgbClr val="DAEDEF"/>
        </a:accent5>
        <a:accent6>
          <a:srgbClr val="2D2D8A"/>
        </a:accent6>
        <a:hlink>
          <a:srgbClr val="009999"/>
        </a:hlink>
        <a:folHlink>
          <a:srgbClr val="99CC00"/>
        </a:folHlink>
      </a:clrScheme>
      <a:clrMap bg1="lt1" tx1="dk1" bg2="lt2" tx2="dk2" accent1="accent1" accent2="accent2" accent3="accent3" accent4="accent4" accent5="accent5" accent6="accent6" hlink="hlink" folHlink="folHlink"/>
    </a:extraClrScheme>
    <a:extraClrScheme>
      <a:clrScheme name="Standaardontwerp 2">
        <a:dk1>
          <a:srgbClr val="000000"/>
        </a:dk1>
        <a:lt1>
          <a:srgbClr val="FFFFFF"/>
        </a:lt1>
        <a:dk2>
          <a:srgbClr val="000000"/>
        </a:dk2>
        <a:lt2>
          <a:srgbClr val="969696"/>
        </a:lt2>
        <a:accent1>
          <a:srgbClr val="FBDF53"/>
        </a:accent1>
        <a:accent2>
          <a:srgbClr val="FF9966"/>
        </a:accent2>
        <a:accent3>
          <a:srgbClr val="FFFFFF"/>
        </a:accent3>
        <a:accent4>
          <a:srgbClr val="000000"/>
        </a:accent4>
        <a:accent5>
          <a:srgbClr val="FDECB3"/>
        </a:accent5>
        <a:accent6>
          <a:srgbClr val="E78A5C"/>
        </a:accent6>
        <a:hlink>
          <a:srgbClr val="CC3300"/>
        </a:hlink>
        <a:folHlink>
          <a:srgbClr val="996600"/>
        </a:folHlink>
      </a:clrScheme>
      <a:clrMap bg1="lt1" tx1="dk1" bg2="lt2" tx2="dk2" accent1="accent1" accent2="accent2" accent3="accent3" accent4="accent4" accent5="accent5" accent6="accent6" hlink="hlink" folHlink="folHlink"/>
    </a:extraClrScheme>
    <a:extraClrScheme>
      <a:clrScheme name="Standaardontwerp 3">
        <a:dk1>
          <a:srgbClr val="000000"/>
        </a:dk1>
        <a:lt1>
          <a:srgbClr val="FFFFFF"/>
        </a:lt1>
        <a:dk2>
          <a:srgbClr val="000000"/>
        </a:dk2>
        <a:lt2>
          <a:srgbClr val="808080"/>
        </a:lt2>
        <a:accent1>
          <a:srgbClr val="99CCFF"/>
        </a:accent1>
        <a:accent2>
          <a:srgbClr val="CCCCFF"/>
        </a:accent2>
        <a:accent3>
          <a:srgbClr val="FFFFFF"/>
        </a:accent3>
        <a:accent4>
          <a:srgbClr val="000000"/>
        </a:accent4>
        <a:accent5>
          <a:srgbClr val="CAE2FF"/>
        </a:accent5>
        <a:accent6>
          <a:srgbClr val="B9B9E7"/>
        </a:accent6>
        <a:hlink>
          <a:srgbClr val="3333CC"/>
        </a:hlink>
        <a:folHlink>
          <a:srgbClr val="AF67FF"/>
        </a:folHlink>
      </a:clrScheme>
      <a:clrMap bg1="lt1" tx1="dk1" bg2="lt2" tx2="dk2" accent1="accent1" accent2="accent2" accent3="accent3" accent4="accent4" accent5="accent5" accent6="accent6" hlink="hlink" folHlink="folHlink"/>
    </a:extraClrScheme>
    <a:extraClrScheme>
      <a:clrScheme name="Standaardontwerp 4">
        <a:dk1>
          <a:srgbClr val="000000"/>
        </a:dk1>
        <a:lt1>
          <a:srgbClr val="DEF6F1"/>
        </a:lt1>
        <a:dk2>
          <a:srgbClr val="000000"/>
        </a:dk2>
        <a:lt2>
          <a:srgbClr val="969696"/>
        </a:lt2>
        <a:accent1>
          <a:srgbClr val="FFFFFF"/>
        </a:accent1>
        <a:accent2>
          <a:srgbClr val="8DC6FF"/>
        </a:accent2>
        <a:accent3>
          <a:srgbClr val="ECFAF7"/>
        </a:accent3>
        <a:accent4>
          <a:srgbClr val="000000"/>
        </a:accent4>
        <a:accent5>
          <a:srgbClr val="FFFFFF"/>
        </a:accent5>
        <a:accent6>
          <a:srgbClr val="7FB3E7"/>
        </a:accent6>
        <a:hlink>
          <a:srgbClr val="0066CC"/>
        </a:hlink>
        <a:folHlink>
          <a:srgbClr val="00A800"/>
        </a:folHlink>
      </a:clrScheme>
      <a:clrMap bg1="lt1" tx1="dk1" bg2="lt2" tx2="dk2" accent1="accent1" accent2="accent2" accent3="accent3" accent4="accent4" accent5="accent5" accent6="accent6" hlink="hlink" folHlink="folHlink"/>
    </a:extraClrScheme>
    <a:extraClrScheme>
      <a:clrScheme name="Standaardontwerp 5">
        <a:dk1>
          <a:srgbClr val="000000"/>
        </a:dk1>
        <a:lt1>
          <a:srgbClr val="FFFFD9"/>
        </a:lt1>
        <a:dk2>
          <a:srgbClr val="000000"/>
        </a:dk2>
        <a:lt2>
          <a:srgbClr val="777777"/>
        </a:lt2>
        <a:accent1>
          <a:srgbClr val="FFFFF7"/>
        </a:accent1>
        <a:accent2>
          <a:srgbClr val="33CCCC"/>
        </a:accent2>
        <a:accent3>
          <a:srgbClr val="FFFFE9"/>
        </a:accent3>
        <a:accent4>
          <a:srgbClr val="000000"/>
        </a:accent4>
        <a:accent5>
          <a:srgbClr val="FFFFFA"/>
        </a:accent5>
        <a:accent6>
          <a:srgbClr val="2DB9B9"/>
        </a:accent6>
        <a:hlink>
          <a:srgbClr val="FF5050"/>
        </a:hlink>
        <a:folHlink>
          <a:srgbClr val="FF9900"/>
        </a:folHlink>
      </a:clrScheme>
      <a:clrMap bg1="lt1" tx1="dk1" bg2="lt2" tx2="dk2" accent1="accent1" accent2="accent2" accent3="accent3" accent4="accent4" accent5="accent5" accent6="accent6" hlink="hlink" folHlink="folHlink"/>
    </a:extraClrScheme>
    <a:extraClrScheme>
      <a:clrScheme name="Standaardontwerp 6">
        <a:dk1>
          <a:srgbClr val="005A58"/>
        </a:dk1>
        <a:lt1>
          <a:srgbClr val="FFFFFF"/>
        </a:lt1>
        <a:dk2>
          <a:srgbClr val="008080"/>
        </a:dk2>
        <a:lt2>
          <a:srgbClr val="FFFF99"/>
        </a:lt2>
        <a:accent1>
          <a:srgbClr val="006462"/>
        </a:accent1>
        <a:accent2>
          <a:srgbClr val="6D6FC7"/>
        </a:accent2>
        <a:accent3>
          <a:srgbClr val="AAC0C0"/>
        </a:accent3>
        <a:accent4>
          <a:srgbClr val="DADADA"/>
        </a:accent4>
        <a:accent5>
          <a:srgbClr val="AAB8B7"/>
        </a:accent5>
        <a:accent6>
          <a:srgbClr val="6264B4"/>
        </a:accent6>
        <a:hlink>
          <a:srgbClr val="00FFFF"/>
        </a:hlink>
        <a:folHlink>
          <a:srgbClr val="00FF00"/>
        </a:folHlink>
      </a:clrScheme>
      <a:clrMap bg1="dk2" tx1="lt1" bg2="dk1" tx2="lt2" accent1="accent1" accent2="accent2" accent3="accent3" accent4="accent4" accent5="accent5" accent6="accent6" hlink="hlink" folHlink="folHlink"/>
    </a:extraClrScheme>
    <a:extraClrScheme>
      <a:clrScheme name="Standaardontwerp 7">
        <a:dk1>
          <a:srgbClr val="5C1F00"/>
        </a:dk1>
        <a:lt1>
          <a:srgbClr val="FFFFFF"/>
        </a:lt1>
        <a:dk2>
          <a:srgbClr val="800000"/>
        </a:dk2>
        <a:lt2>
          <a:srgbClr val="DFD293"/>
        </a:lt2>
        <a:accent1>
          <a:srgbClr val="CC3300"/>
        </a:accent1>
        <a:accent2>
          <a:srgbClr val="BE7960"/>
        </a:accent2>
        <a:accent3>
          <a:srgbClr val="C0AAAA"/>
        </a:accent3>
        <a:accent4>
          <a:srgbClr val="DADADA"/>
        </a:accent4>
        <a:accent5>
          <a:srgbClr val="E2ADAA"/>
        </a:accent5>
        <a:accent6>
          <a:srgbClr val="AC6D56"/>
        </a:accent6>
        <a:hlink>
          <a:srgbClr val="FFFF99"/>
        </a:hlink>
        <a:folHlink>
          <a:srgbClr val="D3A219"/>
        </a:folHlink>
      </a:clrScheme>
      <a:clrMap bg1="dk2" tx1="lt1" bg2="dk1" tx2="lt2" accent1="accent1" accent2="accent2" accent3="accent3" accent4="accent4" accent5="accent5" accent6="accent6" hlink="hlink" folHlink="folHlink"/>
    </a:extraClrScheme>
    <a:extraClrScheme>
      <a:clrScheme name="Standaardontwerp 8">
        <a:dk1>
          <a:srgbClr val="003366"/>
        </a:dk1>
        <a:lt1>
          <a:srgbClr val="FFFFFF"/>
        </a:lt1>
        <a:dk2>
          <a:srgbClr val="000099"/>
        </a:dk2>
        <a:lt2>
          <a:srgbClr val="CCFFFF"/>
        </a:lt2>
        <a:accent1>
          <a:srgbClr val="3366CC"/>
        </a:accent1>
        <a:accent2>
          <a:srgbClr val="00B000"/>
        </a:accent2>
        <a:accent3>
          <a:srgbClr val="AAAACA"/>
        </a:accent3>
        <a:accent4>
          <a:srgbClr val="DADADA"/>
        </a:accent4>
        <a:accent5>
          <a:srgbClr val="ADB8E2"/>
        </a:accent5>
        <a:accent6>
          <a:srgbClr val="009F00"/>
        </a:accent6>
        <a:hlink>
          <a:srgbClr val="66CCFF"/>
        </a:hlink>
        <a:folHlink>
          <a:srgbClr val="FFE701"/>
        </a:folHlink>
      </a:clrScheme>
      <a:clrMap bg1="dk2" tx1="lt1" bg2="dk1" tx2="lt2" accent1="accent1" accent2="accent2" accent3="accent3" accent4="accent4" accent5="accent5" accent6="accent6" hlink="hlink" folHlink="folHlink"/>
    </a:extraClrScheme>
    <a:extraClrScheme>
      <a:clrScheme name="Standaardontwerp 9">
        <a:dk1>
          <a:srgbClr val="336699"/>
        </a:dk1>
        <a:lt1>
          <a:srgbClr val="FFFFFF"/>
        </a:lt1>
        <a:dk2>
          <a:srgbClr val="000000"/>
        </a:dk2>
        <a:lt2>
          <a:srgbClr val="E3EBF1"/>
        </a:lt2>
        <a:accent1>
          <a:srgbClr val="003399"/>
        </a:accent1>
        <a:accent2>
          <a:srgbClr val="468A4B"/>
        </a:accent2>
        <a:accent3>
          <a:srgbClr val="AAAAAA"/>
        </a:accent3>
        <a:accent4>
          <a:srgbClr val="DADADA"/>
        </a:accent4>
        <a:accent5>
          <a:srgbClr val="AAADCA"/>
        </a:accent5>
        <a:accent6>
          <a:srgbClr val="3F7D43"/>
        </a:accent6>
        <a:hlink>
          <a:srgbClr val="66CCFF"/>
        </a:hlink>
        <a:folHlink>
          <a:srgbClr val="F0E500"/>
        </a:folHlink>
      </a:clrScheme>
      <a:clrMap bg1="dk2" tx1="lt1" bg2="dk1" tx2="lt2" accent1="accent1" accent2="accent2" accent3="accent3" accent4="accent4" accent5="accent5" accent6="accent6" hlink="hlink" folHlink="folHlink"/>
    </a:extraClrScheme>
    <a:extraClrScheme>
      <a:clrScheme name="Standaardontwerp 10">
        <a:dk1>
          <a:srgbClr val="777777"/>
        </a:dk1>
        <a:lt1>
          <a:srgbClr val="FFFFFF"/>
        </a:lt1>
        <a:dk2>
          <a:srgbClr val="686B5D"/>
        </a:dk2>
        <a:lt2>
          <a:srgbClr val="D1D1CB"/>
        </a:lt2>
        <a:accent1>
          <a:srgbClr val="909082"/>
        </a:accent1>
        <a:accent2>
          <a:srgbClr val="809EA8"/>
        </a:accent2>
        <a:accent3>
          <a:srgbClr val="B9BAB6"/>
        </a:accent3>
        <a:accent4>
          <a:srgbClr val="DADADA"/>
        </a:accent4>
        <a:accent5>
          <a:srgbClr val="C6C6C1"/>
        </a:accent5>
        <a:accent6>
          <a:srgbClr val="738F98"/>
        </a:accent6>
        <a:hlink>
          <a:srgbClr val="FFCC66"/>
        </a:hlink>
        <a:folHlink>
          <a:srgbClr val="E9DCB9"/>
        </a:folHlink>
      </a:clrScheme>
      <a:clrMap bg1="dk2" tx1="lt1" bg2="dk1" tx2="lt2" accent1="accent1" accent2="accent2" accent3="accent3" accent4="accent4" accent5="accent5" accent6="accent6" hlink="hlink" folHlink="folHlink"/>
    </a:extraClrScheme>
    <a:extraClrScheme>
      <a:clrScheme name="Standaardontwerp 11">
        <a:dk1>
          <a:srgbClr val="3E3E5C"/>
        </a:dk1>
        <a:lt1>
          <a:srgbClr val="FFFFFF"/>
        </a:lt1>
        <a:dk2>
          <a:srgbClr val="666699"/>
        </a:dk2>
        <a:lt2>
          <a:srgbClr val="FFFFFF"/>
        </a:lt2>
        <a:accent1>
          <a:srgbClr val="60597B"/>
        </a:accent1>
        <a:accent2>
          <a:srgbClr val="6666FF"/>
        </a:accent2>
        <a:accent3>
          <a:srgbClr val="B8B8CA"/>
        </a:accent3>
        <a:accent4>
          <a:srgbClr val="DADADA"/>
        </a:accent4>
        <a:accent5>
          <a:srgbClr val="B6B5BF"/>
        </a:accent5>
        <a:accent6>
          <a:srgbClr val="5C5CE7"/>
        </a:accent6>
        <a:hlink>
          <a:srgbClr val="99CCFF"/>
        </a:hlink>
        <a:folHlink>
          <a:srgbClr val="FFFF99"/>
        </a:folHlink>
      </a:clrScheme>
      <a:clrMap bg1="dk2" tx1="lt1" bg2="dk1" tx2="lt2" accent1="accent1" accent2="accent2" accent3="accent3" accent4="accent4" accent5="accent5" accent6="accent6" hlink="hlink" folHlink="folHlink"/>
    </a:extraClrScheme>
    <a:extraClrScheme>
      <a:clrScheme name="Standaardontwerp 12">
        <a:dk1>
          <a:srgbClr val="2D2015"/>
        </a:dk1>
        <a:lt1>
          <a:srgbClr val="FFFFFF"/>
        </a:lt1>
        <a:dk2>
          <a:srgbClr val="523E26"/>
        </a:dk2>
        <a:lt2>
          <a:srgbClr val="DFC08D"/>
        </a:lt2>
        <a:accent1>
          <a:srgbClr val="8C7B70"/>
        </a:accent1>
        <a:accent2>
          <a:srgbClr val="8F5F2F"/>
        </a:accent2>
        <a:accent3>
          <a:srgbClr val="B3AFAC"/>
        </a:accent3>
        <a:accent4>
          <a:srgbClr val="DADADA"/>
        </a:accent4>
        <a:accent5>
          <a:srgbClr val="C5BFBB"/>
        </a:accent5>
        <a:accent6>
          <a:srgbClr val="81552A"/>
        </a:accent6>
        <a:hlink>
          <a:srgbClr val="CCB400"/>
        </a:hlink>
        <a:folHlink>
          <a:srgbClr val="8C9EA0"/>
        </a:folHlink>
      </a:clrScheme>
      <a:clrMap bg1="dk2" tx1="lt1" bg2="dk1" tx2="lt2" accent1="accent1" accent2="accent2" accent3="accent3" accent4="accent4" accent5="accent5" accent6="accent6" hlink="hlink" folHlink="folHlink"/>
    </a:extraClrScheme>
  </a:extraClrSchemeLst>
</a:theme>
</file>

<file path=ppt/theme/theme2.xml><?xml version="1.0" encoding="utf-8"?>
<a:theme xmlns:a="http://schemas.openxmlformats.org/drawingml/2006/main" name="Kantoorthema">
  <a:themeElements>
    <a:clrScheme name="">
      <a:dk1>
        <a:srgbClr val="000000"/>
      </a:dk1>
      <a:lt1>
        <a:srgbClr val="FFFFFF"/>
      </a:lt1>
      <a:dk2>
        <a:srgbClr val="000000"/>
      </a:dk2>
      <a:lt2>
        <a:srgbClr val="808080"/>
      </a:lt2>
      <a:accent1>
        <a:srgbClr val="BBE0E3"/>
      </a:accent1>
      <a:accent2>
        <a:srgbClr val="333399"/>
      </a:accent2>
      <a:accent3>
        <a:srgbClr val="FFFFFF"/>
      </a:accent3>
      <a:accent4>
        <a:srgbClr val="000000"/>
      </a:accent4>
      <a:accent5>
        <a:srgbClr val="DAEDEF"/>
      </a:accent5>
      <a:accent6>
        <a:srgbClr val="2D2D8A"/>
      </a:accent6>
      <a:hlink>
        <a:srgbClr val="009999"/>
      </a:hlink>
      <a:folHlink>
        <a:srgbClr val="99CC00"/>
      </a:folHlink>
    </a:clrScheme>
    <a:fontScheme name="Kantoor">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Kantoor">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theme>
</file>

<file path=ppt/theme/theme3.xml><?xml version="1.0" encoding="utf-8"?>
<a:theme xmlns:a="http://schemas.openxmlformats.org/drawingml/2006/main" name="Kantoorthema">
  <a:themeElements>
    <a:clrScheme name="">
      <a:dk1>
        <a:srgbClr val="000000"/>
      </a:dk1>
      <a:lt1>
        <a:srgbClr val="FFFFFF"/>
      </a:lt1>
      <a:dk2>
        <a:srgbClr val="000000"/>
      </a:dk2>
      <a:lt2>
        <a:srgbClr val="808080"/>
      </a:lt2>
      <a:accent1>
        <a:srgbClr val="BBE0E3"/>
      </a:accent1>
      <a:accent2>
        <a:srgbClr val="333399"/>
      </a:accent2>
      <a:accent3>
        <a:srgbClr val="FFFFFF"/>
      </a:accent3>
      <a:accent4>
        <a:srgbClr val="000000"/>
      </a:accent4>
      <a:accent5>
        <a:srgbClr val="DAEDEF"/>
      </a:accent5>
      <a:accent6>
        <a:srgbClr val="2D2D8A"/>
      </a:accent6>
      <a:hlink>
        <a:srgbClr val="009999"/>
      </a:hlink>
      <a:folHlink>
        <a:srgbClr val="99CC00"/>
      </a:folHlink>
    </a:clrScheme>
    <a:fontScheme name="Kantoor">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Kantoor">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theme>
</file>

<file path=customXml/_rels/item1.xml.rels><?xml version="1.0" encoding="UTF-8" standalone="yes"?>
<Relationships xmlns="http://schemas.openxmlformats.org/package/2006/relationships"><Relationship Id="rId1" Type="http://schemas.openxmlformats.org/officeDocument/2006/relationships/customXmlProps" Target="itemProps1.xml"/></Relationships>
</file>

<file path=customXml/_rels/item2.xml.rels><?xml version="1.0" encoding="UTF-8" standalone="yes"?>
<Relationships xmlns="http://schemas.openxmlformats.org/package/2006/relationships"><Relationship Id="rId1" Type="http://schemas.openxmlformats.org/officeDocument/2006/relationships/customXmlProps" Target="itemProps2.xml"/></Relationships>
</file>

<file path=customXml/_rels/item3.xml.rels><?xml version="1.0" encoding="UTF-8" standalone="yes"?>
<Relationships xmlns="http://schemas.openxmlformats.org/package/2006/relationships"><Relationship Id="rId1" Type="http://schemas.openxmlformats.org/officeDocument/2006/relationships/customXmlProps" Target="itemProps3.xml"/></Relationships>
</file>

<file path=customXml/item1.xml><?xml version="1.0" encoding="utf-8"?>
<p:properties xmlns:p="http://schemas.microsoft.com/office/2006/metadata/properties" xmlns:xsi="http://www.w3.org/2001/XMLSchema-instance">
  <documentManagement/>
</p:properties>
</file>

<file path=customXml/item2.xml><?xml version="1.0" encoding="utf-8"?>
<ct:contentTypeSchema xmlns:ct="http://schemas.microsoft.com/office/2006/metadata/contentType" xmlns:ma="http://schemas.microsoft.com/office/2006/metadata/properties/metaAttributes" ct:_="" ma:_="" ma:contentTypeName="Document" ma:contentTypeID="0x010100E4934CFCC658D048BFAD706E4E30707E" ma:contentTypeVersion="0" ma:contentTypeDescription="Create a new document." ma:contentTypeScope="" ma:versionID="2b58cac721d56c791cd09e4a3cfdeb2f">
  <xsd:schema xmlns:xsd="http://www.w3.org/2001/XMLSchema" xmlns:xs="http://www.w3.org/2001/XMLSchema" xmlns:p="http://schemas.microsoft.com/office/2006/metadata/properties" targetNamespace="http://schemas.microsoft.com/office/2006/metadata/properties" ma:root="true" ma:fieldsID="067e30616eeadeb776f014c5fbcfd813">
    <xsd:element name="properties">
      <xsd:complexType>
        <xsd:sequence>
          <xsd:element name="documentManagement">
            <xsd:complexType>
              <xsd:all/>
            </xsd:complexType>
          </xsd:element>
        </xsd:sequence>
      </xsd:complexType>
    </xsd:element>
  </xsd:schema>
  <xsd:schema xmlns="http://schemas.openxmlformats.org/package/2006/metadata/core-properties" xmlns:xsd="http://www.w3.org/2001/XMLSchema" xmlns:xsi="http://www.w3.org/2001/XMLSchema-instance" xmlns:dc="http://purl.org/dc/elements/1.1/" xmlns:dcterms="http://purl.org/dc/terms/" xmlns:odoc="http://schemas.microsoft.com/internal/obd" targetNamespace="http://schemas.openxmlformats.org/package/2006/metadata/core-properties" elementFormDefault="qualified" attributeFormDefault="unqualified" blockDefault="#all">
    <xsd:import namespace="http://purl.org/dc/elements/1.1/" schemaLocation="http://dublincore.org/schemas/xmls/qdc/2003/04/02/dc.xsd"/>
    <xsd:import namespace="http://purl.org/dc/terms/" schemaLocation="http://dublincore.org/schemas/xmls/qdc/2003/04/02/dcterms.xsd"/>
    <xsd:element name="coreProperties" type="CT_coreProperties"/>
    <xsd:complexType name="CT_coreProperties">
      <xsd:all>
        <xsd:element ref="dc:creator" minOccurs="0" maxOccurs="1"/>
        <xsd:element ref="dcterms:created" minOccurs="0" maxOccurs="1"/>
        <xsd:element ref="dc:identifier" minOccurs="0" maxOccurs="1"/>
        <xsd:element name="contentType" minOccurs="0" maxOccurs="1" type="xsd:string" ma:index="0" ma:displayName="Content Type"/>
        <xsd:element ref="dc:title" minOccurs="0" maxOccurs="1" ma:index="4" ma:displayName="Title"/>
        <xsd:element ref="dc:subject" minOccurs="0" maxOccurs="1"/>
        <xsd:element ref="dc:description" minOccurs="0" maxOccurs="1"/>
        <xsd:element name="keywords" minOccurs="0" maxOccurs="1" type="xsd:string"/>
        <xsd:element ref="dc:language" minOccurs="0" maxOccurs="1"/>
        <xsd:element name="category" minOccurs="0" maxOccurs="1" type="xsd:string"/>
        <xsd:element name="version" minOccurs="0" maxOccurs="1" type="xsd:string"/>
        <xsd:element name="revision" minOccurs="0" maxOccurs="1" type="xsd:string">
          <xsd:annotation>
            <xsd:documentation>
                        This value indicates the number of saves or revisions. The application is responsible for updating this value after each revision.
                    </xsd:documentation>
          </xsd:annotation>
        </xsd:element>
        <xsd:element name="lastModifiedBy" minOccurs="0" maxOccurs="1" type="xsd:string"/>
        <xsd:element ref="dcterms:modified" minOccurs="0" maxOccurs="1"/>
        <xsd:element name="contentStatus" minOccurs="0" maxOccurs="1" type="xsd:string"/>
      </xsd:all>
    </xsd:complexType>
  </xsd:schema>
  <xs:schema xmlns:pc="http://schemas.microsoft.com/office/infopath/2007/PartnerControls" xmlns:xs="http://www.w3.org/2001/XMLSchema" targetNamespace="http://schemas.microsoft.com/office/infopath/2007/PartnerControls" elementFormDefault="qualified" attributeFormDefault="unqualified">
    <xs:element name="Person">
      <xs:complexType>
        <xs:sequence>
          <xs:element ref="pc:DisplayName" minOccurs="0"/>
          <xs:element ref="pc:AccountId" minOccurs="0"/>
          <xs:element ref="pc:AccountType" minOccurs="0"/>
        </xs:sequence>
      </xs:complexType>
    </xs:element>
    <xs:element name="DisplayName" type="xs:string"/>
    <xs:element name="AccountId" type="xs:string"/>
    <xs:element name="AccountType" type="xs:string"/>
    <xs:element name="BDCAssociatedEntity">
      <xs:complexType>
        <xs:sequence>
          <xs:element ref="pc:BDCEntity" minOccurs="0" maxOccurs="unbounded"/>
        </xs:sequence>
        <xs:attribute ref="pc:EntityNamespace"/>
        <xs:attribute ref="pc:EntityName"/>
        <xs:attribute ref="pc:SystemInstanceName"/>
        <xs:attribute ref="pc:AssociationName"/>
      </xs:complexType>
    </xs:element>
    <xs:attribute name="EntityNamespace" type="xs:string"/>
    <xs:attribute name="EntityName" type="xs:string"/>
    <xs:attribute name="SystemInstanceName" type="xs:string"/>
    <xs:attribute name="AssociationName" type="xs:string"/>
    <xs:element name="BDCEntity">
      <xs:complexType>
        <xs:sequence>
          <xs:element ref="pc:EntityDisplayName" minOccurs="0"/>
          <xs:element ref="pc:EntityInstanceReference" minOccurs="0"/>
          <xs:element ref="pc:EntityId1" minOccurs="0"/>
          <xs:element ref="pc:EntityId2" minOccurs="0"/>
          <xs:element ref="pc:EntityId3" minOccurs="0"/>
          <xs:element ref="pc:EntityId4" minOccurs="0"/>
          <xs:element ref="pc:EntityId5" minOccurs="0"/>
        </xs:sequence>
      </xs:complexType>
    </xs:element>
    <xs:element name="EntityDisplayName" type="xs:string"/>
    <xs:element name="EntityInstanceReference" type="xs:string"/>
    <xs:element name="EntityId1" type="xs:string"/>
    <xs:element name="EntityId2" type="xs:string"/>
    <xs:element name="EntityId3" type="xs:string"/>
    <xs:element name="EntityId4" type="xs:string"/>
    <xs:element name="EntityId5" type="xs:string"/>
    <xs:element name="Terms">
      <xs:complexType>
        <xs:sequence>
          <xs:element ref="pc:TermInfo" minOccurs="0" maxOccurs="unbounded"/>
        </xs:sequence>
      </xs:complexType>
    </xs:element>
    <xs:element name="TermInfo">
      <xs:complexType>
        <xs:sequence>
          <xs:element ref="pc:TermName" minOccurs="0"/>
          <xs:element ref="pc:TermId" minOccurs="0"/>
        </xs:sequence>
      </xs:complexType>
    </xs:element>
    <xs:element name="TermName" type="xs:string"/>
    <xs:element name="TermId" type="xs:string"/>
  </xs:schema>
</ct:contentTypeSchema>
</file>

<file path=customXml/item3.xml><?xml version="1.0" encoding="utf-8"?>
<?mso-contentType ?>
<FormTemplates xmlns="http://schemas.microsoft.com/sharepoint/v3/contenttype/forms">
  <Display>DocumentLibraryForm</Display>
  <Edit>DocumentLibraryForm</Edit>
  <New>DocumentLibraryForm</New>
</FormTemplates>
</file>

<file path=customXml/itemProps1.xml><?xml version="1.0" encoding="utf-8"?>
<ds:datastoreItem xmlns:ds="http://schemas.openxmlformats.org/officeDocument/2006/customXml" ds:itemID="{893FC8A3-6587-40B8-8C07-DD6853736ADF}">
  <ds:schemaRefs>
    <ds:schemaRef ds:uri="http://purl.org/dc/elements/1.1/"/>
    <ds:schemaRef ds:uri="http://schemas.microsoft.com/office/2006/metadata/properties"/>
    <ds:schemaRef ds:uri="http://purl.org/dc/terms/"/>
    <ds:schemaRef ds:uri="http://schemas.openxmlformats.org/package/2006/metadata/core-properties"/>
    <ds:schemaRef ds:uri="http://schemas.microsoft.com/office/2006/documentManagement/types"/>
    <ds:schemaRef ds:uri="http://schemas.microsoft.com/office/infopath/2007/PartnerControls"/>
    <ds:schemaRef ds:uri="c50ae0a0-5225-49ca-816d-fa9d7d7ed806"/>
    <ds:schemaRef ds:uri="fbda534c-2e95-4822-892f-e4ca2919e064"/>
    <ds:schemaRef ds:uri="http://www.w3.org/XML/1998/namespace"/>
    <ds:schemaRef ds:uri="http://purl.org/dc/dcmitype/"/>
  </ds:schemaRefs>
</ds:datastoreItem>
</file>

<file path=customXml/itemProps2.xml><?xml version="1.0" encoding="utf-8"?>
<ds:datastoreItem xmlns:ds="http://schemas.openxmlformats.org/officeDocument/2006/customXml" ds:itemID="{897B733D-BE6B-40B3-A404-47AA97FD1508}">
  <ds:schemaRefs>
    <ds:schemaRef ds:uri="http://schemas.microsoft.com/office/2006/metadata/contentType"/>
    <ds:schemaRef ds:uri="http://schemas.microsoft.com/office/2006/metadata/properties/metaAttributes"/>
    <ds:schemaRef ds:uri="http://www.w3.org/2001/XMLSchema"/>
    <ds:schemaRef ds:uri="http://schemas.microsoft.com/office/2006/metadata/properties"/>
    <ds:schemaRef ds:uri="http://schemas.openxmlformats.org/package/2006/metadata/core-properties"/>
    <ds:schemaRef ds:uri="http://purl.org/dc/elements/1.1/"/>
    <ds:schemaRef ds:uri="http://purl.org/dc/terms/"/>
    <ds:schemaRef ds:uri="http://schemas.microsoft.com/internal/obd"/>
    <ds:schemaRef ds:uri="http://schemas.microsoft.com/office/infopath/2007/PartnerControls"/>
  </ds:schemaRefs>
</ds:datastoreItem>
</file>

<file path=customXml/itemProps3.xml><?xml version="1.0" encoding="utf-8"?>
<ds:datastoreItem xmlns:ds="http://schemas.openxmlformats.org/officeDocument/2006/customXml" ds:itemID="{AD6984BB-E88B-4694-9FA0-49EC1F2DF510}">
  <ds:schemaRefs>
    <ds:schemaRef ds:uri="http://schemas.microsoft.com/sharepoint/v3/contenttype/forms"/>
  </ds:schemaRefs>
</ds:datastoreItem>
</file>

<file path=docProps/app.xml><?xml version="1.0" encoding="utf-8"?>
<Properties xmlns="http://schemas.openxmlformats.org/officeDocument/2006/extended-properties" xmlns:vt="http://schemas.openxmlformats.org/officeDocument/2006/docPropsVTypes">
  <Template/>
  <TotalTime>243</TotalTime>
  <Words>1470</Words>
  <Application>Microsoft Office PowerPoint</Application>
  <PresentationFormat>Diavoorstelling (4:3)</PresentationFormat>
  <Paragraphs>251</Paragraphs>
  <Slides>24</Slides>
  <Notes>18</Notes>
  <HiddenSlides>0</HiddenSlides>
  <MMClips>0</MMClips>
  <ScaleCrop>false</ScaleCrop>
  <HeadingPairs>
    <vt:vector size="6" baseType="variant">
      <vt:variant>
        <vt:lpstr>Gebruikte lettertypen</vt:lpstr>
      </vt:variant>
      <vt:variant>
        <vt:i4>4</vt:i4>
      </vt:variant>
      <vt:variant>
        <vt:lpstr>Thema</vt:lpstr>
      </vt:variant>
      <vt:variant>
        <vt:i4>1</vt:i4>
      </vt:variant>
      <vt:variant>
        <vt:lpstr>Diatitels</vt:lpstr>
      </vt:variant>
      <vt:variant>
        <vt:i4>24</vt:i4>
      </vt:variant>
    </vt:vector>
  </HeadingPairs>
  <TitlesOfParts>
    <vt:vector size="29" baseType="lpstr">
      <vt:lpstr>&amp;quot</vt:lpstr>
      <vt:lpstr>Arial</vt:lpstr>
      <vt:lpstr>Century Gothic</vt:lpstr>
      <vt:lpstr>Times New Roman</vt:lpstr>
      <vt:lpstr>Standaardontwerp</vt:lpstr>
      <vt:lpstr>Automata</vt:lpstr>
      <vt:lpstr>5</vt:lpstr>
      <vt:lpstr>Week1 schedule</vt:lpstr>
      <vt:lpstr>Introduction Grammars </vt:lpstr>
      <vt:lpstr>Some terms</vt:lpstr>
      <vt:lpstr>PowerPoint-presentatie</vt:lpstr>
      <vt:lpstr>PowerPoint-presentatie</vt:lpstr>
      <vt:lpstr>PowerPoint-presentatie</vt:lpstr>
      <vt:lpstr>PowerPoint-presentatie</vt:lpstr>
      <vt:lpstr>PowerPoint-presentatie</vt:lpstr>
      <vt:lpstr>PowerPoint-presentatie</vt:lpstr>
      <vt:lpstr>PowerPoint-presentatie</vt:lpstr>
      <vt:lpstr>PowerPoint-presentatie</vt:lpstr>
      <vt:lpstr>PowerPoint-presentatie</vt:lpstr>
      <vt:lpstr>PowerPoint-presentatie</vt:lpstr>
      <vt:lpstr>PowerPoint-presentatie</vt:lpstr>
      <vt:lpstr>PowerPoint-presentatie</vt:lpstr>
      <vt:lpstr>PowerPoint-presentatie</vt:lpstr>
      <vt:lpstr>PowerPoint-presentatie</vt:lpstr>
      <vt:lpstr>PowerPoint-presentatie</vt:lpstr>
      <vt:lpstr>PowerPoint-presentatie</vt:lpstr>
      <vt:lpstr>PowerPoint-presentatie</vt:lpstr>
      <vt:lpstr>PowerPoint-presentatie</vt:lpstr>
      <vt:lpstr>Review</vt:lpstr>
    </vt:vector>
  </TitlesOfParts>
  <Company>Fontys Hogescholen</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Languages, grammars and automata.</dc:title>
  <dc:creator>Addie de Fluiter</dc:creator>
  <cp:lastModifiedBy>Hans van Heumen</cp:lastModifiedBy>
  <cp:revision>219</cp:revision>
  <dcterms:created xsi:type="dcterms:W3CDTF">2008-02-27T16:33:19Z</dcterms:created>
  <dcterms:modified xsi:type="dcterms:W3CDTF">2024-09-04T09:12:49Z</dcterms:modified>
</cp:coreProperties>
</file>

<file path=docProps/custom.xml><?xml version="1.0" encoding="utf-8"?>
<Properties xmlns="http://schemas.openxmlformats.org/officeDocument/2006/custom-properties" xmlns:vt="http://schemas.openxmlformats.org/officeDocument/2006/docPropsVTypes">
  <property fmtid="{D5CDD505-2E9C-101B-9397-08002B2CF9AE}" pid="2" name="ContentTypeId">
    <vt:lpwstr>0x010100E4934CFCC658D048BFAD706E4E30707E</vt:lpwstr>
  </property>
</Properties>
</file>