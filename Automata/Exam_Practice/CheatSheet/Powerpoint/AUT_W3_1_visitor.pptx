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4"/>
  </p:sldMasterIdLst>
  <p:notesMasterIdLst>
    <p:notesMasterId r:id="rId12"/>
  </p:notesMasterIdLst>
  <p:handoutMasterIdLst>
    <p:handoutMasterId r:id="rId13"/>
  </p:handoutMasterIdLst>
  <p:sldIdLst>
    <p:sldId id="343" r:id="rId5"/>
    <p:sldId id="356" r:id="rId6"/>
    <p:sldId id="354" r:id="rId7"/>
    <p:sldId id="355" r:id="rId8"/>
    <p:sldId id="353" r:id="rId9"/>
    <p:sldId id="351" r:id="rId10"/>
    <p:sldId id="347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9966FF"/>
    <a:srgbClr val="FF0000"/>
    <a:srgbClr val="CC00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14" autoAdjust="0"/>
    <p:restoredTop sz="91039" autoAdjust="0"/>
  </p:normalViewPr>
  <p:slideViewPr>
    <p:cSldViewPr>
      <p:cViewPr varScale="1">
        <p:scale>
          <a:sx n="167" d="100"/>
          <a:sy n="167" d="100"/>
        </p:scale>
        <p:origin x="540" y="150"/>
      </p:cViewPr>
      <p:guideLst>
        <p:guide orient="horz" pos="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umen,Hans J.B.H.M. van" userId="357d3a60-27dc-42a3-bd03-172815e944eb" providerId="ADAL" clId="{0E113807-9CA3-445F-A5CD-0A567570384E}"/>
    <pc:docChg chg="addSld modSld">
      <pc:chgData name="Heumen,Hans J.B.H.M. van" userId="357d3a60-27dc-42a3-bd03-172815e944eb" providerId="ADAL" clId="{0E113807-9CA3-445F-A5CD-0A567570384E}" dt="2024-09-02T12:46:50.434" v="25" actId="20577"/>
      <pc:docMkLst>
        <pc:docMk/>
      </pc:docMkLst>
      <pc:sldChg chg="modSp new mod">
        <pc:chgData name="Heumen,Hans J.B.H.M. van" userId="357d3a60-27dc-42a3-bd03-172815e944eb" providerId="ADAL" clId="{0E113807-9CA3-445F-A5CD-0A567570384E}" dt="2024-09-02T12:46:50.434" v="25" actId="20577"/>
        <pc:sldMkLst>
          <pc:docMk/>
          <pc:sldMk cId="1375342933" sldId="361"/>
        </pc:sldMkLst>
        <pc:spChg chg="mod">
          <ac:chgData name="Heumen,Hans J.B.H.M. van" userId="357d3a60-27dc-42a3-bd03-172815e944eb" providerId="ADAL" clId="{0E113807-9CA3-445F-A5CD-0A567570384E}" dt="2024-09-02T12:46:50.434" v="25" actId="20577"/>
          <ac:spMkLst>
            <pc:docMk/>
            <pc:sldMk cId="1375342933" sldId="361"/>
            <ac:spMk id="2" creationId="{F1E682E0-D54A-6F3D-3F4A-9A2B789C61DE}"/>
          </ac:spMkLst>
        </pc:spChg>
        <pc:spChg chg="mod">
          <ac:chgData name="Heumen,Hans J.B.H.M. van" userId="357d3a60-27dc-42a3-bd03-172815e944eb" providerId="ADAL" clId="{0E113807-9CA3-445F-A5CD-0A567570384E}" dt="2024-09-02T12:33:30.260" v="24" actId="20577"/>
          <ac:spMkLst>
            <pc:docMk/>
            <pc:sldMk cId="1375342933" sldId="361"/>
            <ac:spMk id="3" creationId="{D8BAC8ED-5EED-0ACD-23FC-4E48BC89C992}"/>
          </ac:spMkLst>
        </pc:spChg>
      </pc:sldChg>
    </pc:docChg>
  </pc:docChgLst>
  <pc:docChgLst>
    <pc:chgData name="Heumen,Hans J.B.H.M. van" userId="357d3a60-27dc-42a3-bd03-172815e944eb" providerId="ADAL" clId="{602527C1-0509-4B58-8E1C-2D6B4B375E02}"/>
    <pc:docChg chg="custSel addSld delSld modSld">
      <pc:chgData name="Heumen,Hans J.B.H.M. van" userId="357d3a60-27dc-42a3-bd03-172815e944eb" providerId="ADAL" clId="{602527C1-0509-4B58-8E1C-2D6B4B375E02}" dt="2024-09-04T09:12:44.759" v="296" actId="47"/>
      <pc:docMkLst>
        <pc:docMk/>
      </pc:docMkLst>
      <pc:sldChg chg="modSp mod">
        <pc:chgData name="Heumen,Hans J.B.H.M. van" userId="357d3a60-27dc-42a3-bd03-172815e944eb" providerId="ADAL" clId="{602527C1-0509-4B58-8E1C-2D6B4B375E02}" dt="2024-09-02T09:20:05.828" v="185" actId="1076"/>
        <pc:sldMkLst>
          <pc:docMk/>
          <pc:sldMk cId="2860095100" sldId="312"/>
        </pc:sldMkLst>
        <pc:spChg chg="mod">
          <ac:chgData name="Heumen,Hans J.B.H.M. van" userId="357d3a60-27dc-42a3-bd03-172815e944eb" providerId="ADAL" clId="{602527C1-0509-4B58-8E1C-2D6B4B375E02}" dt="2024-09-02T09:20:05.828" v="185" actId="1076"/>
          <ac:spMkLst>
            <pc:docMk/>
            <pc:sldMk cId="2860095100" sldId="312"/>
            <ac:spMk id="36" creationId="{00000000-0000-0000-0000-000000000000}"/>
          </ac:spMkLst>
        </pc:spChg>
      </pc:sldChg>
      <pc:sldChg chg="modNotesTx">
        <pc:chgData name="Heumen,Hans J.B.H.M. van" userId="357d3a60-27dc-42a3-bd03-172815e944eb" providerId="ADAL" clId="{602527C1-0509-4B58-8E1C-2D6B4B375E02}" dt="2024-09-02T09:35:13.009" v="187"/>
        <pc:sldMkLst>
          <pc:docMk/>
          <pc:sldMk cId="176712880" sldId="318"/>
        </pc:sldMkLst>
      </pc:sldChg>
      <pc:sldChg chg="delSp modSp del mod">
        <pc:chgData name="Heumen,Hans J.B.H.M. van" userId="357d3a60-27dc-42a3-bd03-172815e944eb" providerId="ADAL" clId="{602527C1-0509-4B58-8E1C-2D6B4B375E02}" dt="2024-09-04T09:12:42.028" v="294" actId="47"/>
        <pc:sldMkLst>
          <pc:docMk/>
          <pc:sldMk cId="3833983145" sldId="323"/>
        </pc:sldMkLst>
        <pc:spChg chg="del mod">
          <ac:chgData name="Heumen,Hans J.B.H.M. van" userId="357d3a60-27dc-42a3-bd03-172815e944eb" providerId="ADAL" clId="{602527C1-0509-4B58-8E1C-2D6B4B375E02}" dt="2024-09-02T09:58:37.862" v="293" actId="478"/>
          <ac:spMkLst>
            <pc:docMk/>
            <pc:sldMk cId="3833983145" sldId="323"/>
            <ac:spMk id="2" creationId="{00000000-0000-0000-0000-000000000000}"/>
          </ac:spMkLst>
        </pc:spChg>
      </pc:sldChg>
      <pc:sldChg chg="del">
        <pc:chgData name="Heumen,Hans J.B.H.M. van" userId="357d3a60-27dc-42a3-bd03-172815e944eb" providerId="ADAL" clId="{602527C1-0509-4B58-8E1C-2D6B4B375E02}" dt="2024-09-04T09:12:43.674" v="295" actId="47"/>
        <pc:sldMkLst>
          <pc:docMk/>
          <pc:sldMk cId="3334751044" sldId="325"/>
        </pc:sldMkLst>
      </pc:sldChg>
      <pc:sldChg chg="modNotesTx">
        <pc:chgData name="Heumen,Hans J.B.H.M. van" userId="357d3a60-27dc-42a3-bd03-172815e944eb" providerId="ADAL" clId="{602527C1-0509-4B58-8E1C-2D6B4B375E02}" dt="2024-09-02T09:36:18.986" v="191"/>
        <pc:sldMkLst>
          <pc:docMk/>
          <pc:sldMk cId="1306616737" sldId="333"/>
        </pc:sldMkLst>
      </pc:sldChg>
      <pc:sldChg chg="addSp modSp mod modNotesTx">
        <pc:chgData name="Heumen,Hans J.B.H.M. van" userId="357d3a60-27dc-42a3-bd03-172815e944eb" providerId="ADAL" clId="{602527C1-0509-4B58-8E1C-2D6B4B375E02}" dt="2024-09-02T09:49:06.485" v="287" actId="1076"/>
        <pc:sldMkLst>
          <pc:docMk/>
          <pc:sldMk cId="2741171790" sldId="341"/>
        </pc:sldMkLst>
        <pc:spChg chg="mod">
          <ac:chgData name="Heumen,Hans J.B.H.M. van" userId="357d3a60-27dc-42a3-bd03-172815e944eb" providerId="ADAL" clId="{602527C1-0509-4B58-8E1C-2D6B4B375E02}" dt="2024-09-02T09:48:54.427" v="285" actId="14100"/>
          <ac:spMkLst>
            <pc:docMk/>
            <pc:sldMk cId="2741171790" sldId="341"/>
            <ac:spMk id="2" creationId="{00000000-0000-0000-0000-000000000000}"/>
          </ac:spMkLst>
        </pc:spChg>
        <pc:spChg chg="add">
          <ac:chgData name="Heumen,Hans J.B.H.M. van" userId="357d3a60-27dc-42a3-bd03-172815e944eb" providerId="ADAL" clId="{602527C1-0509-4B58-8E1C-2D6B4B375E02}" dt="2024-09-02T09:45:29.075" v="197"/>
          <ac:spMkLst>
            <pc:docMk/>
            <pc:sldMk cId="2741171790" sldId="341"/>
            <ac:spMk id="3" creationId="{1DF12E3E-2967-0D3A-82C5-B724BAE62374}"/>
          </ac:spMkLst>
        </pc:spChg>
        <pc:picChg chg="add mod">
          <ac:chgData name="Heumen,Hans J.B.H.M. van" userId="357d3a60-27dc-42a3-bd03-172815e944eb" providerId="ADAL" clId="{602527C1-0509-4B58-8E1C-2D6B4B375E02}" dt="2024-09-02T09:49:06.485" v="287" actId="1076"/>
          <ac:picMkLst>
            <pc:docMk/>
            <pc:sldMk cId="2741171790" sldId="341"/>
            <ac:picMk id="1027" creationId="{72A8FE23-5264-2814-00F9-7BB9434C5966}"/>
          </ac:picMkLst>
        </pc:picChg>
      </pc:sldChg>
      <pc:sldChg chg="addSp modSp mod">
        <pc:chgData name="Heumen,Hans J.B.H.M. van" userId="357d3a60-27dc-42a3-bd03-172815e944eb" providerId="ADAL" clId="{602527C1-0509-4B58-8E1C-2D6B4B375E02}" dt="2024-09-02T09:53:17.878" v="289" actId="20577"/>
        <pc:sldMkLst>
          <pc:docMk/>
          <pc:sldMk cId="899385015" sldId="344"/>
        </pc:sldMkLst>
        <pc:spChg chg="mod">
          <ac:chgData name="Heumen,Hans J.B.H.M. van" userId="357d3a60-27dc-42a3-bd03-172815e944eb" providerId="ADAL" clId="{602527C1-0509-4B58-8E1C-2D6B4B375E02}" dt="2024-09-02T09:53:17.878" v="289" actId="20577"/>
          <ac:spMkLst>
            <pc:docMk/>
            <pc:sldMk cId="899385015" sldId="344"/>
            <ac:spMk id="3" creationId="{00000000-0000-0000-0000-000000000000}"/>
          </ac:spMkLst>
        </pc:spChg>
        <pc:spChg chg="add mod">
          <ac:chgData name="Heumen,Hans J.B.H.M. van" userId="357d3a60-27dc-42a3-bd03-172815e944eb" providerId="ADAL" clId="{602527C1-0509-4B58-8E1C-2D6B4B375E02}" dt="2024-09-01T11:34:21.378" v="6" actId="1035"/>
          <ac:spMkLst>
            <pc:docMk/>
            <pc:sldMk cId="899385015" sldId="344"/>
            <ac:spMk id="4" creationId="{54C9765D-BE72-AF94-C017-94520CC9390C}"/>
          </ac:spMkLst>
        </pc:spChg>
        <pc:spChg chg="add mod">
          <ac:chgData name="Heumen,Hans J.B.H.M. van" userId="357d3a60-27dc-42a3-bd03-172815e944eb" providerId="ADAL" clId="{602527C1-0509-4B58-8E1C-2D6B4B375E02}" dt="2024-09-01T11:34:31.213" v="8" actId="1076"/>
          <ac:spMkLst>
            <pc:docMk/>
            <pc:sldMk cId="899385015" sldId="344"/>
            <ac:spMk id="5" creationId="{8F0901DB-FC2F-9F77-2EEF-7E53B3A689C3}"/>
          </ac:spMkLst>
        </pc:spChg>
      </pc:sldChg>
      <pc:sldChg chg="del">
        <pc:chgData name="Heumen,Hans J.B.H.M. van" userId="357d3a60-27dc-42a3-bd03-172815e944eb" providerId="ADAL" clId="{602527C1-0509-4B58-8E1C-2D6B4B375E02}" dt="2024-09-01T11:31:49.604" v="1" actId="47"/>
        <pc:sldMkLst>
          <pc:docMk/>
          <pc:sldMk cId="1377543710" sldId="345"/>
        </pc:sldMkLst>
      </pc:sldChg>
      <pc:sldChg chg="del">
        <pc:chgData name="Heumen,Hans J.B.H.M. van" userId="357d3a60-27dc-42a3-bd03-172815e944eb" providerId="ADAL" clId="{602527C1-0509-4B58-8E1C-2D6B4B375E02}" dt="2024-09-04T09:12:44.759" v="296" actId="47"/>
        <pc:sldMkLst>
          <pc:docMk/>
          <pc:sldMk cId="192434328" sldId="347"/>
        </pc:sldMkLst>
      </pc:sldChg>
      <pc:sldChg chg="del">
        <pc:chgData name="Heumen,Hans J.B.H.M. van" userId="357d3a60-27dc-42a3-bd03-172815e944eb" providerId="ADAL" clId="{602527C1-0509-4B58-8E1C-2D6B4B375E02}" dt="2024-09-01T11:31:47.743" v="0" actId="47"/>
        <pc:sldMkLst>
          <pc:docMk/>
          <pc:sldMk cId="2494241489" sldId="351"/>
        </pc:sldMkLst>
      </pc:sldChg>
      <pc:sldChg chg="add del">
        <pc:chgData name="Heumen,Hans J.B.H.M. van" userId="357d3a60-27dc-42a3-bd03-172815e944eb" providerId="ADAL" clId="{602527C1-0509-4B58-8E1C-2D6B4B375E02}" dt="2024-09-02T09:57:27.917" v="291"/>
        <pc:sldMkLst>
          <pc:docMk/>
          <pc:sldMk cId="3030877551" sldId="356"/>
        </pc:sldMkLst>
      </pc:sldChg>
      <pc:sldChg chg="add del">
        <pc:chgData name="Heumen,Hans J.B.H.M. van" userId="357d3a60-27dc-42a3-bd03-172815e944eb" providerId="ADAL" clId="{602527C1-0509-4B58-8E1C-2D6B4B375E02}" dt="2024-09-02T09:53:32.626" v="290" actId="47"/>
        <pc:sldMkLst>
          <pc:docMk/>
          <pc:sldMk cId="115030416" sldId="359"/>
        </pc:sldMkLst>
      </pc:sldChg>
      <pc:sldChg chg="modSp new mod">
        <pc:chgData name="Heumen,Hans J.B.H.M. van" userId="357d3a60-27dc-42a3-bd03-172815e944eb" providerId="ADAL" clId="{602527C1-0509-4B58-8E1C-2D6B4B375E02}" dt="2024-09-02T09:09:29.603" v="184" actId="20578"/>
        <pc:sldMkLst>
          <pc:docMk/>
          <pc:sldMk cId="1491618549" sldId="360"/>
        </pc:sldMkLst>
        <pc:spChg chg="mod">
          <ac:chgData name="Heumen,Hans J.B.H.M. van" userId="357d3a60-27dc-42a3-bd03-172815e944eb" providerId="ADAL" clId="{602527C1-0509-4B58-8E1C-2D6B4B375E02}" dt="2024-09-02T09:05:30.979" v="71" actId="20577"/>
          <ac:spMkLst>
            <pc:docMk/>
            <pc:sldMk cId="1491618549" sldId="360"/>
            <ac:spMk id="2" creationId="{47A75DA6-3F96-27FA-74BB-47B48895E676}"/>
          </ac:spMkLst>
        </pc:spChg>
        <pc:spChg chg="mod">
          <ac:chgData name="Heumen,Hans J.B.H.M. van" userId="357d3a60-27dc-42a3-bd03-172815e944eb" providerId="ADAL" clId="{602527C1-0509-4B58-8E1C-2D6B4B375E02}" dt="2024-09-02T09:09:29.603" v="184" actId="20578"/>
          <ac:spMkLst>
            <pc:docMk/>
            <pc:sldMk cId="1491618549" sldId="360"/>
            <ac:spMk id="3" creationId="{14DD1305-9F36-DA3A-47C1-B199C0483808}"/>
          </ac:spMkLst>
        </pc:spChg>
      </pc:sldChg>
    </pc:docChg>
  </pc:docChgLst>
  <pc:docChgLst>
    <pc:chgData name="Heumen,Hans J.B.H.M. van" userId="357d3a60-27dc-42a3-bd03-172815e944eb" providerId="ADAL" clId="{CCBAF4AD-5676-474A-A1B4-F01B4586C517}"/>
    <pc:docChg chg="custSel modSld">
      <pc:chgData name="Heumen,Hans J.B.H.M. van" userId="357d3a60-27dc-42a3-bd03-172815e944eb" providerId="ADAL" clId="{CCBAF4AD-5676-474A-A1B4-F01B4586C517}" dt="2024-09-10T12:59:20.651" v="8" actId="1076"/>
      <pc:docMkLst>
        <pc:docMk/>
      </pc:docMkLst>
      <pc:sldChg chg="addSp delSp modSp mod">
        <pc:chgData name="Heumen,Hans J.B.H.M. van" userId="357d3a60-27dc-42a3-bd03-172815e944eb" providerId="ADAL" clId="{CCBAF4AD-5676-474A-A1B4-F01B4586C517}" dt="2024-09-10T12:59:20.651" v="8" actId="1076"/>
        <pc:sldMkLst>
          <pc:docMk/>
          <pc:sldMk cId="1978844259" sldId="345"/>
        </pc:sldMkLst>
        <pc:picChg chg="add del mod">
          <ac:chgData name="Heumen,Hans J.B.H.M. van" userId="357d3a60-27dc-42a3-bd03-172815e944eb" providerId="ADAL" clId="{CCBAF4AD-5676-474A-A1B4-F01B4586C517}" dt="2024-09-10T12:59:17.161" v="6" actId="478"/>
          <ac:picMkLst>
            <pc:docMk/>
            <pc:sldMk cId="1978844259" sldId="345"/>
            <ac:picMk id="4" creationId="{DAABFECE-4275-73DA-D1EF-BA165C309031}"/>
          </ac:picMkLst>
        </pc:picChg>
        <pc:picChg chg="mod">
          <ac:chgData name="Heumen,Hans J.B.H.M. van" userId="357d3a60-27dc-42a3-bd03-172815e944eb" providerId="ADAL" clId="{CCBAF4AD-5676-474A-A1B4-F01B4586C517}" dt="2024-09-10T12:54:50.379" v="0" actId="1076"/>
          <ac:picMkLst>
            <pc:docMk/>
            <pc:sldMk cId="1978844259" sldId="345"/>
            <ac:picMk id="5" creationId="{9B7987D3-56B9-508A-C30F-B31169DAE1FE}"/>
          </ac:picMkLst>
        </pc:picChg>
        <pc:picChg chg="add mod">
          <ac:chgData name="Heumen,Hans J.B.H.M. van" userId="357d3a60-27dc-42a3-bd03-172815e944eb" providerId="ADAL" clId="{CCBAF4AD-5676-474A-A1B4-F01B4586C517}" dt="2024-09-10T12:59:20.651" v="8" actId="1076"/>
          <ac:picMkLst>
            <pc:docMk/>
            <pc:sldMk cId="1978844259" sldId="345"/>
            <ac:picMk id="6" creationId="{273E8616-17A2-4BD6-0CBF-444C8DA57F24}"/>
          </ac:picMkLst>
        </pc:picChg>
      </pc:sldChg>
      <pc:sldChg chg="addSp delSp modSp mod">
        <pc:chgData name="Heumen,Hans J.B.H.M. van" userId="357d3a60-27dc-42a3-bd03-172815e944eb" providerId="ADAL" clId="{CCBAF4AD-5676-474A-A1B4-F01B4586C517}" dt="2024-09-10T12:59:13.350" v="5" actId="21"/>
        <pc:sldMkLst>
          <pc:docMk/>
          <pc:sldMk cId="779908004" sldId="346"/>
        </pc:sldMkLst>
        <pc:picChg chg="add del mod">
          <ac:chgData name="Heumen,Hans J.B.H.M. van" userId="357d3a60-27dc-42a3-bd03-172815e944eb" providerId="ADAL" clId="{CCBAF4AD-5676-474A-A1B4-F01B4586C517}" dt="2024-09-10T12:59:13.350" v="5" actId="21"/>
          <ac:picMkLst>
            <pc:docMk/>
            <pc:sldMk cId="779908004" sldId="346"/>
            <ac:picMk id="4" creationId="{273E8616-17A2-4BD6-0CBF-444C8DA57F24}"/>
          </ac:picMkLst>
        </pc:picChg>
      </pc:sldChg>
    </pc:docChg>
  </pc:docChgLst>
  <pc:docChgLst>
    <pc:chgData name="Heumen,Hans J.B.H.M. van" userId="357d3a60-27dc-42a3-bd03-172815e944eb" providerId="ADAL" clId="{0ED251DA-114D-43BC-821F-8AC0ED795253}"/>
    <pc:docChg chg="undo custSel addSld delSld modSld">
      <pc:chgData name="Heumen,Hans J.B.H.M. van" userId="357d3a60-27dc-42a3-bd03-172815e944eb" providerId="ADAL" clId="{0ED251DA-114D-43BC-821F-8AC0ED795253}" dt="2024-09-10T15:43:11.561" v="316" actId="208"/>
      <pc:docMkLst>
        <pc:docMk/>
      </pc:docMkLst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0" sldId="303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860095100" sldId="312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3728596715" sldId="31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76712880" sldId="318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078174894" sldId="319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694218613" sldId="320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705796536" sldId="322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696596177" sldId="32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874556147" sldId="327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988072441" sldId="328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029144643" sldId="329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306616737" sldId="333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207798171" sldId="334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4177928771" sldId="335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230972904" sldId="33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67794999" sldId="339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741171790" sldId="341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899385015" sldId="344"/>
        </pc:sldMkLst>
      </pc:sldChg>
      <pc:sldChg chg="modSp new mod">
        <pc:chgData name="Heumen,Hans J.B.H.M. van" userId="357d3a60-27dc-42a3-bd03-172815e944eb" providerId="ADAL" clId="{0ED251DA-114D-43BC-821F-8AC0ED795253}" dt="2024-09-09T11:49:16.084" v="16" actId="20577"/>
        <pc:sldMkLst>
          <pc:docMk/>
          <pc:sldMk cId="2749120552" sldId="344"/>
        </pc:sldMkLst>
        <pc:spChg chg="mod">
          <ac:chgData name="Heumen,Hans J.B.H.M. van" userId="357d3a60-27dc-42a3-bd03-172815e944eb" providerId="ADAL" clId="{0ED251DA-114D-43BC-821F-8AC0ED795253}" dt="2024-09-09T11:48:55.182" v="10" actId="20577"/>
          <ac:spMkLst>
            <pc:docMk/>
            <pc:sldMk cId="2749120552" sldId="344"/>
            <ac:spMk id="2" creationId="{399D54A7-DC30-F901-9866-1D309DD19DF1}"/>
          </ac:spMkLst>
        </pc:spChg>
        <pc:spChg chg="mod">
          <ac:chgData name="Heumen,Hans J.B.H.M. van" userId="357d3a60-27dc-42a3-bd03-172815e944eb" providerId="ADAL" clId="{0ED251DA-114D-43BC-821F-8AC0ED795253}" dt="2024-09-09T11:49:16.084" v="16" actId="20577"/>
          <ac:spMkLst>
            <pc:docMk/>
            <pc:sldMk cId="2749120552" sldId="344"/>
            <ac:spMk id="3" creationId="{5F3F30C3-5818-8CBA-665D-77492062F7F2}"/>
          </ac:spMkLst>
        </pc:spChg>
      </pc:sldChg>
      <pc:sldChg chg="addSp delSp modSp new del mod">
        <pc:chgData name="Heumen,Hans J.B.H.M. van" userId="357d3a60-27dc-42a3-bd03-172815e944eb" providerId="ADAL" clId="{0ED251DA-114D-43BC-821F-8AC0ED795253}" dt="2024-09-10T15:40:08.608" v="314" actId="47"/>
        <pc:sldMkLst>
          <pc:docMk/>
          <pc:sldMk cId="1978844259" sldId="345"/>
        </pc:sldMkLst>
        <pc:spChg chg="mod">
          <ac:chgData name="Heumen,Hans J.B.H.M. van" userId="357d3a60-27dc-42a3-bd03-172815e944eb" providerId="ADAL" clId="{0ED251DA-114D-43BC-821F-8AC0ED795253}" dt="2024-09-09T11:51:25.292" v="52" actId="20577"/>
          <ac:spMkLst>
            <pc:docMk/>
            <pc:sldMk cId="1978844259" sldId="345"/>
            <ac:spMk id="2" creationId="{FCBD3D7B-9A6D-2C89-B912-D720C2ED6374}"/>
          </ac:spMkLst>
        </pc:spChg>
        <pc:spChg chg="del">
          <ac:chgData name="Heumen,Hans J.B.H.M. van" userId="357d3a60-27dc-42a3-bd03-172815e944eb" providerId="ADAL" clId="{0ED251DA-114D-43BC-821F-8AC0ED795253}" dt="2024-09-09T11:50:58.662" v="18" actId="22"/>
          <ac:spMkLst>
            <pc:docMk/>
            <pc:sldMk cId="1978844259" sldId="345"/>
            <ac:spMk id="3" creationId="{8A806A3D-B18E-E0DD-A339-236D338A352B}"/>
          </ac:spMkLst>
        </pc:spChg>
        <pc:picChg chg="add mod ord">
          <ac:chgData name="Heumen,Hans J.B.H.M. van" userId="357d3a60-27dc-42a3-bd03-172815e944eb" providerId="ADAL" clId="{0ED251DA-114D-43BC-821F-8AC0ED795253}" dt="2024-09-09T11:50:58.662" v="18" actId="22"/>
          <ac:picMkLst>
            <pc:docMk/>
            <pc:sldMk cId="1978844259" sldId="345"/>
            <ac:picMk id="5" creationId="{9B7987D3-56B9-508A-C30F-B31169DAE1FE}"/>
          </ac:picMkLst>
        </pc:picChg>
      </pc:sldChg>
      <pc:sldChg chg="addSp delSp modSp new del mod">
        <pc:chgData name="Heumen,Hans J.B.H.M. van" userId="357d3a60-27dc-42a3-bd03-172815e944eb" providerId="ADAL" clId="{0ED251DA-114D-43BC-821F-8AC0ED795253}" dt="2024-09-10T15:40:22.543" v="315" actId="47"/>
        <pc:sldMkLst>
          <pc:docMk/>
          <pc:sldMk cId="779908004" sldId="346"/>
        </pc:sldMkLst>
        <pc:spChg chg="mod">
          <ac:chgData name="Heumen,Hans J.B.H.M. van" userId="357d3a60-27dc-42a3-bd03-172815e944eb" providerId="ADAL" clId="{0ED251DA-114D-43BC-821F-8AC0ED795253}" dt="2024-09-10T15:31:13.823" v="182" actId="20577"/>
          <ac:spMkLst>
            <pc:docMk/>
            <pc:sldMk cId="779908004" sldId="346"/>
            <ac:spMk id="2" creationId="{15D45CDF-73F6-AC0E-3F42-061CA8185C69}"/>
          </ac:spMkLst>
        </pc:spChg>
        <pc:spChg chg="del">
          <ac:chgData name="Heumen,Hans J.B.H.M. van" userId="357d3a60-27dc-42a3-bd03-172815e944eb" providerId="ADAL" clId="{0ED251DA-114D-43BC-821F-8AC0ED795253}" dt="2024-09-09T11:52:05.412" v="54" actId="22"/>
          <ac:spMkLst>
            <pc:docMk/>
            <pc:sldMk cId="779908004" sldId="346"/>
            <ac:spMk id="3" creationId="{5D320D2F-7BD1-DD30-D3CC-AA469E3B9EFA}"/>
          </ac:spMkLst>
        </pc:spChg>
        <pc:picChg chg="add mod ord">
          <ac:chgData name="Heumen,Hans J.B.H.M. van" userId="357d3a60-27dc-42a3-bd03-172815e944eb" providerId="ADAL" clId="{0ED251DA-114D-43BC-821F-8AC0ED795253}" dt="2024-09-09T11:52:05.412" v="54" actId="22"/>
          <ac:picMkLst>
            <pc:docMk/>
            <pc:sldMk cId="779908004" sldId="346"/>
            <ac:picMk id="5" creationId="{EA9002D5-B7B1-FBC6-27D8-E77F7C29FF72}"/>
          </ac:picMkLst>
        </pc:picChg>
      </pc:sldChg>
      <pc:sldChg chg="modSp new mod">
        <pc:chgData name="Heumen,Hans J.B.H.M. van" userId="357d3a60-27dc-42a3-bd03-172815e944eb" providerId="ADAL" clId="{0ED251DA-114D-43BC-821F-8AC0ED795253}" dt="2024-09-09T11:53:01.644" v="100" actId="20577"/>
        <pc:sldMkLst>
          <pc:docMk/>
          <pc:sldMk cId="343771398" sldId="347"/>
        </pc:sldMkLst>
        <pc:spChg chg="mod">
          <ac:chgData name="Heumen,Hans J.B.H.M. van" userId="357d3a60-27dc-42a3-bd03-172815e944eb" providerId="ADAL" clId="{0ED251DA-114D-43BC-821F-8AC0ED795253}" dt="2024-09-09T11:52:48.691" v="94" actId="20577"/>
          <ac:spMkLst>
            <pc:docMk/>
            <pc:sldMk cId="343771398" sldId="347"/>
            <ac:spMk id="2" creationId="{FAF4996D-1146-550E-DE6E-C04877E51BCC}"/>
          </ac:spMkLst>
        </pc:spChg>
        <pc:spChg chg="mod">
          <ac:chgData name="Heumen,Hans J.B.H.M. van" userId="357d3a60-27dc-42a3-bd03-172815e944eb" providerId="ADAL" clId="{0ED251DA-114D-43BC-821F-8AC0ED795253}" dt="2024-09-09T11:53:01.644" v="100" actId="20577"/>
          <ac:spMkLst>
            <pc:docMk/>
            <pc:sldMk cId="343771398" sldId="347"/>
            <ac:spMk id="3" creationId="{EA204CC6-675D-4F4B-E7F5-4F6F576779E9}"/>
          </ac:spMkLst>
        </pc:spChg>
      </pc:sldChg>
      <pc:sldChg chg="addSp delSp modSp new del mod">
        <pc:chgData name="Heumen,Hans J.B.H.M. van" userId="357d3a60-27dc-42a3-bd03-172815e944eb" providerId="ADAL" clId="{0ED251DA-114D-43BC-821F-8AC0ED795253}" dt="2024-09-10T15:40:07.362" v="313" actId="47"/>
        <pc:sldMkLst>
          <pc:docMk/>
          <pc:sldMk cId="2225486896" sldId="348"/>
        </pc:sldMkLst>
        <pc:spChg chg="del">
          <ac:chgData name="Heumen,Hans J.B.H.M. van" userId="357d3a60-27dc-42a3-bd03-172815e944eb" providerId="ADAL" clId="{0ED251DA-114D-43BC-821F-8AC0ED795253}" dt="2024-09-10T15:13:50.148" v="102"/>
          <ac:spMkLst>
            <pc:docMk/>
            <pc:sldMk cId="2225486896" sldId="348"/>
            <ac:spMk id="3" creationId="{43989B71-76BD-CED6-6E5D-498B58ABC315}"/>
          </ac:spMkLst>
        </pc:spChg>
        <pc:spChg chg="add del mod">
          <ac:chgData name="Heumen,Hans J.B.H.M. van" userId="357d3a60-27dc-42a3-bd03-172815e944eb" providerId="ADAL" clId="{0ED251DA-114D-43BC-821F-8AC0ED795253}" dt="2024-09-10T15:15:05.814" v="107" actId="478"/>
          <ac:spMkLst>
            <pc:docMk/>
            <pc:sldMk cId="2225486896" sldId="348"/>
            <ac:spMk id="6" creationId="{D3020F01-DFDA-6CDA-165F-0CF26C8E097E}"/>
          </ac:spMkLst>
        </pc:spChg>
        <pc:picChg chg="add del mod">
          <ac:chgData name="Heumen,Hans J.B.H.M. van" userId="357d3a60-27dc-42a3-bd03-172815e944eb" providerId="ADAL" clId="{0ED251DA-114D-43BC-821F-8AC0ED795253}" dt="2024-09-10T15:13:59.447" v="104" actId="478"/>
          <ac:picMkLst>
            <pc:docMk/>
            <pc:sldMk cId="2225486896" sldId="348"/>
            <ac:picMk id="5" creationId="{AEA9708A-8D6D-B195-C500-718142585F25}"/>
          </ac:picMkLst>
        </pc:picChg>
        <pc:picChg chg="add mod">
          <ac:chgData name="Heumen,Hans J.B.H.M. van" userId="357d3a60-27dc-42a3-bd03-172815e944eb" providerId="ADAL" clId="{0ED251DA-114D-43BC-821F-8AC0ED795253}" dt="2024-09-10T15:14:56.480" v="106" actId="931"/>
          <ac:picMkLst>
            <pc:docMk/>
            <pc:sldMk cId="2225486896" sldId="348"/>
            <ac:picMk id="8" creationId="{A2B6C2E2-FCBA-B8D8-1E4B-3A0444F8B716}"/>
          </ac:picMkLst>
        </pc:picChg>
        <pc:picChg chg="add del mod">
          <ac:chgData name="Heumen,Hans J.B.H.M. van" userId="357d3a60-27dc-42a3-bd03-172815e944eb" providerId="ADAL" clId="{0ED251DA-114D-43BC-821F-8AC0ED795253}" dt="2024-09-10T15:15:13.896" v="109" actId="478"/>
          <ac:picMkLst>
            <pc:docMk/>
            <pc:sldMk cId="2225486896" sldId="348"/>
            <ac:picMk id="10" creationId="{726C1F19-890A-6CB1-3310-764A0B1AFF49}"/>
          </ac:picMkLst>
        </pc:picChg>
        <pc:picChg chg="add mod">
          <ac:chgData name="Heumen,Hans J.B.H.M. van" userId="357d3a60-27dc-42a3-bd03-172815e944eb" providerId="ADAL" clId="{0ED251DA-114D-43BC-821F-8AC0ED795253}" dt="2024-09-10T15:21:06.142" v="136" actId="1076"/>
          <ac:picMkLst>
            <pc:docMk/>
            <pc:sldMk cId="2225486896" sldId="348"/>
            <ac:picMk id="12" creationId="{2765E449-4193-3FD5-2EE2-2A7B367448E8}"/>
          </ac:picMkLst>
        </pc:picChg>
        <pc:picChg chg="add del mod">
          <ac:chgData name="Heumen,Hans J.B.H.M. van" userId="357d3a60-27dc-42a3-bd03-172815e944eb" providerId="ADAL" clId="{0ED251DA-114D-43BC-821F-8AC0ED795253}" dt="2024-09-10T15:18:31.270" v="114" actId="478"/>
          <ac:picMkLst>
            <pc:docMk/>
            <pc:sldMk cId="2225486896" sldId="348"/>
            <ac:picMk id="14" creationId="{5B05444E-1C13-F51E-BBE6-5195423CE1DE}"/>
          </ac:picMkLst>
        </pc:picChg>
      </pc:sldChg>
      <pc:sldChg chg="addSp delSp modSp new mod">
        <pc:chgData name="Heumen,Hans J.B.H.M. van" userId="357d3a60-27dc-42a3-bd03-172815e944eb" providerId="ADAL" clId="{0ED251DA-114D-43BC-821F-8AC0ED795253}" dt="2024-09-10T15:43:11.561" v="316" actId="208"/>
        <pc:sldMkLst>
          <pc:docMk/>
          <pc:sldMk cId="4218566992" sldId="349"/>
        </pc:sldMkLst>
        <pc:spChg chg="mod">
          <ac:chgData name="Heumen,Hans J.B.H.M. van" userId="357d3a60-27dc-42a3-bd03-172815e944eb" providerId="ADAL" clId="{0ED251DA-114D-43BC-821F-8AC0ED795253}" dt="2024-09-10T15:30:04.471" v="174" actId="20577"/>
          <ac:spMkLst>
            <pc:docMk/>
            <pc:sldMk cId="4218566992" sldId="349"/>
            <ac:spMk id="2" creationId="{74DA37F1-9370-B253-9C36-ECAC6BCC7DA2}"/>
          </ac:spMkLst>
        </pc:spChg>
        <pc:spChg chg="del">
          <ac:chgData name="Heumen,Hans J.B.H.M. van" userId="357d3a60-27dc-42a3-bd03-172815e944eb" providerId="ADAL" clId="{0ED251DA-114D-43BC-821F-8AC0ED795253}" dt="2024-09-10T15:20:41.050" v="132" actId="22"/>
          <ac:spMkLst>
            <pc:docMk/>
            <pc:sldMk cId="4218566992" sldId="349"/>
            <ac:spMk id="3" creationId="{68BEBDF7-7354-4BC1-D3C8-8CA556EC1CC6}"/>
          </ac:spMkLst>
        </pc:spChg>
        <pc:spChg chg="add del mod">
          <ac:chgData name="Heumen,Hans J.B.H.M. van" userId="357d3a60-27dc-42a3-bd03-172815e944eb" providerId="ADAL" clId="{0ED251DA-114D-43BC-821F-8AC0ED795253}" dt="2024-09-10T15:21:51.832" v="137" actId="22"/>
          <ac:spMkLst>
            <pc:docMk/>
            <pc:sldMk cId="4218566992" sldId="349"/>
            <ac:spMk id="8" creationId="{47E3B320-FE82-951E-32B2-6201B30A8EC8}"/>
          </ac:spMkLst>
        </pc:spChg>
        <pc:spChg chg="add del">
          <ac:chgData name="Heumen,Hans J.B.H.M. van" userId="357d3a60-27dc-42a3-bd03-172815e944eb" providerId="ADAL" clId="{0ED251DA-114D-43BC-821F-8AC0ED795253}" dt="2024-09-10T15:22:48.864" v="141" actId="11529"/>
          <ac:spMkLst>
            <pc:docMk/>
            <pc:sldMk cId="4218566992" sldId="349"/>
            <ac:spMk id="11" creationId="{6F74CFE2-E942-5B62-A75A-DECAB90BD1B6}"/>
          </ac:spMkLst>
        </pc:spChg>
        <pc:spChg chg="add del">
          <ac:chgData name="Heumen,Hans J.B.H.M. van" userId="357d3a60-27dc-42a3-bd03-172815e944eb" providerId="ADAL" clId="{0ED251DA-114D-43BC-821F-8AC0ED795253}" dt="2024-09-10T15:23:38.034" v="144" actId="11529"/>
          <ac:spMkLst>
            <pc:docMk/>
            <pc:sldMk cId="4218566992" sldId="349"/>
            <ac:spMk id="12" creationId="{FDF8C245-0FF6-4071-1289-92464F6A192B}"/>
          </ac:spMkLst>
        </pc:spChg>
        <pc:spChg chg="add del mod">
          <ac:chgData name="Heumen,Hans J.B.H.M. van" userId="357d3a60-27dc-42a3-bd03-172815e944eb" providerId="ADAL" clId="{0ED251DA-114D-43BC-821F-8AC0ED795253}" dt="2024-09-10T15:28:10.760" v="152" actId="478"/>
          <ac:spMkLst>
            <pc:docMk/>
            <pc:sldMk cId="4218566992" sldId="349"/>
            <ac:spMk id="13" creationId="{CE684570-7A11-3B91-B8C9-D82FFB62F907}"/>
          </ac:spMkLst>
        </pc:spChg>
        <pc:spChg chg="add del">
          <ac:chgData name="Heumen,Hans J.B.H.M. van" userId="357d3a60-27dc-42a3-bd03-172815e944eb" providerId="ADAL" clId="{0ED251DA-114D-43BC-821F-8AC0ED795253}" dt="2024-09-10T15:28:33.473" v="155" actId="11529"/>
          <ac:spMkLst>
            <pc:docMk/>
            <pc:sldMk cId="4218566992" sldId="349"/>
            <ac:spMk id="14" creationId="{9D851FBD-A572-6AD9-ADF3-91096E784E47}"/>
          </ac:spMkLst>
        </pc:spChg>
        <pc:spChg chg="add mod">
          <ac:chgData name="Heumen,Hans J.B.H.M. van" userId="357d3a60-27dc-42a3-bd03-172815e944eb" providerId="ADAL" clId="{0ED251DA-114D-43BC-821F-8AC0ED795253}" dt="2024-09-10T15:43:11.561" v="316" actId="208"/>
          <ac:spMkLst>
            <pc:docMk/>
            <pc:sldMk cId="4218566992" sldId="349"/>
            <ac:spMk id="15" creationId="{52399FB2-6E8B-CFB5-8DB1-6F361EA444A0}"/>
          </ac:spMkLst>
        </pc:spChg>
        <pc:picChg chg="add del">
          <ac:chgData name="Heumen,Hans J.B.H.M. van" userId="357d3a60-27dc-42a3-bd03-172815e944eb" providerId="ADAL" clId="{0ED251DA-114D-43BC-821F-8AC0ED795253}" dt="2024-09-10T15:20:38.543" v="131" actId="22"/>
          <ac:picMkLst>
            <pc:docMk/>
            <pc:sldMk cId="4218566992" sldId="349"/>
            <ac:picMk id="5" creationId="{A2BEE57D-BE7F-778F-3C59-610267FFE9A0}"/>
          </ac:picMkLst>
        </pc:picChg>
        <pc:picChg chg="add del mod ord">
          <ac:chgData name="Heumen,Hans J.B.H.M. van" userId="357d3a60-27dc-42a3-bd03-172815e944eb" providerId="ADAL" clId="{0ED251DA-114D-43BC-821F-8AC0ED795253}" dt="2024-09-10T15:20:56.615" v="134" actId="478"/>
          <ac:picMkLst>
            <pc:docMk/>
            <pc:sldMk cId="4218566992" sldId="349"/>
            <ac:picMk id="7" creationId="{44F27F87-9199-94EC-D21A-392AC163434A}"/>
          </ac:picMkLst>
        </pc:picChg>
        <pc:picChg chg="add mod ord">
          <ac:chgData name="Heumen,Hans J.B.H.M. van" userId="357d3a60-27dc-42a3-bd03-172815e944eb" providerId="ADAL" clId="{0ED251DA-114D-43BC-821F-8AC0ED795253}" dt="2024-09-10T15:28:14.838" v="153" actId="1076"/>
          <ac:picMkLst>
            <pc:docMk/>
            <pc:sldMk cId="4218566992" sldId="349"/>
            <ac:picMk id="10" creationId="{F8DD9CE9-25E3-8F63-9E5B-749AC253BD87}"/>
          </ac:picMkLst>
        </pc:picChg>
      </pc:sldChg>
      <pc:sldChg chg="addSp delSp modSp add mod">
        <pc:chgData name="Heumen,Hans J.B.H.M. van" userId="357d3a60-27dc-42a3-bd03-172815e944eb" providerId="ADAL" clId="{0ED251DA-114D-43BC-821F-8AC0ED795253}" dt="2024-09-10T15:39:49.968" v="312" actId="208"/>
        <pc:sldMkLst>
          <pc:docMk/>
          <pc:sldMk cId="466776547" sldId="350"/>
        </pc:sldMkLst>
        <pc:spChg chg="mod">
          <ac:chgData name="Heumen,Hans J.B.H.M. van" userId="357d3a60-27dc-42a3-bd03-172815e944eb" providerId="ADAL" clId="{0ED251DA-114D-43BC-821F-8AC0ED795253}" dt="2024-09-10T15:31:30.808" v="208" actId="20577"/>
          <ac:spMkLst>
            <pc:docMk/>
            <pc:sldMk cId="466776547" sldId="350"/>
            <ac:spMk id="2" creationId="{74DA37F1-9370-B253-9C36-ECAC6BCC7DA2}"/>
          </ac:spMkLst>
        </pc:spChg>
        <pc:spChg chg="add del mod">
          <ac:chgData name="Heumen,Hans J.B.H.M. van" userId="357d3a60-27dc-42a3-bd03-172815e944eb" providerId="ADAL" clId="{0ED251DA-114D-43BC-821F-8AC0ED795253}" dt="2024-09-10T15:35:28.675" v="243" actId="21"/>
          <ac:spMkLst>
            <pc:docMk/>
            <pc:sldMk cId="466776547" sldId="350"/>
            <ac:spMk id="4" creationId="{0A0DBF85-10F8-E0F6-9447-CA9A9CBE1418}"/>
          </ac:spMkLst>
        </pc:spChg>
        <pc:spChg chg="add mod">
          <ac:chgData name="Heumen,Hans J.B.H.M. van" userId="357d3a60-27dc-42a3-bd03-172815e944eb" providerId="ADAL" clId="{0ED251DA-114D-43BC-821F-8AC0ED795253}" dt="2024-09-10T15:34:29.188" v="241" actId="404"/>
          <ac:spMkLst>
            <pc:docMk/>
            <pc:sldMk cId="466776547" sldId="350"/>
            <ac:spMk id="5" creationId="{16376F12-371B-344B-CD59-9B0B5E0860B4}"/>
          </ac:spMkLst>
        </pc:spChg>
        <pc:spChg chg="add mod">
          <ac:chgData name="Heumen,Hans J.B.H.M. van" userId="357d3a60-27dc-42a3-bd03-172815e944eb" providerId="ADAL" clId="{0ED251DA-114D-43BC-821F-8AC0ED795253}" dt="2024-09-10T15:37:41.575" v="290" actId="1076"/>
          <ac:spMkLst>
            <pc:docMk/>
            <pc:sldMk cId="466776547" sldId="350"/>
            <ac:spMk id="6" creationId="{1E31D25D-3D0C-5277-FCDD-BC724468E9EA}"/>
          </ac:spMkLst>
        </pc:spChg>
        <pc:spChg chg="add del mod">
          <ac:chgData name="Heumen,Hans J.B.H.M. van" userId="357d3a60-27dc-42a3-bd03-172815e944eb" providerId="ADAL" clId="{0ED251DA-114D-43BC-821F-8AC0ED795253}" dt="2024-09-10T15:37:49.431" v="292" actId="478"/>
          <ac:spMkLst>
            <pc:docMk/>
            <pc:sldMk cId="466776547" sldId="350"/>
            <ac:spMk id="7" creationId="{31D43C27-0825-020A-EFFC-EA32AEEB65DB}"/>
          </ac:spMkLst>
        </pc:spChg>
        <pc:spChg chg="add del mod">
          <ac:chgData name="Heumen,Hans J.B.H.M. van" userId="357d3a60-27dc-42a3-bd03-172815e944eb" providerId="ADAL" clId="{0ED251DA-114D-43BC-821F-8AC0ED795253}" dt="2024-09-10T15:37:47.175" v="291" actId="478"/>
          <ac:spMkLst>
            <pc:docMk/>
            <pc:sldMk cId="466776547" sldId="350"/>
            <ac:spMk id="8" creationId="{3AC55738-AA99-33EB-511F-01103DCEB2AF}"/>
          </ac:spMkLst>
        </pc:spChg>
        <pc:spChg chg="add mod">
          <ac:chgData name="Heumen,Hans J.B.H.M. van" userId="357d3a60-27dc-42a3-bd03-172815e944eb" providerId="ADAL" clId="{0ED251DA-114D-43BC-821F-8AC0ED795253}" dt="2024-09-10T15:38:13.916" v="298" actId="1076"/>
          <ac:spMkLst>
            <pc:docMk/>
            <pc:sldMk cId="466776547" sldId="350"/>
            <ac:spMk id="9" creationId="{3B0A40DF-2D06-02B6-DAC0-CB9C8815E771}"/>
          </ac:spMkLst>
        </pc:spChg>
        <pc:spChg chg="add mod">
          <ac:chgData name="Heumen,Hans J.B.H.M. van" userId="357d3a60-27dc-42a3-bd03-172815e944eb" providerId="ADAL" clId="{0ED251DA-114D-43BC-821F-8AC0ED795253}" dt="2024-09-10T15:38:04.652" v="297" actId="1076"/>
          <ac:spMkLst>
            <pc:docMk/>
            <pc:sldMk cId="466776547" sldId="350"/>
            <ac:spMk id="11" creationId="{C03037C5-92E2-FB81-E051-9060AA8B1E58}"/>
          </ac:spMkLst>
        </pc:spChg>
        <pc:spChg chg="add mod">
          <ac:chgData name="Heumen,Hans J.B.H.M. van" userId="357d3a60-27dc-42a3-bd03-172815e944eb" providerId="ADAL" clId="{0ED251DA-114D-43BC-821F-8AC0ED795253}" dt="2024-09-10T15:38:00.374" v="296" actId="1076"/>
          <ac:spMkLst>
            <pc:docMk/>
            <pc:sldMk cId="466776547" sldId="350"/>
            <ac:spMk id="12" creationId="{92FF15FD-E884-D2CF-2D26-A029D67DF541}"/>
          </ac:spMkLst>
        </pc:spChg>
        <pc:spChg chg="add mod">
          <ac:chgData name="Heumen,Hans J.B.H.M. van" userId="357d3a60-27dc-42a3-bd03-172815e944eb" providerId="ADAL" clId="{0ED251DA-114D-43BC-821F-8AC0ED795253}" dt="2024-09-10T15:38:28.832" v="300" actId="1076"/>
          <ac:spMkLst>
            <pc:docMk/>
            <pc:sldMk cId="466776547" sldId="350"/>
            <ac:spMk id="13" creationId="{C5D19969-D462-BDC5-7FD0-EA657C4B4A8C}"/>
          </ac:spMkLst>
        </pc:spChg>
        <pc:spChg chg="mod">
          <ac:chgData name="Heumen,Hans J.B.H.M. van" userId="357d3a60-27dc-42a3-bd03-172815e944eb" providerId="ADAL" clId="{0ED251DA-114D-43BC-821F-8AC0ED795253}" dt="2024-09-10T15:33:55.728" v="237" actId="208"/>
          <ac:spMkLst>
            <pc:docMk/>
            <pc:sldMk cId="466776547" sldId="350"/>
            <ac:spMk id="15" creationId="{52399FB2-6E8B-CFB5-8DB1-6F361EA444A0}"/>
          </ac:spMkLst>
        </pc:spChg>
        <pc:picChg chg="mod">
          <ac:chgData name="Heumen,Hans J.B.H.M. van" userId="357d3a60-27dc-42a3-bd03-172815e944eb" providerId="ADAL" clId="{0ED251DA-114D-43BC-821F-8AC0ED795253}" dt="2024-09-10T15:33:16.692" v="236" actId="1076"/>
          <ac:picMkLst>
            <pc:docMk/>
            <pc:sldMk cId="466776547" sldId="350"/>
            <ac:picMk id="10" creationId="{F8DD9CE9-25E3-8F63-9E5B-749AC253BD87}"/>
          </ac:picMkLst>
        </pc:picChg>
        <pc:cxnChg chg="add mod">
          <ac:chgData name="Heumen,Hans J.B.H.M. van" userId="357d3a60-27dc-42a3-bd03-172815e944eb" providerId="ADAL" clId="{0ED251DA-114D-43BC-821F-8AC0ED795253}" dt="2024-09-10T15:39:42.311" v="311" actId="208"/>
          <ac:cxnSpMkLst>
            <pc:docMk/>
            <pc:sldMk cId="466776547" sldId="350"/>
            <ac:cxnSpMk id="16" creationId="{A993E2D6-4B0C-4075-C9CE-6639E4A45F3F}"/>
          </ac:cxnSpMkLst>
        </pc:cxnChg>
        <pc:cxnChg chg="add mod">
          <ac:chgData name="Heumen,Hans J.B.H.M. van" userId="357d3a60-27dc-42a3-bd03-172815e944eb" providerId="ADAL" clId="{0ED251DA-114D-43BC-821F-8AC0ED795253}" dt="2024-09-10T15:39:49.968" v="312" actId="208"/>
          <ac:cxnSpMkLst>
            <pc:docMk/>
            <pc:sldMk cId="466776547" sldId="350"/>
            <ac:cxnSpMk id="18" creationId="{838D53B0-4DA4-590A-CF96-F1CF4730D87E}"/>
          </ac:cxnSpMkLst>
        </pc:cxnChg>
        <pc:cxnChg chg="add mod">
          <ac:chgData name="Heumen,Hans J.B.H.M. van" userId="357d3a60-27dc-42a3-bd03-172815e944eb" providerId="ADAL" clId="{0ED251DA-114D-43BC-821F-8AC0ED795253}" dt="2024-09-10T15:39:49.968" v="312" actId="208"/>
          <ac:cxnSpMkLst>
            <pc:docMk/>
            <pc:sldMk cId="466776547" sldId="350"/>
            <ac:cxnSpMk id="19" creationId="{98845FD1-B5C3-FE56-F254-5827438ACF57}"/>
          </ac:cxnSpMkLst>
        </pc:cxnChg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3030877551" sldId="35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021219825" sldId="357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743241677" sldId="358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491618549" sldId="360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375342933" sldId="361"/>
        </pc:sldMkLst>
      </pc:sldChg>
    </pc:docChg>
  </pc:docChgLst>
  <pc:docChgLst>
    <pc:chgData name="Heumen,Hans J.B.H.M. van" userId="357d3a60-27dc-42a3-bd03-172815e944eb" providerId="ADAL" clId="{80A42D41-846A-445D-844C-FC2E603BED72}"/>
    <pc:docChg chg="undo custSel addSld delSld modSld sldOrd">
      <pc:chgData name="Heumen,Hans J.B.H.M. van" userId="357d3a60-27dc-42a3-bd03-172815e944eb" providerId="ADAL" clId="{80A42D41-846A-445D-844C-FC2E603BED72}" dt="2024-09-16T14:57:50.697" v="581" actId="20577"/>
      <pc:docMkLst>
        <pc:docMk/>
      </pc:docMkLst>
      <pc:sldChg chg="modSp del mod">
        <pc:chgData name="Heumen,Hans J.B.H.M. van" userId="357d3a60-27dc-42a3-bd03-172815e944eb" providerId="ADAL" clId="{80A42D41-846A-445D-844C-FC2E603BED72}" dt="2024-09-16T14:56:18.955" v="573" actId="47"/>
        <pc:sldMkLst>
          <pc:docMk/>
          <pc:sldMk cId="2749120552" sldId="344"/>
        </pc:sldMkLst>
        <pc:spChg chg="mod">
          <ac:chgData name="Heumen,Hans J.B.H.M. van" userId="357d3a60-27dc-42a3-bd03-172815e944eb" providerId="ADAL" clId="{80A42D41-846A-445D-844C-FC2E603BED72}" dt="2024-09-16T08:08:40.976" v="356" actId="20577"/>
          <ac:spMkLst>
            <pc:docMk/>
            <pc:sldMk cId="2749120552" sldId="344"/>
            <ac:spMk id="2" creationId="{399D54A7-DC30-F901-9866-1D309DD19DF1}"/>
          </ac:spMkLst>
        </pc:spChg>
      </pc:sldChg>
      <pc:sldChg chg="modSp add del mod">
        <pc:chgData name="Heumen,Hans J.B.H.M. van" userId="357d3a60-27dc-42a3-bd03-172815e944eb" providerId="ADAL" clId="{80A42D41-846A-445D-844C-FC2E603BED72}" dt="2024-09-15T14:29:32.900" v="302" actId="20577"/>
        <pc:sldMkLst>
          <pc:docMk/>
          <pc:sldMk cId="343771398" sldId="347"/>
        </pc:sldMkLst>
        <pc:spChg chg="mod">
          <ac:chgData name="Heumen,Hans J.B.H.M. van" userId="357d3a60-27dc-42a3-bd03-172815e944eb" providerId="ADAL" clId="{80A42D41-846A-445D-844C-FC2E603BED72}" dt="2024-09-15T14:29:32.900" v="302" actId="20577"/>
          <ac:spMkLst>
            <pc:docMk/>
            <pc:sldMk cId="343771398" sldId="347"/>
            <ac:spMk id="2" creationId="{FAF4996D-1146-550E-DE6E-C04877E51BCC}"/>
          </ac:spMkLst>
        </pc:spChg>
      </pc:sldChg>
      <pc:sldChg chg="del">
        <pc:chgData name="Heumen,Hans J.B.H.M. van" userId="357d3a60-27dc-42a3-bd03-172815e944eb" providerId="ADAL" clId="{80A42D41-846A-445D-844C-FC2E603BED72}" dt="2024-09-15T12:10:31.342" v="9" actId="47"/>
        <pc:sldMkLst>
          <pc:docMk/>
          <pc:sldMk cId="4218566992" sldId="349"/>
        </pc:sldMkLst>
      </pc:sldChg>
      <pc:sldChg chg="addSp delSp modSp del mod ord">
        <pc:chgData name="Heumen,Hans J.B.H.M. van" userId="357d3a60-27dc-42a3-bd03-172815e944eb" providerId="ADAL" clId="{80A42D41-846A-445D-844C-FC2E603BED72}" dt="2024-09-16T08:41:13.473" v="525" actId="47"/>
        <pc:sldMkLst>
          <pc:docMk/>
          <pc:sldMk cId="466776547" sldId="350"/>
        </pc:sldMkLst>
        <pc:spChg chg="mod">
          <ac:chgData name="Heumen,Hans J.B.H.M. van" userId="357d3a60-27dc-42a3-bd03-172815e944eb" providerId="ADAL" clId="{80A42D41-846A-445D-844C-FC2E603BED72}" dt="2024-09-15T12:10:37.795" v="17" actId="20577"/>
          <ac:spMkLst>
            <pc:docMk/>
            <pc:sldMk cId="466776547" sldId="350"/>
            <ac:spMk id="2" creationId="{74DA37F1-9370-B253-9C36-ECAC6BCC7DA2}"/>
          </ac:spMkLst>
        </pc:spChg>
        <pc:spChg chg="add mod">
          <ac:chgData name="Heumen,Hans J.B.H.M. van" userId="357d3a60-27dc-42a3-bd03-172815e944eb" providerId="ADAL" clId="{80A42D41-846A-445D-844C-FC2E603BED72}" dt="2024-09-15T13:39:34.529" v="73" actId="1076"/>
          <ac:spMkLst>
            <pc:docMk/>
            <pc:sldMk cId="466776547" sldId="350"/>
            <ac:spMk id="3" creationId="{938D4BD4-C2FD-ABD3-84B7-3E4882389A08}"/>
          </ac:spMkLst>
        </pc:spChg>
        <pc:spChg chg="add mod">
          <ac:chgData name="Heumen,Hans J.B.H.M. van" userId="357d3a60-27dc-42a3-bd03-172815e944eb" providerId="ADAL" clId="{80A42D41-846A-445D-844C-FC2E603BED72}" dt="2024-09-15T13:41:27.406" v="107" actId="1076"/>
          <ac:spMkLst>
            <pc:docMk/>
            <pc:sldMk cId="466776547" sldId="350"/>
            <ac:spMk id="7" creationId="{FECB7045-6103-F04F-C58C-B1B914DE3911}"/>
          </ac:spMkLst>
        </pc:spChg>
        <pc:spChg chg="add del mod">
          <ac:chgData name="Heumen,Hans J.B.H.M. van" userId="357d3a60-27dc-42a3-bd03-172815e944eb" providerId="ADAL" clId="{80A42D41-846A-445D-844C-FC2E603BED72}" dt="2024-09-15T13:41:39.633" v="110" actId="478"/>
          <ac:spMkLst>
            <pc:docMk/>
            <pc:sldMk cId="466776547" sldId="350"/>
            <ac:spMk id="8" creationId="{F434BE2A-EAED-5DAD-C3B9-3861DE40FE8C}"/>
          </ac:spMkLst>
        </pc:spChg>
        <pc:spChg chg="mod">
          <ac:chgData name="Heumen,Hans J.B.H.M. van" userId="357d3a60-27dc-42a3-bd03-172815e944eb" providerId="ADAL" clId="{80A42D41-846A-445D-844C-FC2E603BED72}" dt="2024-09-15T13:40:22.776" v="84" actId="113"/>
          <ac:spMkLst>
            <pc:docMk/>
            <pc:sldMk cId="466776547" sldId="350"/>
            <ac:spMk id="11" creationId="{C03037C5-92E2-FB81-E051-9060AA8B1E58}"/>
          </ac:spMkLst>
        </pc:spChg>
        <pc:spChg chg="del">
          <ac:chgData name="Heumen,Hans J.B.H.M. van" userId="357d3a60-27dc-42a3-bd03-172815e944eb" providerId="ADAL" clId="{80A42D41-846A-445D-844C-FC2E603BED72}" dt="2024-09-15T13:38:43.585" v="49" actId="478"/>
          <ac:spMkLst>
            <pc:docMk/>
            <pc:sldMk cId="466776547" sldId="350"/>
            <ac:spMk id="13" creationId="{C5D19969-D462-BDC5-7FD0-EA657C4B4A8C}"/>
          </ac:spMkLst>
        </pc:spChg>
        <pc:spChg chg="add mod">
          <ac:chgData name="Heumen,Hans J.B.H.M. van" userId="357d3a60-27dc-42a3-bd03-172815e944eb" providerId="ADAL" clId="{80A42D41-846A-445D-844C-FC2E603BED72}" dt="2024-09-15T13:41:06.342" v="95" actId="1076"/>
          <ac:spMkLst>
            <pc:docMk/>
            <pc:sldMk cId="466776547" sldId="350"/>
            <ac:spMk id="23" creationId="{350EB8CB-C89C-3469-5C3B-787007341B1F}"/>
          </ac:spMkLst>
        </pc:spChg>
        <pc:picChg chg="mod">
          <ac:chgData name="Heumen,Hans J.B.H.M. van" userId="357d3a60-27dc-42a3-bd03-172815e944eb" providerId="ADAL" clId="{80A42D41-846A-445D-844C-FC2E603BED72}" dt="2024-09-15T13:39:39.059" v="75" actId="1076"/>
          <ac:picMkLst>
            <pc:docMk/>
            <pc:sldMk cId="466776547" sldId="350"/>
            <ac:picMk id="10" creationId="{F8DD9CE9-25E3-8F63-9E5B-749AC253BD87}"/>
          </ac:picMkLst>
        </pc:picChg>
        <pc:cxnChg chg="mod">
          <ac:chgData name="Heumen,Hans J.B.H.M. van" userId="357d3a60-27dc-42a3-bd03-172815e944eb" providerId="ADAL" clId="{80A42D41-846A-445D-844C-FC2E603BED72}" dt="2024-09-15T13:39:55.985" v="78" actId="14100"/>
          <ac:cxnSpMkLst>
            <pc:docMk/>
            <pc:sldMk cId="466776547" sldId="350"/>
            <ac:cxnSpMk id="16" creationId="{A993E2D6-4B0C-4075-C9CE-6639E4A45F3F}"/>
          </ac:cxnSpMkLst>
        </pc:cxnChg>
        <pc:cxnChg chg="mod">
          <ac:chgData name="Heumen,Hans J.B.H.M. van" userId="357d3a60-27dc-42a3-bd03-172815e944eb" providerId="ADAL" clId="{80A42D41-846A-445D-844C-FC2E603BED72}" dt="2024-09-15T13:41:14.715" v="97" actId="14100"/>
          <ac:cxnSpMkLst>
            <pc:docMk/>
            <pc:sldMk cId="466776547" sldId="350"/>
            <ac:cxnSpMk id="18" creationId="{838D53B0-4DA4-590A-CF96-F1CF4730D87E}"/>
          </ac:cxnSpMkLst>
        </pc:cxnChg>
        <pc:cxnChg chg="mod">
          <ac:chgData name="Heumen,Hans J.B.H.M. van" userId="357d3a60-27dc-42a3-bd03-172815e944eb" providerId="ADAL" clId="{80A42D41-846A-445D-844C-FC2E603BED72}" dt="2024-09-15T13:41:35.925" v="109" actId="14100"/>
          <ac:cxnSpMkLst>
            <pc:docMk/>
            <pc:sldMk cId="466776547" sldId="350"/>
            <ac:cxnSpMk id="19" creationId="{98845FD1-B5C3-FE56-F254-5827438ACF57}"/>
          </ac:cxnSpMkLst>
        </pc:cxnChg>
        <pc:cxnChg chg="add mod">
          <ac:chgData name="Heumen,Hans J.B.H.M. van" userId="357d3a60-27dc-42a3-bd03-172815e944eb" providerId="ADAL" clId="{80A42D41-846A-445D-844C-FC2E603BED72}" dt="2024-09-15T13:40:35.923" v="86" actId="14100"/>
          <ac:cxnSpMkLst>
            <pc:docMk/>
            <pc:sldMk cId="466776547" sldId="350"/>
            <ac:cxnSpMk id="20" creationId="{B0F0E110-9FA0-8FDB-35AF-9D9CD612B875}"/>
          </ac:cxnSpMkLst>
        </pc:cxnChg>
      </pc:sldChg>
      <pc:sldChg chg="addSp delSp modSp add mod modAnim">
        <pc:chgData name="Heumen,Hans J.B.H.M. van" userId="357d3a60-27dc-42a3-bd03-172815e944eb" providerId="ADAL" clId="{80A42D41-846A-445D-844C-FC2E603BED72}" dt="2024-09-16T08:49:56.669" v="572"/>
        <pc:sldMkLst>
          <pc:docMk/>
          <pc:sldMk cId="1215228781" sldId="351"/>
        </pc:sldMkLst>
        <pc:spChg chg="mod">
          <ac:chgData name="Heumen,Hans J.B.H.M. van" userId="357d3a60-27dc-42a3-bd03-172815e944eb" providerId="ADAL" clId="{80A42D41-846A-445D-844C-FC2E603BED72}" dt="2024-09-15T12:12:14.524" v="31" actId="20577"/>
          <ac:spMkLst>
            <pc:docMk/>
            <pc:sldMk cId="1215228781" sldId="351"/>
            <ac:spMk id="2" creationId="{74DA37F1-9370-B253-9C36-ECAC6BCC7DA2}"/>
          </ac:spMkLst>
        </pc:spChg>
        <pc:spChg chg="add mod">
          <ac:chgData name="Heumen,Hans J.B.H.M. van" userId="357d3a60-27dc-42a3-bd03-172815e944eb" providerId="ADAL" clId="{80A42D41-846A-445D-844C-FC2E603BED72}" dt="2024-09-16T08:45:45.104" v="526" actId="1076"/>
          <ac:spMkLst>
            <pc:docMk/>
            <pc:sldMk cId="1215228781" sldId="351"/>
            <ac:spMk id="3" creationId="{C6E15DBA-BD64-89AF-BEC4-FAB49257527B}"/>
          </ac:spMkLst>
        </pc:spChg>
        <pc:spChg chg="mod">
          <ac:chgData name="Heumen,Hans J.B.H.M. van" userId="357d3a60-27dc-42a3-bd03-172815e944eb" providerId="ADAL" clId="{80A42D41-846A-445D-844C-FC2E603BED72}" dt="2024-09-16T08:45:45.104" v="526" actId="1076"/>
          <ac:spMkLst>
            <pc:docMk/>
            <pc:sldMk cId="1215228781" sldId="351"/>
            <ac:spMk id="4" creationId="{0A0DBF85-10F8-E0F6-9447-CA9A9CBE1418}"/>
          </ac:spMkLst>
        </pc:spChg>
        <pc:spChg chg="del">
          <ac:chgData name="Heumen,Hans J.B.H.M. van" userId="357d3a60-27dc-42a3-bd03-172815e944eb" providerId="ADAL" clId="{80A42D41-846A-445D-844C-FC2E603BED72}" dt="2024-09-15T12:27:16.572" v="36" actId="478"/>
          <ac:spMkLst>
            <pc:docMk/>
            <pc:sldMk cId="1215228781" sldId="351"/>
            <ac:spMk id="5" creationId="{16376F12-371B-344B-CD59-9B0B5E0860B4}"/>
          </ac:spMkLst>
        </pc:spChg>
        <pc:spChg chg="del">
          <ac:chgData name="Heumen,Hans J.B.H.M. van" userId="357d3a60-27dc-42a3-bd03-172815e944eb" providerId="ADAL" clId="{80A42D41-846A-445D-844C-FC2E603BED72}" dt="2024-09-15T13:44:24.401" v="112" actId="478"/>
          <ac:spMkLst>
            <pc:docMk/>
            <pc:sldMk cId="1215228781" sldId="351"/>
            <ac:spMk id="6" creationId="{1E31D25D-3D0C-5277-FCDD-BC724468E9EA}"/>
          </ac:spMkLst>
        </pc:spChg>
        <pc:spChg chg="add mod">
          <ac:chgData name="Heumen,Hans J.B.H.M. van" userId="357d3a60-27dc-42a3-bd03-172815e944eb" providerId="ADAL" clId="{80A42D41-846A-445D-844C-FC2E603BED72}" dt="2024-09-16T08:45:45.104" v="526" actId="1076"/>
          <ac:spMkLst>
            <pc:docMk/>
            <pc:sldMk cId="1215228781" sldId="351"/>
            <ac:spMk id="7" creationId="{A1579909-1E1D-0381-E0B1-8E697CFA6362}"/>
          </ac:spMkLst>
        </pc:spChg>
        <pc:spChg chg="add mod">
          <ac:chgData name="Heumen,Hans J.B.H.M. van" userId="357d3a60-27dc-42a3-bd03-172815e944eb" providerId="ADAL" clId="{80A42D41-846A-445D-844C-FC2E603BED72}" dt="2024-09-16T08:49:11.880" v="571" actId="1076"/>
          <ac:spMkLst>
            <pc:docMk/>
            <pc:sldMk cId="1215228781" sldId="351"/>
            <ac:spMk id="8" creationId="{22C99B3B-7AA4-6318-5084-295768E118C0}"/>
          </ac:spMkLst>
        </pc:spChg>
        <pc:spChg chg="del">
          <ac:chgData name="Heumen,Hans J.B.H.M. van" userId="357d3a60-27dc-42a3-bd03-172815e944eb" providerId="ADAL" clId="{80A42D41-846A-445D-844C-FC2E603BED72}" dt="2024-09-15T12:27:20.436" v="38" actId="478"/>
          <ac:spMkLst>
            <pc:docMk/>
            <pc:sldMk cId="1215228781" sldId="351"/>
            <ac:spMk id="9" creationId="{3B0A40DF-2D06-02B6-DAC0-CB9C8815E771}"/>
          </ac:spMkLst>
        </pc:spChg>
        <pc:spChg chg="del mod">
          <ac:chgData name="Heumen,Hans J.B.H.M. van" userId="357d3a60-27dc-42a3-bd03-172815e944eb" providerId="ADAL" clId="{80A42D41-846A-445D-844C-FC2E603BED72}" dt="2024-09-15T14:24:31.580" v="262" actId="478"/>
          <ac:spMkLst>
            <pc:docMk/>
            <pc:sldMk cId="1215228781" sldId="351"/>
            <ac:spMk id="11" creationId="{C03037C5-92E2-FB81-E051-9060AA8B1E58}"/>
          </ac:spMkLst>
        </pc:spChg>
        <pc:spChg chg="del mod">
          <ac:chgData name="Heumen,Hans J.B.H.M. van" userId="357d3a60-27dc-42a3-bd03-172815e944eb" providerId="ADAL" clId="{80A42D41-846A-445D-844C-FC2E603BED72}" dt="2024-09-15T12:27:22.756" v="39" actId="478"/>
          <ac:spMkLst>
            <pc:docMk/>
            <pc:sldMk cId="1215228781" sldId="351"/>
            <ac:spMk id="12" creationId="{92FF15FD-E884-D2CF-2D26-A029D67DF541}"/>
          </ac:spMkLst>
        </pc:spChg>
        <pc:spChg chg="del">
          <ac:chgData name="Heumen,Hans J.B.H.M. van" userId="357d3a60-27dc-42a3-bd03-172815e944eb" providerId="ADAL" clId="{80A42D41-846A-445D-844C-FC2E603BED72}" dt="2024-09-15T12:12:30.828" v="32" actId="478"/>
          <ac:spMkLst>
            <pc:docMk/>
            <pc:sldMk cId="1215228781" sldId="351"/>
            <ac:spMk id="13" creationId="{C5D19969-D462-BDC5-7FD0-EA657C4B4A8C}"/>
          </ac:spMkLst>
        </pc:spChg>
        <pc:spChg chg="add mod">
          <ac:chgData name="Heumen,Hans J.B.H.M. van" userId="357d3a60-27dc-42a3-bd03-172815e944eb" providerId="ADAL" clId="{80A42D41-846A-445D-844C-FC2E603BED72}" dt="2024-09-16T08:49:00.118" v="569" actId="404"/>
          <ac:spMkLst>
            <pc:docMk/>
            <pc:sldMk cId="1215228781" sldId="351"/>
            <ac:spMk id="14" creationId="{0DA79C86-1ED4-E712-06E7-312FC8750BC8}"/>
          </ac:spMkLst>
        </pc:spChg>
        <pc:spChg chg="mod">
          <ac:chgData name="Heumen,Hans J.B.H.M. van" userId="357d3a60-27dc-42a3-bd03-172815e944eb" providerId="ADAL" clId="{80A42D41-846A-445D-844C-FC2E603BED72}" dt="2024-09-16T08:45:45.104" v="526" actId="1076"/>
          <ac:spMkLst>
            <pc:docMk/>
            <pc:sldMk cId="1215228781" sldId="351"/>
            <ac:spMk id="15" creationId="{52399FB2-6E8B-CFB5-8DB1-6F361EA444A0}"/>
          </ac:spMkLst>
        </pc:spChg>
        <pc:picChg chg="mod">
          <ac:chgData name="Heumen,Hans J.B.H.M. van" userId="357d3a60-27dc-42a3-bd03-172815e944eb" providerId="ADAL" clId="{80A42D41-846A-445D-844C-FC2E603BED72}" dt="2024-09-16T08:45:45.104" v="526" actId="1076"/>
          <ac:picMkLst>
            <pc:docMk/>
            <pc:sldMk cId="1215228781" sldId="351"/>
            <ac:picMk id="10" creationId="{F8DD9CE9-25E3-8F63-9E5B-749AC253BD87}"/>
          </ac:picMkLst>
        </pc:picChg>
        <pc:cxnChg chg="add mod">
          <ac:chgData name="Heumen,Hans J.B.H.M. van" userId="357d3a60-27dc-42a3-bd03-172815e944eb" providerId="ADAL" clId="{80A42D41-846A-445D-844C-FC2E603BED72}" dt="2024-09-16T08:46:40.691" v="528" actId="17032"/>
          <ac:cxnSpMkLst>
            <pc:docMk/>
            <pc:sldMk cId="1215228781" sldId="351"/>
            <ac:cxnSpMk id="6" creationId="{556EC3BF-83C6-8C63-704F-90C827F8BF2D}"/>
          </ac:cxnSpMkLst>
        </pc:cxnChg>
        <pc:cxnChg chg="add mod">
          <ac:chgData name="Heumen,Hans J.B.H.M. van" userId="357d3a60-27dc-42a3-bd03-172815e944eb" providerId="ADAL" clId="{80A42D41-846A-445D-844C-FC2E603BED72}" dt="2024-09-16T08:48:07.429" v="541" actId="13822"/>
          <ac:cxnSpMkLst>
            <pc:docMk/>
            <pc:sldMk cId="1215228781" sldId="351"/>
            <ac:cxnSpMk id="11" creationId="{152C37CD-3B1D-5186-E836-DEC8BC49980D}"/>
          </ac:cxnSpMkLst>
        </pc:cxnChg>
        <pc:cxnChg chg="add mod">
          <ac:chgData name="Heumen,Hans J.B.H.M. van" userId="357d3a60-27dc-42a3-bd03-172815e944eb" providerId="ADAL" clId="{80A42D41-846A-445D-844C-FC2E603BED72}" dt="2024-09-16T08:48:21.116" v="545" actId="1076"/>
          <ac:cxnSpMkLst>
            <pc:docMk/>
            <pc:sldMk cId="1215228781" sldId="351"/>
            <ac:cxnSpMk id="12" creationId="{C9937909-4569-B550-F733-C0ED54E862C7}"/>
          </ac:cxnSpMkLst>
        </pc:cxnChg>
        <pc:cxnChg chg="add mod">
          <ac:chgData name="Heumen,Hans J.B.H.M. van" userId="357d3a60-27dc-42a3-bd03-172815e944eb" providerId="ADAL" clId="{80A42D41-846A-445D-844C-FC2E603BED72}" dt="2024-09-16T08:48:17.118" v="544" actId="1076"/>
          <ac:cxnSpMkLst>
            <pc:docMk/>
            <pc:sldMk cId="1215228781" sldId="351"/>
            <ac:cxnSpMk id="13" creationId="{32837B26-5C5A-3DFC-184D-E3D23C2E8501}"/>
          </ac:cxnSpMkLst>
        </pc:cxnChg>
        <pc:cxnChg chg="del">
          <ac:chgData name="Heumen,Hans J.B.H.M. van" userId="357d3a60-27dc-42a3-bd03-172815e944eb" providerId="ADAL" clId="{80A42D41-846A-445D-844C-FC2E603BED72}" dt="2024-09-15T12:12:33.323" v="34" actId="478"/>
          <ac:cxnSpMkLst>
            <pc:docMk/>
            <pc:sldMk cId="1215228781" sldId="351"/>
            <ac:cxnSpMk id="16" creationId="{A993E2D6-4B0C-4075-C9CE-6639E4A45F3F}"/>
          </ac:cxnSpMkLst>
        </pc:cxnChg>
        <pc:cxnChg chg="del">
          <ac:chgData name="Heumen,Hans J.B.H.M. van" userId="357d3a60-27dc-42a3-bd03-172815e944eb" providerId="ADAL" clId="{80A42D41-846A-445D-844C-FC2E603BED72}" dt="2024-09-15T12:12:34.107" v="35" actId="478"/>
          <ac:cxnSpMkLst>
            <pc:docMk/>
            <pc:sldMk cId="1215228781" sldId="351"/>
            <ac:cxnSpMk id="18" creationId="{838D53B0-4DA4-590A-CF96-F1CF4730D87E}"/>
          </ac:cxnSpMkLst>
        </pc:cxnChg>
        <pc:cxnChg chg="del mod">
          <ac:chgData name="Heumen,Hans J.B.H.M. van" userId="357d3a60-27dc-42a3-bd03-172815e944eb" providerId="ADAL" clId="{80A42D41-846A-445D-844C-FC2E603BED72}" dt="2024-09-15T12:12:32.239" v="33" actId="478"/>
          <ac:cxnSpMkLst>
            <pc:docMk/>
            <pc:sldMk cId="1215228781" sldId="351"/>
            <ac:cxnSpMk id="19" creationId="{98845FD1-B5C3-FE56-F254-5827438ACF57}"/>
          </ac:cxnSpMkLst>
        </pc:cxnChg>
      </pc:sldChg>
      <pc:sldChg chg="new del">
        <pc:chgData name="Heumen,Hans J.B.H.M. van" userId="357d3a60-27dc-42a3-bd03-172815e944eb" providerId="ADAL" clId="{80A42D41-846A-445D-844C-FC2E603BED72}" dt="2024-09-15T13:45:34.975" v="118" actId="47"/>
        <pc:sldMkLst>
          <pc:docMk/>
          <pc:sldMk cId="4067768406" sldId="352"/>
        </pc:sldMkLst>
      </pc:sldChg>
      <pc:sldChg chg="addSp delSp modSp new mod">
        <pc:chgData name="Heumen,Hans J.B.H.M. van" userId="357d3a60-27dc-42a3-bd03-172815e944eb" providerId="ADAL" clId="{80A42D41-846A-445D-844C-FC2E603BED72}" dt="2024-09-15T14:22:36.842" v="228" actId="1076"/>
        <pc:sldMkLst>
          <pc:docMk/>
          <pc:sldMk cId="2792390290" sldId="353"/>
        </pc:sldMkLst>
        <pc:spChg chg="mod">
          <ac:chgData name="Heumen,Hans J.B.H.M. van" userId="357d3a60-27dc-42a3-bd03-172815e944eb" providerId="ADAL" clId="{80A42D41-846A-445D-844C-FC2E603BED72}" dt="2024-09-15T13:45:41.969" v="133" actId="20577"/>
          <ac:spMkLst>
            <pc:docMk/>
            <pc:sldMk cId="2792390290" sldId="353"/>
            <ac:spMk id="2" creationId="{8F1B868B-234D-FF56-9DAE-F92ED1597300}"/>
          </ac:spMkLst>
        </pc:spChg>
        <pc:spChg chg="del">
          <ac:chgData name="Heumen,Hans J.B.H.M. van" userId="357d3a60-27dc-42a3-bd03-172815e944eb" providerId="ADAL" clId="{80A42D41-846A-445D-844C-FC2E603BED72}" dt="2024-09-15T13:46:56.903" v="140"/>
          <ac:spMkLst>
            <pc:docMk/>
            <pc:sldMk cId="2792390290" sldId="353"/>
            <ac:spMk id="3" creationId="{8029FDEC-5E6C-9AB2-88E9-94FC51BC4EC0}"/>
          </ac:spMkLst>
        </pc:spChg>
        <pc:spChg chg="add del mod">
          <ac:chgData name="Heumen,Hans J.B.H.M. van" userId="357d3a60-27dc-42a3-bd03-172815e944eb" providerId="ADAL" clId="{80A42D41-846A-445D-844C-FC2E603BED72}" dt="2024-09-15T13:46:54.365" v="139" actId="21"/>
          <ac:spMkLst>
            <pc:docMk/>
            <pc:sldMk cId="2792390290" sldId="353"/>
            <ac:spMk id="4" creationId="{3F19E649-BC9B-8B21-555D-A9D6A7644263}"/>
          </ac:spMkLst>
        </pc:spChg>
        <pc:spChg chg="add mod">
          <ac:chgData name="Heumen,Hans J.B.H.M. van" userId="357d3a60-27dc-42a3-bd03-172815e944eb" providerId="ADAL" clId="{80A42D41-846A-445D-844C-FC2E603BED72}" dt="2024-09-15T14:22:36.842" v="228" actId="1076"/>
          <ac:spMkLst>
            <pc:docMk/>
            <pc:sldMk cId="2792390290" sldId="353"/>
            <ac:spMk id="5" creationId="{3F19E649-BC9B-8B21-555D-A9D6A7644263}"/>
          </ac:spMkLst>
        </pc:spChg>
        <pc:spChg chg="add del mod">
          <ac:chgData name="Heumen,Hans J.B.H.M. van" userId="357d3a60-27dc-42a3-bd03-172815e944eb" providerId="ADAL" clId="{80A42D41-846A-445D-844C-FC2E603BED72}" dt="2024-09-15T14:22:33.155" v="227" actId="478"/>
          <ac:spMkLst>
            <pc:docMk/>
            <pc:sldMk cId="2792390290" sldId="353"/>
            <ac:spMk id="8" creationId="{3194864E-455E-EECF-145F-FD87CEC1C1D4}"/>
          </ac:spMkLst>
        </pc:spChg>
        <pc:graphicFrameChg chg="add mod modGraphic">
          <ac:chgData name="Heumen,Hans J.B.H.M. van" userId="357d3a60-27dc-42a3-bd03-172815e944eb" providerId="ADAL" clId="{80A42D41-846A-445D-844C-FC2E603BED72}" dt="2024-09-15T14:19:53.156" v="206" actId="20577"/>
          <ac:graphicFrameMkLst>
            <pc:docMk/>
            <pc:sldMk cId="2792390290" sldId="353"/>
            <ac:graphicFrameMk id="6" creationId="{3AFAE46F-9BD7-A005-BFB0-C390252D62AF}"/>
          </ac:graphicFrameMkLst>
        </pc:graphicFrameChg>
        <pc:graphicFrameChg chg="add mod modGraphic">
          <ac:chgData name="Heumen,Hans J.B.H.M. van" userId="357d3a60-27dc-42a3-bd03-172815e944eb" providerId="ADAL" clId="{80A42D41-846A-445D-844C-FC2E603BED72}" dt="2024-09-15T14:19:16.198" v="202" actId="6549"/>
          <ac:graphicFrameMkLst>
            <pc:docMk/>
            <pc:sldMk cId="2792390290" sldId="353"/>
            <ac:graphicFrameMk id="7" creationId="{08372063-9A71-C7BB-36AA-655E4B6D1CDF}"/>
          </ac:graphicFrameMkLst>
        </pc:graphicFrameChg>
      </pc:sldChg>
      <pc:sldChg chg="addSp modSp new mod ord">
        <pc:chgData name="Heumen,Hans J.B.H.M. van" userId="357d3a60-27dc-42a3-bd03-172815e944eb" providerId="ADAL" clId="{80A42D41-846A-445D-844C-FC2E603BED72}" dt="2024-09-16T08:34:58.635" v="434" actId="20577"/>
        <pc:sldMkLst>
          <pc:docMk/>
          <pc:sldMk cId="2966997610" sldId="354"/>
        </pc:sldMkLst>
        <pc:spChg chg="mod">
          <ac:chgData name="Heumen,Hans J.B.H.M. van" userId="357d3a60-27dc-42a3-bd03-172815e944eb" providerId="ADAL" clId="{80A42D41-846A-445D-844C-FC2E603BED72}" dt="2024-09-16T08:07:35.225" v="331" actId="20577"/>
          <ac:spMkLst>
            <pc:docMk/>
            <pc:sldMk cId="2966997610" sldId="354"/>
            <ac:spMk id="2" creationId="{B8DCF46E-B448-5FAB-F78F-AF7C27A81F2F}"/>
          </ac:spMkLst>
        </pc:spChg>
        <pc:spChg chg="mod">
          <ac:chgData name="Heumen,Hans J.B.H.M. van" userId="357d3a60-27dc-42a3-bd03-172815e944eb" providerId="ADAL" clId="{80A42D41-846A-445D-844C-FC2E603BED72}" dt="2024-09-16T08:34:58.635" v="434" actId="20577"/>
          <ac:spMkLst>
            <pc:docMk/>
            <pc:sldMk cId="2966997610" sldId="354"/>
            <ac:spMk id="3" creationId="{0A4F7777-88F1-A4AB-74A4-299E4B3EFFEC}"/>
          </ac:spMkLst>
        </pc:spChg>
        <pc:spChg chg="add mod">
          <ac:chgData name="Heumen,Hans J.B.H.M. van" userId="357d3a60-27dc-42a3-bd03-172815e944eb" providerId="ADAL" clId="{80A42D41-846A-445D-844C-FC2E603BED72}" dt="2024-09-16T08:31:40.902" v="364" actId="404"/>
          <ac:spMkLst>
            <pc:docMk/>
            <pc:sldMk cId="2966997610" sldId="354"/>
            <ac:spMk id="5" creationId="{08AD3296-B97A-D2E7-F30D-D9C3D184388E}"/>
          </ac:spMkLst>
        </pc:spChg>
      </pc:sldChg>
      <pc:sldChg chg="modSp new mod">
        <pc:chgData name="Heumen,Hans J.B.H.M. van" userId="357d3a60-27dc-42a3-bd03-172815e944eb" providerId="ADAL" clId="{80A42D41-846A-445D-844C-FC2E603BED72}" dt="2024-09-16T08:39:39.292" v="522" actId="113"/>
        <pc:sldMkLst>
          <pc:docMk/>
          <pc:sldMk cId="1444087917" sldId="355"/>
        </pc:sldMkLst>
        <pc:spChg chg="mod">
          <ac:chgData name="Heumen,Hans J.B.H.M. van" userId="357d3a60-27dc-42a3-bd03-172815e944eb" providerId="ADAL" clId="{80A42D41-846A-445D-844C-FC2E603BED72}" dt="2024-09-16T08:36:17.435" v="467" actId="20577"/>
          <ac:spMkLst>
            <pc:docMk/>
            <pc:sldMk cId="1444087917" sldId="355"/>
            <ac:spMk id="2" creationId="{7E9249F8-BFC0-0FFD-2AAE-FFD8011822B1}"/>
          </ac:spMkLst>
        </pc:spChg>
        <pc:spChg chg="mod">
          <ac:chgData name="Heumen,Hans J.B.H.M. van" userId="357d3a60-27dc-42a3-bd03-172815e944eb" providerId="ADAL" clId="{80A42D41-846A-445D-844C-FC2E603BED72}" dt="2024-09-16T08:39:39.292" v="522" actId="113"/>
          <ac:spMkLst>
            <pc:docMk/>
            <pc:sldMk cId="1444087917" sldId="355"/>
            <ac:spMk id="3" creationId="{DA0E5B41-C722-BBEE-6647-D7359618994C}"/>
          </ac:spMkLst>
        </pc:spChg>
      </pc:sldChg>
      <pc:sldChg chg="modSp add mod">
        <pc:chgData name="Heumen,Hans J.B.H.M. van" userId="357d3a60-27dc-42a3-bd03-172815e944eb" providerId="ADAL" clId="{80A42D41-846A-445D-844C-FC2E603BED72}" dt="2024-09-16T14:57:50.697" v="581" actId="20577"/>
        <pc:sldMkLst>
          <pc:docMk/>
          <pc:sldMk cId="1729248243" sldId="356"/>
        </pc:sldMkLst>
        <pc:spChg chg="mod">
          <ac:chgData name="Heumen,Hans J.B.H.M. van" userId="357d3a60-27dc-42a3-bd03-172815e944eb" providerId="ADAL" clId="{80A42D41-846A-445D-844C-FC2E603BED72}" dt="2024-09-16T14:57:50.697" v="581" actId="20577"/>
          <ac:spMkLst>
            <pc:docMk/>
            <pc:sldMk cId="1729248243" sldId="356"/>
            <ac:spMk id="2" creationId="{74DA37F1-9370-B253-9C36-ECAC6BCC7DA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week 1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7F4AA2B-88A4-4800-AA55-5CAF78FD907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97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week 1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Klik om de opmaakprofielen van de modeltekst te bewerken</a:t>
            </a:r>
          </a:p>
          <a:p>
            <a:pPr lvl="1"/>
            <a:r>
              <a:rPr lang="en-US" noProof="0"/>
              <a:t>Tweede niveau</a:t>
            </a:r>
          </a:p>
          <a:p>
            <a:pPr lvl="2"/>
            <a:r>
              <a:rPr lang="en-US" noProof="0"/>
              <a:t>Derde niveau</a:t>
            </a:r>
          </a:p>
          <a:p>
            <a:pPr lvl="3"/>
            <a:r>
              <a:rPr lang="en-US" noProof="0"/>
              <a:t>Vierde niveau</a:t>
            </a:r>
          </a:p>
          <a:p>
            <a:pPr lvl="4"/>
            <a:r>
              <a:rPr lang="en-US" noProof="0"/>
              <a:t>Vijfde niveau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96490A4-71D0-43B6-A632-F02D13E6AF8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298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nl-NL"/>
              <a:t>Klik om de ondertitelstijl van het model te bewerken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CCD31-1DDD-474A-8076-E82A80468E6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0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B5E23-F948-44CB-824A-8981D2A1942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88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0FB80E-2A7B-4A5F-A594-A1CDC7C6C87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1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64D41-E143-408C-8EB7-7E9879E427B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7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AEF2A2-2E30-4C73-AB51-987DB599D10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1C2EC-A5A6-480D-84E2-3C65DDD1FBB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90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B9F312-F328-4E9B-AFFF-1FAD4B493AA9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187BB-8327-4FCB-B3B8-6EB8254B0FA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2706D-7A7A-4D03-95BC-E42C56A529E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2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A29F4-E559-48B6-91B3-B4547481D9C1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90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2C3C8D-752E-4C5C-8CAB-F2A4C6E4FE94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93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Klik om het opmaakprofiel te bewerken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Klik om de opmaakprofielen van de modeltekst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14BB9BEE-FEB2-43B8-A5E2-FDD7B41D1CC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048" y="1476128"/>
            <a:ext cx="5287952" cy="3965966"/>
          </a:xfrm>
          <a:prstGeom prst="rect">
            <a:avLst/>
          </a:prstGeom>
          <a:effectLst>
            <a:glow>
              <a:schemeClr val="accent1">
                <a:alpha val="27000"/>
              </a:schemeClr>
            </a:glow>
            <a:reflection endPos="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8397" y="1699022"/>
            <a:ext cx="4808306" cy="1790700"/>
          </a:xfrm>
        </p:spPr>
        <p:txBody>
          <a:bodyPr/>
          <a:lstStyle/>
          <a:p>
            <a:r>
              <a:rPr lang="en-US" b="1" dirty="0"/>
              <a:t>Automata</a:t>
            </a:r>
            <a:endParaRPr lang="nl-NL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8397" y="3558778"/>
            <a:ext cx="4808306" cy="1241822"/>
          </a:xfrm>
        </p:spPr>
        <p:txBody>
          <a:bodyPr/>
          <a:lstStyle/>
          <a:p>
            <a:r>
              <a:rPr lang="en-US" b="1" dirty="0"/>
              <a:t>languages</a:t>
            </a:r>
          </a:p>
          <a:p>
            <a:r>
              <a:rPr lang="en-US" b="1" dirty="0" err="1"/>
              <a:t>lexers</a:t>
            </a:r>
            <a:r>
              <a:rPr lang="en-US" b="1" dirty="0"/>
              <a:t>, parsers, interpreters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710166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DA37F1-9370-B253-9C36-ECAC6BCC7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Recap: Listener </a:t>
            </a:r>
            <a:r>
              <a:rPr lang="en-US" dirty="0"/>
              <a:t>Methods</a:t>
            </a:r>
          </a:p>
        </p:txBody>
      </p:sp>
      <p:pic>
        <p:nvPicPr>
          <p:cNvPr id="10" name="Tijdelijke aanduiding voor inhoud 9">
            <a:extLst>
              <a:ext uri="{FF2B5EF4-FFF2-40B4-BE49-F238E27FC236}">
                <a16:creationId xmlns:a16="http://schemas.microsoft.com/office/drawing/2014/main" id="{F8DD9CE9-25E3-8F63-9E5B-749AC253B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1664" y="2258844"/>
            <a:ext cx="4177665" cy="2487690"/>
          </a:xfrm>
        </p:spPr>
      </p:pic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52399FB2-6E8B-CFB5-8DB1-6F361EA444A0}"/>
              </a:ext>
            </a:extLst>
          </p:cNvPr>
          <p:cNvSpPr/>
          <p:nvPr/>
        </p:nvSpPr>
        <p:spPr bwMode="auto">
          <a:xfrm>
            <a:off x="2381250" y="2524125"/>
            <a:ext cx="3392192" cy="1914525"/>
          </a:xfrm>
          <a:custGeom>
            <a:avLst/>
            <a:gdLst>
              <a:gd name="connsiteX0" fmla="*/ 1428750 w 3392192"/>
              <a:gd name="connsiteY0" fmla="*/ 66675 h 1914525"/>
              <a:gd name="connsiteX1" fmla="*/ 1181100 w 3392192"/>
              <a:gd name="connsiteY1" fmla="*/ 138113 h 1914525"/>
              <a:gd name="connsiteX2" fmla="*/ 1133475 w 3392192"/>
              <a:gd name="connsiteY2" fmla="*/ 152400 h 1914525"/>
              <a:gd name="connsiteX3" fmla="*/ 1081088 w 3392192"/>
              <a:gd name="connsiteY3" fmla="*/ 180975 h 1914525"/>
              <a:gd name="connsiteX4" fmla="*/ 976313 w 3392192"/>
              <a:gd name="connsiteY4" fmla="*/ 209550 h 1914525"/>
              <a:gd name="connsiteX5" fmla="*/ 852488 w 3392192"/>
              <a:gd name="connsiteY5" fmla="*/ 290513 h 1914525"/>
              <a:gd name="connsiteX6" fmla="*/ 795338 w 3392192"/>
              <a:gd name="connsiteY6" fmla="*/ 338138 h 1914525"/>
              <a:gd name="connsiteX7" fmla="*/ 685800 w 3392192"/>
              <a:gd name="connsiteY7" fmla="*/ 419100 h 1914525"/>
              <a:gd name="connsiteX8" fmla="*/ 642938 w 3392192"/>
              <a:gd name="connsiteY8" fmla="*/ 452438 h 1914525"/>
              <a:gd name="connsiteX9" fmla="*/ 614363 w 3392192"/>
              <a:gd name="connsiteY9" fmla="*/ 471488 h 1914525"/>
              <a:gd name="connsiteX10" fmla="*/ 547688 w 3392192"/>
              <a:gd name="connsiteY10" fmla="*/ 523875 h 1914525"/>
              <a:gd name="connsiteX11" fmla="*/ 500063 w 3392192"/>
              <a:gd name="connsiteY11" fmla="*/ 552450 h 1914525"/>
              <a:gd name="connsiteX12" fmla="*/ 447675 w 3392192"/>
              <a:gd name="connsiteY12" fmla="*/ 595313 h 1914525"/>
              <a:gd name="connsiteX13" fmla="*/ 400050 w 3392192"/>
              <a:gd name="connsiteY13" fmla="*/ 623888 h 1914525"/>
              <a:gd name="connsiteX14" fmla="*/ 352425 w 3392192"/>
              <a:gd name="connsiteY14" fmla="*/ 657225 h 1914525"/>
              <a:gd name="connsiteX15" fmla="*/ 323850 w 3392192"/>
              <a:gd name="connsiteY15" fmla="*/ 671513 h 1914525"/>
              <a:gd name="connsiteX16" fmla="*/ 295275 w 3392192"/>
              <a:gd name="connsiteY16" fmla="*/ 695325 h 1914525"/>
              <a:gd name="connsiteX17" fmla="*/ 104775 w 3392192"/>
              <a:gd name="connsiteY17" fmla="*/ 833438 h 1914525"/>
              <a:gd name="connsiteX18" fmla="*/ 52388 w 3392192"/>
              <a:gd name="connsiteY18" fmla="*/ 895350 h 1914525"/>
              <a:gd name="connsiteX19" fmla="*/ 9525 w 3392192"/>
              <a:gd name="connsiteY19" fmla="*/ 957263 h 1914525"/>
              <a:gd name="connsiteX20" fmla="*/ 0 w 3392192"/>
              <a:gd name="connsiteY20" fmla="*/ 1009650 h 1914525"/>
              <a:gd name="connsiteX21" fmla="*/ 4763 w 3392192"/>
              <a:gd name="connsiteY21" fmla="*/ 1143000 h 1914525"/>
              <a:gd name="connsiteX22" fmla="*/ 9525 w 3392192"/>
              <a:gd name="connsiteY22" fmla="*/ 1157288 h 1914525"/>
              <a:gd name="connsiteX23" fmla="*/ 23813 w 3392192"/>
              <a:gd name="connsiteY23" fmla="*/ 1204913 h 1914525"/>
              <a:gd name="connsiteX24" fmla="*/ 61913 w 3392192"/>
              <a:gd name="connsiteY24" fmla="*/ 1238250 h 1914525"/>
              <a:gd name="connsiteX25" fmla="*/ 85725 w 3392192"/>
              <a:gd name="connsiteY25" fmla="*/ 1257300 h 1914525"/>
              <a:gd name="connsiteX26" fmla="*/ 104775 w 3392192"/>
              <a:gd name="connsiteY26" fmla="*/ 1262063 h 1914525"/>
              <a:gd name="connsiteX27" fmla="*/ 128588 w 3392192"/>
              <a:gd name="connsiteY27" fmla="*/ 1271588 h 1914525"/>
              <a:gd name="connsiteX28" fmla="*/ 147638 w 3392192"/>
              <a:gd name="connsiteY28" fmla="*/ 1281113 h 1914525"/>
              <a:gd name="connsiteX29" fmla="*/ 166688 w 3392192"/>
              <a:gd name="connsiteY29" fmla="*/ 1285875 h 1914525"/>
              <a:gd name="connsiteX30" fmla="*/ 219075 w 3392192"/>
              <a:gd name="connsiteY30" fmla="*/ 1300163 h 1914525"/>
              <a:gd name="connsiteX31" fmla="*/ 395288 w 3392192"/>
              <a:gd name="connsiteY31" fmla="*/ 1295400 h 1914525"/>
              <a:gd name="connsiteX32" fmla="*/ 409575 w 3392192"/>
              <a:gd name="connsiteY32" fmla="*/ 1285875 h 1914525"/>
              <a:gd name="connsiteX33" fmla="*/ 423863 w 3392192"/>
              <a:gd name="connsiteY33" fmla="*/ 1281113 h 1914525"/>
              <a:gd name="connsiteX34" fmla="*/ 438150 w 3392192"/>
              <a:gd name="connsiteY34" fmla="*/ 1271588 h 1914525"/>
              <a:gd name="connsiteX35" fmla="*/ 447675 w 3392192"/>
              <a:gd name="connsiteY35" fmla="*/ 1257300 h 1914525"/>
              <a:gd name="connsiteX36" fmla="*/ 509588 w 3392192"/>
              <a:gd name="connsiteY36" fmla="*/ 1223963 h 1914525"/>
              <a:gd name="connsiteX37" fmla="*/ 533400 w 3392192"/>
              <a:gd name="connsiteY37" fmla="*/ 1219200 h 1914525"/>
              <a:gd name="connsiteX38" fmla="*/ 552450 w 3392192"/>
              <a:gd name="connsiteY38" fmla="*/ 1214438 h 1914525"/>
              <a:gd name="connsiteX39" fmla="*/ 604838 w 3392192"/>
              <a:gd name="connsiteY39" fmla="*/ 1209675 h 1914525"/>
              <a:gd name="connsiteX40" fmla="*/ 671513 w 3392192"/>
              <a:gd name="connsiteY40" fmla="*/ 1209675 h 1914525"/>
              <a:gd name="connsiteX41" fmla="*/ 657225 w 3392192"/>
              <a:gd name="connsiteY41" fmla="*/ 1295400 h 1914525"/>
              <a:gd name="connsiteX42" fmla="*/ 642938 w 3392192"/>
              <a:gd name="connsiteY42" fmla="*/ 1323975 h 1914525"/>
              <a:gd name="connsiteX43" fmla="*/ 633413 w 3392192"/>
              <a:gd name="connsiteY43" fmla="*/ 1347788 h 1914525"/>
              <a:gd name="connsiteX44" fmla="*/ 623888 w 3392192"/>
              <a:gd name="connsiteY44" fmla="*/ 1366838 h 1914525"/>
              <a:gd name="connsiteX45" fmla="*/ 619125 w 3392192"/>
              <a:gd name="connsiteY45" fmla="*/ 1385888 h 1914525"/>
              <a:gd name="connsiteX46" fmla="*/ 600075 w 3392192"/>
              <a:gd name="connsiteY46" fmla="*/ 1443038 h 1914525"/>
              <a:gd name="connsiteX47" fmla="*/ 590550 w 3392192"/>
              <a:gd name="connsiteY47" fmla="*/ 1471613 h 1914525"/>
              <a:gd name="connsiteX48" fmla="*/ 585788 w 3392192"/>
              <a:gd name="connsiteY48" fmla="*/ 1490663 h 1914525"/>
              <a:gd name="connsiteX49" fmla="*/ 585788 w 3392192"/>
              <a:gd name="connsiteY49" fmla="*/ 1738313 h 1914525"/>
              <a:gd name="connsiteX50" fmla="*/ 595313 w 3392192"/>
              <a:gd name="connsiteY50" fmla="*/ 1781175 h 1914525"/>
              <a:gd name="connsiteX51" fmla="*/ 614363 w 3392192"/>
              <a:gd name="connsiteY51" fmla="*/ 1828800 h 1914525"/>
              <a:gd name="connsiteX52" fmla="*/ 623888 w 3392192"/>
              <a:gd name="connsiteY52" fmla="*/ 1847850 h 1914525"/>
              <a:gd name="connsiteX53" fmla="*/ 642938 w 3392192"/>
              <a:gd name="connsiteY53" fmla="*/ 1862138 h 1914525"/>
              <a:gd name="connsiteX54" fmla="*/ 695325 w 3392192"/>
              <a:gd name="connsiteY54" fmla="*/ 1885950 h 1914525"/>
              <a:gd name="connsiteX55" fmla="*/ 733425 w 3392192"/>
              <a:gd name="connsiteY55" fmla="*/ 1895475 h 1914525"/>
              <a:gd name="connsiteX56" fmla="*/ 757238 w 3392192"/>
              <a:gd name="connsiteY56" fmla="*/ 1905000 h 1914525"/>
              <a:gd name="connsiteX57" fmla="*/ 809625 w 3392192"/>
              <a:gd name="connsiteY57" fmla="*/ 1909763 h 1914525"/>
              <a:gd name="connsiteX58" fmla="*/ 838200 w 3392192"/>
              <a:gd name="connsiteY58" fmla="*/ 1914525 h 1914525"/>
              <a:gd name="connsiteX59" fmla="*/ 919163 w 3392192"/>
              <a:gd name="connsiteY59" fmla="*/ 1905000 h 1914525"/>
              <a:gd name="connsiteX60" fmla="*/ 933450 w 3392192"/>
              <a:gd name="connsiteY60" fmla="*/ 1890713 h 1914525"/>
              <a:gd name="connsiteX61" fmla="*/ 1023938 w 3392192"/>
              <a:gd name="connsiteY61" fmla="*/ 1847850 h 1914525"/>
              <a:gd name="connsiteX62" fmla="*/ 1028700 w 3392192"/>
              <a:gd name="connsiteY62" fmla="*/ 1828800 h 1914525"/>
              <a:gd name="connsiteX63" fmla="*/ 1057275 w 3392192"/>
              <a:gd name="connsiteY63" fmla="*/ 1795463 h 1914525"/>
              <a:gd name="connsiteX64" fmla="*/ 1071563 w 3392192"/>
              <a:gd name="connsiteY64" fmla="*/ 1771650 h 1914525"/>
              <a:gd name="connsiteX65" fmla="*/ 1076325 w 3392192"/>
              <a:gd name="connsiteY65" fmla="*/ 1757363 h 1914525"/>
              <a:gd name="connsiteX66" fmla="*/ 1100138 w 3392192"/>
              <a:gd name="connsiteY66" fmla="*/ 1728788 h 1914525"/>
              <a:gd name="connsiteX67" fmla="*/ 1114425 w 3392192"/>
              <a:gd name="connsiteY67" fmla="*/ 1709738 h 1914525"/>
              <a:gd name="connsiteX68" fmla="*/ 1119188 w 3392192"/>
              <a:gd name="connsiteY68" fmla="*/ 1685925 h 1914525"/>
              <a:gd name="connsiteX69" fmla="*/ 1128713 w 3392192"/>
              <a:gd name="connsiteY69" fmla="*/ 1633538 h 1914525"/>
              <a:gd name="connsiteX70" fmla="*/ 1133475 w 3392192"/>
              <a:gd name="connsiteY70" fmla="*/ 1604963 h 1914525"/>
              <a:gd name="connsiteX71" fmla="*/ 1147763 w 3392192"/>
              <a:gd name="connsiteY71" fmla="*/ 1547813 h 1914525"/>
              <a:gd name="connsiteX72" fmla="*/ 1152525 w 3392192"/>
              <a:gd name="connsiteY72" fmla="*/ 1504950 h 1914525"/>
              <a:gd name="connsiteX73" fmla="*/ 1162050 w 3392192"/>
              <a:gd name="connsiteY73" fmla="*/ 1457325 h 1914525"/>
              <a:gd name="connsiteX74" fmla="*/ 1166813 w 3392192"/>
              <a:gd name="connsiteY74" fmla="*/ 1390650 h 1914525"/>
              <a:gd name="connsiteX75" fmla="*/ 1190625 w 3392192"/>
              <a:gd name="connsiteY75" fmla="*/ 1276350 h 1914525"/>
              <a:gd name="connsiteX76" fmla="*/ 1223963 w 3392192"/>
              <a:gd name="connsiteY76" fmla="*/ 1290638 h 1914525"/>
              <a:gd name="connsiteX77" fmla="*/ 1228725 w 3392192"/>
              <a:gd name="connsiteY77" fmla="*/ 1304925 h 1914525"/>
              <a:gd name="connsiteX78" fmla="*/ 1238250 w 3392192"/>
              <a:gd name="connsiteY78" fmla="*/ 1323975 h 1914525"/>
              <a:gd name="connsiteX79" fmla="*/ 1243013 w 3392192"/>
              <a:gd name="connsiteY79" fmla="*/ 1400175 h 1914525"/>
              <a:gd name="connsiteX80" fmla="*/ 1247775 w 3392192"/>
              <a:gd name="connsiteY80" fmla="*/ 1447800 h 1914525"/>
              <a:gd name="connsiteX81" fmla="*/ 1252538 w 3392192"/>
              <a:gd name="connsiteY81" fmla="*/ 1743075 h 1914525"/>
              <a:gd name="connsiteX82" fmla="*/ 1262063 w 3392192"/>
              <a:gd name="connsiteY82" fmla="*/ 1790700 h 1914525"/>
              <a:gd name="connsiteX83" fmla="*/ 1266825 w 3392192"/>
              <a:gd name="connsiteY83" fmla="*/ 1814513 h 1914525"/>
              <a:gd name="connsiteX84" fmla="*/ 1281113 w 3392192"/>
              <a:gd name="connsiteY84" fmla="*/ 1833563 h 1914525"/>
              <a:gd name="connsiteX85" fmla="*/ 1304925 w 3392192"/>
              <a:gd name="connsiteY85" fmla="*/ 1866900 h 1914525"/>
              <a:gd name="connsiteX86" fmla="*/ 1328738 w 3392192"/>
              <a:gd name="connsiteY86" fmla="*/ 1881188 h 1914525"/>
              <a:gd name="connsiteX87" fmla="*/ 1395413 w 3392192"/>
              <a:gd name="connsiteY87" fmla="*/ 1895475 h 1914525"/>
              <a:gd name="connsiteX88" fmla="*/ 1423988 w 3392192"/>
              <a:gd name="connsiteY88" fmla="*/ 1900238 h 1914525"/>
              <a:gd name="connsiteX89" fmla="*/ 1481138 w 3392192"/>
              <a:gd name="connsiteY89" fmla="*/ 1895475 h 1914525"/>
              <a:gd name="connsiteX90" fmla="*/ 1495425 w 3392192"/>
              <a:gd name="connsiteY90" fmla="*/ 1890713 h 1914525"/>
              <a:gd name="connsiteX91" fmla="*/ 1519238 w 3392192"/>
              <a:gd name="connsiteY91" fmla="*/ 1862138 h 1914525"/>
              <a:gd name="connsiteX92" fmla="*/ 1552575 w 3392192"/>
              <a:gd name="connsiteY92" fmla="*/ 1790700 h 1914525"/>
              <a:gd name="connsiteX93" fmla="*/ 1571625 w 3392192"/>
              <a:gd name="connsiteY93" fmla="*/ 1752600 h 1914525"/>
              <a:gd name="connsiteX94" fmla="*/ 1595438 w 3392192"/>
              <a:gd name="connsiteY94" fmla="*/ 1709738 h 1914525"/>
              <a:gd name="connsiteX95" fmla="*/ 1609725 w 3392192"/>
              <a:gd name="connsiteY95" fmla="*/ 1662113 h 1914525"/>
              <a:gd name="connsiteX96" fmla="*/ 1624013 w 3392192"/>
              <a:gd name="connsiteY96" fmla="*/ 1624013 h 1914525"/>
              <a:gd name="connsiteX97" fmla="*/ 1628775 w 3392192"/>
              <a:gd name="connsiteY97" fmla="*/ 1600200 h 1914525"/>
              <a:gd name="connsiteX98" fmla="*/ 1638300 w 3392192"/>
              <a:gd name="connsiteY98" fmla="*/ 1528763 h 1914525"/>
              <a:gd name="connsiteX99" fmla="*/ 1633538 w 3392192"/>
              <a:gd name="connsiteY99" fmla="*/ 1133475 h 1914525"/>
              <a:gd name="connsiteX100" fmla="*/ 1614488 w 3392192"/>
              <a:gd name="connsiteY100" fmla="*/ 1052513 h 1914525"/>
              <a:gd name="connsiteX101" fmla="*/ 1604963 w 3392192"/>
              <a:gd name="connsiteY101" fmla="*/ 1023938 h 1914525"/>
              <a:gd name="connsiteX102" fmla="*/ 1590675 w 3392192"/>
              <a:gd name="connsiteY102" fmla="*/ 995363 h 1914525"/>
              <a:gd name="connsiteX103" fmla="*/ 1566863 w 3392192"/>
              <a:gd name="connsiteY103" fmla="*/ 933450 h 1914525"/>
              <a:gd name="connsiteX104" fmla="*/ 1547813 w 3392192"/>
              <a:gd name="connsiteY104" fmla="*/ 842963 h 1914525"/>
              <a:gd name="connsiteX105" fmla="*/ 1533525 w 3392192"/>
              <a:gd name="connsiteY105" fmla="*/ 795338 h 1914525"/>
              <a:gd name="connsiteX106" fmla="*/ 1519238 w 3392192"/>
              <a:gd name="connsiteY106" fmla="*/ 742950 h 1914525"/>
              <a:gd name="connsiteX107" fmla="*/ 1485900 w 3392192"/>
              <a:gd name="connsiteY107" fmla="*/ 647700 h 1914525"/>
              <a:gd name="connsiteX108" fmla="*/ 1490663 w 3392192"/>
              <a:gd name="connsiteY108" fmla="*/ 452438 h 1914525"/>
              <a:gd name="connsiteX109" fmla="*/ 1509713 w 3392192"/>
              <a:gd name="connsiteY109" fmla="*/ 438150 h 1914525"/>
              <a:gd name="connsiteX110" fmla="*/ 1538288 w 3392192"/>
              <a:gd name="connsiteY110" fmla="*/ 433388 h 1914525"/>
              <a:gd name="connsiteX111" fmla="*/ 1600200 w 3392192"/>
              <a:gd name="connsiteY111" fmla="*/ 438150 h 1914525"/>
              <a:gd name="connsiteX112" fmla="*/ 1633538 w 3392192"/>
              <a:gd name="connsiteY112" fmla="*/ 466725 h 1914525"/>
              <a:gd name="connsiteX113" fmla="*/ 1643063 w 3392192"/>
              <a:gd name="connsiteY113" fmla="*/ 485775 h 1914525"/>
              <a:gd name="connsiteX114" fmla="*/ 1652588 w 3392192"/>
              <a:gd name="connsiteY114" fmla="*/ 552450 h 1914525"/>
              <a:gd name="connsiteX115" fmla="*/ 1657350 w 3392192"/>
              <a:gd name="connsiteY115" fmla="*/ 590550 h 1914525"/>
              <a:gd name="connsiteX116" fmla="*/ 1666875 w 3392192"/>
              <a:gd name="connsiteY116" fmla="*/ 614363 h 1914525"/>
              <a:gd name="connsiteX117" fmla="*/ 1671638 w 3392192"/>
              <a:gd name="connsiteY117" fmla="*/ 661988 h 1914525"/>
              <a:gd name="connsiteX118" fmla="*/ 1676400 w 3392192"/>
              <a:gd name="connsiteY118" fmla="*/ 766763 h 1914525"/>
              <a:gd name="connsiteX119" fmla="*/ 1681163 w 3392192"/>
              <a:gd name="connsiteY119" fmla="*/ 790575 h 1914525"/>
              <a:gd name="connsiteX120" fmla="*/ 1685925 w 3392192"/>
              <a:gd name="connsiteY120" fmla="*/ 823913 h 1914525"/>
              <a:gd name="connsiteX121" fmla="*/ 1700213 w 3392192"/>
              <a:gd name="connsiteY121" fmla="*/ 990600 h 1914525"/>
              <a:gd name="connsiteX122" fmla="*/ 1704975 w 3392192"/>
              <a:gd name="connsiteY122" fmla="*/ 1095375 h 1914525"/>
              <a:gd name="connsiteX123" fmla="*/ 1714500 w 3392192"/>
              <a:gd name="connsiteY123" fmla="*/ 1347788 h 1914525"/>
              <a:gd name="connsiteX124" fmla="*/ 1743075 w 3392192"/>
              <a:gd name="connsiteY124" fmla="*/ 1528763 h 1914525"/>
              <a:gd name="connsiteX125" fmla="*/ 1785938 w 3392192"/>
              <a:gd name="connsiteY125" fmla="*/ 1533525 h 1914525"/>
              <a:gd name="connsiteX126" fmla="*/ 1838325 w 3392192"/>
              <a:gd name="connsiteY126" fmla="*/ 1538288 h 1914525"/>
              <a:gd name="connsiteX127" fmla="*/ 1938338 w 3392192"/>
              <a:gd name="connsiteY127" fmla="*/ 1533525 h 1914525"/>
              <a:gd name="connsiteX128" fmla="*/ 1966913 w 3392192"/>
              <a:gd name="connsiteY128" fmla="*/ 1514475 h 1914525"/>
              <a:gd name="connsiteX129" fmla="*/ 2000250 w 3392192"/>
              <a:gd name="connsiteY129" fmla="*/ 1485900 h 1914525"/>
              <a:gd name="connsiteX130" fmla="*/ 2009775 w 3392192"/>
              <a:gd name="connsiteY130" fmla="*/ 1471613 h 1914525"/>
              <a:gd name="connsiteX131" fmla="*/ 2047875 w 3392192"/>
              <a:gd name="connsiteY131" fmla="*/ 1404938 h 1914525"/>
              <a:gd name="connsiteX132" fmla="*/ 2057400 w 3392192"/>
              <a:gd name="connsiteY132" fmla="*/ 1371600 h 1914525"/>
              <a:gd name="connsiteX133" fmla="*/ 2062163 w 3392192"/>
              <a:gd name="connsiteY133" fmla="*/ 1357313 h 1914525"/>
              <a:gd name="connsiteX134" fmla="*/ 2081213 w 3392192"/>
              <a:gd name="connsiteY134" fmla="*/ 1314450 h 1914525"/>
              <a:gd name="connsiteX135" fmla="*/ 2085975 w 3392192"/>
              <a:gd name="connsiteY135" fmla="*/ 1271588 h 1914525"/>
              <a:gd name="connsiteX136" fmla="*/ 2090738 w 3392192"/>
              <a:gd name="connsiteY136" fmla="*/ 1257300 h 1914525"/>
              <a:gd name="connsiteX137" fmla="*/ 2100263 w 3392192"/>
              <a:gd name="connsiteY137" fmla="*/ 1162050 h 1914525"/>
              <a:gd name="connsiteX138" fmla="*/ 2114550 w 3392192"/>
              <a:gd name="connsiteY138" fmla="*/ 1095375 h 1914525"/>
              <a:gd name="connsiteX139" fmla="*/ 2119313 w 3392192"/>
              <a:gd name="connsiteY139" fmla="*/ 1076325 h 1914525"/>
              <a:gd name="connsiteX140" fmla="*/ 2147888 w 3392192"/>
              <a:gd name="connsiteY140" fmla="*/ 1038225 h 1914525"/>
              <a:gd name="connsiteX141" fmla="*/ 2157413 w 3392192"/>
              <a:gd name="connsiteY141" fmla="*/ 1023938 h 1914525"/>
              <a:gd name="connsiteX142" fmla="*/ 2181225 w 3392192"/>
              <a:gd name="connsiteY142" fmla="*/ 1014413 h 1914525"/>
              <a:gd name="connsiteX143" fmla="*/ 2200275 w 3392192"/>
              <a:gd name="connsiteY143" fmla="*/ 1004888 h 1914525"/>
              <a:gd name="connsiteX144" fmla="*/ 2214563 w 3392192"/>
              <a:gd name="connsiteY144" fmla="*/ 1023938 h 1914525"/>
              <a:gd name="connsiteX145" fmla="*/ 2209800 w 3392192"/>
              <a:gd name="connsiteY145" fmla="*/ 1095375 h 1914525"/>
              <a:gd name="connsiteX146" fmla="*/ 2200275 w 3392192"/>
              <a:gd name="connsiteY146" fmla="*/ 1233488 h 1914525"/>
              <a:gd name="connsiteX147" fmla="*/ 2190750 w 3392192"/>
              <a:gd name="connsiteY147" fmla="*/ 1304925 h 1914525"/>
              <a:gd name="connsiteX148" fmla="*/ 2185988 w 3392192"/>
              <a:gd name="connsiteY148" fmla="*/ 1357313 h 1914525"/>
              <a:gd name="connsiteX149" fmla="*/ 2176463 w 3392192"/>
              <a:gd name="connsiteY149" fmla="*/ 1395413 h 1914525"/>
              <a:gd name="connsiteX150" fmla="*/ 2152650 w 3392192"/>
              <a:gd name="connsiteY150" fmla="*/ 1476375 h 1914525"/>
              <a:gd name="connsiteX151" fmla="*/ 2138363 w 3392192"/>
              <a:gd name="connsiteY151" fmla="*/ 1519238 h 1914525"/>
              <a:gd name="connsiteX152" fmla="*/ 2124075 w 3392192"/>
              <a:gd name="connsiteY152" fmla="*/ 1566863 h 1914525"/>
              <a:gd name="connsiteX153" fmla="*/ 2119313 w 3392192"/>
              <a:gd name="connsiteY153" fmla="*/ 1585913 h 1914525"/>
              <a:gd name="connsiteX154" fmla="*/ 2109788 w 3392192"/>
              <a:gd name="connsiteY154" fmla="*/ 1619250 h 1914525"/>
              <a:gd name="connsiteX155" fmla="*/ 2124075 w 3392192"/>
              <a:gd name="connsiteY155" fmla="*/ 1695450 h 1914525"/>
              <a:gd name="connsiteX156" fmla="*/ 2152650 w 3392192"/>
              <a:gd name="connsiteY156" fmla="*/ 1728788 h 1914525"/>
              <a:gd name="connsiteX157" fmla="*/ 2233613 w 3392192"/>
              <a:gd name="connsiteY157" fmla="*/ 1762125 h 1914525"/>
              <a:gd name="connsiteX158" fmla="*/ 2262188 w 3392192"/>
              <a:gd name="connsiteY158" fmla="*/ 1776413 h 1914525"/>
              <a:gd name="connsiteX159" fmla="*/ 2300288 w 3392192"/>
              <a:gd name="connsiteY159" fmla="*/ 1785938 h 1914525"/>
              <a:gd name="connsiteX160" fmla="*/ 2362200 w 3392192"/>
              <a:gd name="connsiteY160" fmla="*/ 1795463 h 1914525"/>
              <a:gd name="connsiteX161" fmla="*/ 2438400 w 3392192"/>
              <a:gd name="connsiteY161" fmla="*/ 1790700 h 1914525"/>
              <a:gd name="connsiteX162" fmla="*/ 2528888 w 3392192"/>
              <a:gd name="connsiteY162" fmla="*/ 1771650 h 1914525"/>
              <a:gd name="connsiteX163" fmla="*/ 2595563 w 3392192"/>
              <a:gd name="connsiteY163" fmla="*/ 1738313 h 1914525"/>
              <a:gd name="connsiteX164" fmla="*/ 2624138 w 3392192"/>
              <a:gd name="connsiteY164" fmla="*/ 1719263 h 1914525"/>
              <a:gd name="connsiteX165" fmla="*/ 2657475 w 3392192"/>
              <a:gd name="connsiteY165" fmla="*/ 1676400 h 1914525"/>
              <a:gd name="connsiteX166" fmla="*/ 2686050 w 3392192"/>
              <a:gd name="connsiteY166" fmla="*/ 1633538 h 1914525"/>
              <a:gd name="connsiteX167" fmla="*/ 2690813 w 3392192"/>
              <a:gd name="connsiteY167" fmla="*/ 1609725 h 1914525"/>
              <a:gd name="connsiteX168" fmla="*/ 2695575 w 3392192"/>
              <a:gd name="connsiteY168" fmla="*/ 1595438 h 1914525"/>
              <a:gd name="connsiteX169" fmla="*/ 2700338 w 3392192"/>
              <a:gd name="connsiteY169" fmla="*/ 1576388 h 1914525"/>
              <a:gd name="connsiteX170" fmla="*/ 2705100 w 3392192"/>
              <a:gd name="connsiteY170" fmla="*/ 1019175 h 1914525"/>
              <a:gd name="connsiteX171" fmla="*/ 2738438 w 3392192"/>
              <a:gd name="connsiteY171" fmla="*/ 1023938 h 1914525"/>
              <a:gd name="connsiteX172" fmla="*/ 2757488 w 3392192"/>
              <a:gd name="connsiteY172" fmla="*/ 1033463 h 1914525"/>
              <a:gd name="connsiteX173" fmla="*/ 2767013 w 3392192"/>
              <a:gd name="connsiteY173" fmla="*/ 1071563 h 1914525"/>
              <a:gd name="connsiteX174" fmla="*/ 2771775 w 3392192"/>
              <a:gd name="connsiteY174" fmla="*/ 1276350 h 1914525"/>
              <a:gd name="connsiteX175" fmla="*/ 2776538 w 3392192"/>
              <a:gd name="connsiteY175" fmla="*/ 1609725 h 1914525"/>
              <a:gd name="connsiteX176" fmla="*/ 2786063 w 3392192"/>
              <a:gd name="connsiteY176" fmla="*/ 1709738 h 1914525"/>
              <a:gd name="connsiteX177" fmla="*/ 2814638 w 3392192"/>
              <a:gd name="connsiteY177" fmla="*/ 1771650 h 1914525"/>
              <a:gd name="connsiteX178" fmla="*/ 2819400 w 3392192"/>
              <a:gd name="connsiteY178" fmla="*/ 1785938 h 1914525"/>
              <a:gd name="connsiteX179" fmla="*/ 2838450 w 3392192"/>
              <a:gd name="connsiteY179" fmla="*/ 1795463 h 1914525"/>
              <a:gd name="connsiteX180" fmla="*/ 2876550 w 3392192"/>
              <a:gd name="connsiteY180" fmla="*/ 1809750 h 1914525"/>
              <a:gd name="connsiteX181" fmla="*/ 2986088 w 3392192"/>
              <a:gd name="connsiteY181" fmla="*/ 1828800 h 1914525"/>
              <a:gd name="connsiteX182" fmla="*/ 3100388 w 3392192"/>
              <a:gd name="connsiteY182" fmla="*/ 1838325 h 1914525"/>
              <a:gd name="connsiteX183" fmla="*/ 3243263 w 3392192"/>
              <a:gd name="connsiteY183" fmla="*/ 1819275 h 1914525"/>
              <a:gd name="connsiteX184" fmla="*/ 3281363 w 3392192"/>
              <a:gd name="connsiteY184" fmla="*/ 1804988 h 1914525"/>
              <a:gd name="connsiteX185" fmla="*/ 3305175 w 3392192"/>
              <a:gd name="connsiteY185" fmla="*/ 1762125 h 1914525"/>
              <a:gd name="connsiteX186" fmla="*/ 3328988 w 3392192"/>
              <a:gd name="connsiteY186" fmla="*/ 1671638 h 1914525"/>
              <a:gd name="connsiteX187" fmla="*/ 3338513 w 3392192"/>
              <a:gd name="connsiteY187" fmla="*/ 1595438 h 1914525"/>
              <a:gd name="connsiteX188" fmla="*/ 3319463 w 3392192"/>
              <a:gd name="connsiteY188" fmla="*/ 1328738 h 1914525"/>
              <a:gd name="connsiteX189" fmla="*/ 3314700 w 3392192"/>
              <a:gd name="connsiteY189" fmla="*/ 1295400 h 1914525"/>
              <a:gd name="connsiteX190" fmla="*/ 3309938 w 3392192"/>
              <a:gd name="connsiteY190" fmla="*/ 1257300 h 1914525"/>
              <a:gd name="connsiteX191" fmla="*/ 3295650 w 3392192"/>
              <a:gd name="connsiteY191" fmla="*/ 1204913 h 1914525"/>
              <a:gd name="connsiteX192" fmla="*/ 3281363 w 3392192"/>
              <a:gd name="connsiteY192" fmla="*/ 1166813 h 1914525"/>
              <a:gd name="connsiteX193" fmla="*/ 3271838 w 3392192"/>
              <a:gd name="connsiteY193" fmla="*/ 1133475 h 1914525"/>
              <a:gd name="connsiteX194" fmla="*/ 3257550 w 3392192"/>
              <a:gd name="connsiteY194" fmla="*/ 1104900 h 1914525"/>
              <a:gd name="connsiteX195" fmla="*/ 3248025 w 3392192"/>
              <a:gd name="connsiteY195" fmla="*/ 1062038 h 1914525"/>
              <a:gd name="connsiteX196" fmla="*/ 3205163 w 3392192"/>
              <a:gd name="connsiteY196" fmla="*/ 990600 h 1914525"/>
              <a:gd name="connsiteX197" fmla="*/ 3162300 w 3392192"/>
              <a:gd name="connsiteY197" fmla="*/ 938213 h 1914525"/>
              <a:gd name="connsiteX198" fmla="*/ 3119438 w 3392192"/>
              <a:gd name="connsiteY198" fmla="*/ 904875 h 1914525"/>
              <a:gd name="connsiteX199" fmla="*/ 3086100 w 3392192"/>
              <a:gd name="connsiteY199" fmla="*/ 881063 h 1914525"/>
              <a:gd name="connsiteX200" fmla="*/ 3081338 w 3392192"/>
              <a:gd name="connsiteY200" fmla="*/ 866775 h 1914525"/>
              <a:gd name="connsiteX201" fmla="*/ 3052763 w 3392192"/>
              <a:gd name="connsiteY201" fmla="*/ 852488 h 1914525"/>
              <a:gd name="connsiteX202" fmla="*/ 3033713 w 3392192"/>
              <a:gd name="connsiteY202" fmla="*/ 838200 h 1914525"/>
              <a:gd name="connsiteX203" fmla="*/ 3028950 w 3392192"/>
              <a:gd name="connsiteY203" fmla="*/ 823913 h 1914525"/>
              <a:gd name="connsiteX204" fmla="*/ 2995613 w 3392192"/>
              <a:gd name="connsiteY204" fmla="*/ 800100 h 1914525"/>
              <a:gd name="connsiteX205" fmla="*/ 2990850 w 3392192"/>
              <a:gd name="connsiteY205" fmla="*/ 785813 h 1914525"/>
              <a:gd name="connsiteX206" fmla="*/ 3038475 w 3392192"/>
              <a:gd name="connsiteY206" fmla="*/ 766763 h 1914525"/>
              <a:gd name="connsiteX207" fmla="*/ 3138488 w 3392192"/>
              <a:gd name="connsiteY207" fmla="*/ 776288 h 1914525"/>
              <a:gd name="connsiteX208" fmla="*/ 3257550 w 3392192"/>
              <a:gd name="connsiteY208" fmla="*/ 800100 h 1914525"/>
              <a:gd name="connsiteX209" fmla="*/ 3367088 w 3392192"/>
              <a:gd name="connsiteY209" fmla="*/ 776288 h 1914525"/>
              <a:gd name="connsiteX210" fmla="*/ 3386138 w 3392192"/>
              <a:gd name="connsiteY210" fmla="*/ 728663 h 1914525"/>
              <a:gd name="connsiteX211" fmla="*/ 3386138 w 3392192"/>
              <a:gd name="connsiteY211" fmla="*/ 519113 h 1914525"/>
              <a:gd name="connsiteX212" fmla="*/ 3376613 w 3392192"/>
              <a:gd name="connsiteY212" fmla="*/ 476250 h 1914525"/>
              <a:gd name="connsiteX213" fmla="*/ 3352800 w 3392192"/>
              <a:gd name="connsiteY213" fmla="*/ 423863 h 1914525"/>
              <a:gd name="connsiteX214" fmla="*/ 3328988 w 3392192"/>
              <a:gd name="connsiteY214" fmla="*/ 357188 h 1914525"/>
              <a:gd name="connsiteX215" fmla="*/ 3300413 w 3392192"/>
              <a:gd name="connsiteY215" fmla="*/ 328613 h 1914525"/>
              <a:gd name="connsiteX216" fmla="*/ 3190875 w 3392192"/>
              <a:gd name="connsiteY216" fmla="*/ 261938 h 1914525"/>
              <a:gd name="connsiteX217" fmla="*/ 3090863 w 3392192"/>
              <a:gd name="connsiteY217" fmla="*/ 209550 h 1914525"/>
              <a:gd name="connsiteX218" fmla="*/ 3000375 w 3392192"/>
              <a:gd name="connsiteY218" fmla="*/ 185738 h 1914525"/>
              <a:gd name="connsiteX219" fmla="*/ 2881313 w 3392192"/>
              <a:gd name="connsiteY219" fmla="*/ 161925 h 1914525"/>
              <a:gd name="connsiteX220" fmla="*/ 2852738 w 3392192"/>
              <a:gd name="connsiteY220" fmla="*/ 152400 h 1914525"/>
              <a:gd name="connsiteX221" fmla="*/ 2638425 w 3392192"/>
              <a:gd name="connsiteY221" fmla="*/ 142875 h 1914525"/>
              <a:gd name="connsiteX222" fmla="*/ 2562225 w 3392192"/>
              <a:gd name="connsiteY222" fmla="*/ 123825 h 1914525"/>
              <a:gd name="connsiteX223" fmla="*/ 2533650 w 3392192"/>
              <a:gd name="connsiteY223" fmla="*/ 114300 h 1914525"/>
              <a:gd name="connsiteX224" fmla="*/ 2509838 w 3392192"/>
              <a:gd name="connsiteY224" fmla="*/ 109538 h 1914525"/>
              <a:gd name="connsiteX225" fmla="*/ 2466975 w 3392192"/>
              <a:gd name="connsiteY225" fmla="*/ 71438 h 1914525"/>
              <a:gd name="connsiteX226" fmla="*/ 2457450 w 3392192"/>
              <a:gd name="connsiteY226" fmla="*/ 57150 h 1914525"/>
              <a:gd name="connsiteX227" fmla="*/ 2443163 w 3392192"/>
              <a:gd name="connsiteY227" fmla="*/ 38100 h 1914525"/>
              <a:gd name="connsiteX228" fmla="*/ 2409825 w 3392192"/>
              <a:gd name="connsiteY228" fmla="*/ 9525 h 1914525"/>
              <a:gd name="connsiteX229" fmla="*/ 2405063 w 3392192"/>
              <a:gd name="connsiteY229" fmla="*/ 0 h 1914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</a:cxnLst>
            <a:rect l="l" t="t" r="r" b="b"/>
            <a:pathLst>
              <a:path w="3392192" h="1914525">
                <a:moveTo>
                  <a:pt x="1428750" y="66675"/>
                </a:moveTo>
                <a:cubicBezTo>
                  <a:pt x="1183726" y="131535"/>
                  <a:pt x="1348915" y="84173"/>
                  <a:pt x="1181100" y="138113"/>
                </a:cubicBezTo>
                <a:cubicBezTo>
                  <a:pt x="1165321" y="143185"/>
                  <a:pt x="1148709" y="145871"/>
                  <a:pt x="1133475" y="152400"/>
                </a:cubicBezTo>
                <a:cubicBezTo>
                  <a:pt x="1115192" y="160235"/>
                  <a:pt x="1099556" y="173588"/>
                  <a:pt x="1081088" y="180975"/>
                </a:cubicBezTo>
                <a:cubicBezTo>
                  <a:pt x="1062216" y="188524"/>
                  <a:pt x="1002635" y="202970"/>
                  <a:pt x="976313" y="209550"/>
                </a:cubicBezTo>
                <a:cubicBezTo>
                  <a:pt x="955063" y="222831"/>
                  <a:pt x="878470" y="268861"/>
                  <a:pt x="852488" y="290513"/>
                </a:cubicBezTo>
                <a:cubicBezTo>
                  <a:pt x="833438" y="306388"/>
                  <a:pt x="815971" y="324383"/>
                  <a:pt x="795338" y="338138"/>
                </a:cubicBezTo>
                <a:cubicBezTo>
                  <a:pt x="739837" y="375139"/>
                  <a:pt x="771874" y="352889"/>
                  <a:pt x="685800" y="419100"/>
                </a:cubicBezTo>
                <a:cubicBezTo>
                  <a:pt x="671453" y="430136"/>
                  <a:pt x="657998" y="442398"/>
                  <a:pt x="642938" y="452438"/>
                </a:cubicBezTo>
                <a:cubicBezTo>
                  <a:pt x="633413" y="458788"/>
                  <a:pt x="623521" y="464619"/>
                  <a:pt x="614363" y="471488"/>
                </a:cubicBezTo>
                <a:cubicBezTo>
                  <a:pt x="591751" y="488447"/>
                  <a:pt x="571925" y="509333"/>
                  <a:pt x="547688" y="523875"/>
                </a:cubicBezTo>
                <a:cubicBezTo>
                  <a:pt x="531813" y="533400"/>
                  <a:pt x="515128" y="541689"/>
                  <a:pt x="500063" y="552450"/>
                </a:cubicBezTo>
                <a:cubicBezTo>
                  <a:pt x="481703" y="565564"/>
                  <a:pt x="466035" y="582199"/>
                  <a:pt x="447675" y="595313"/>
                </a:cubicBezTo>
                <a:cubicBezTo>
                  <a:pt x="432610" y="606074"/>
                  <a:pt x="415572" y="613799"/>
                  <a:pt x="400050" y="623888"/>
                </a:cubicBezTo>
                <a:cubicBezTo>
                  <a:pt x="383803" y="634449"/>
                  <a:pt x="368857" y="646955"/>
                  <a:pt x="352425" y="657225"/>
                </a:cubicBezTo>
                <a:cubicBezTo>
                  <a:pt x="343394" y="662869"/>
                  <a:pt x="332711" y="665606"/>
                  <a:pt x="323850" y="671513"/>
                </a:cubicBezTo>
                <a:cubicBezTo>
                  <a:pt x="313534" y="678391"/>
                  <a:pt x="305364" y="688118"/>
                  <a:pt x="295275" y="695325"/>
                </a:cubicBezTo>
                <a:cubicBezTo>
                  <a:pt x="275982" y="709106"/>
                  <a:pt x="145014" y="793199"/>
                  <a:pt x="104775" y="833438"/>
                </a:cubicBezTo>
                <a:cubicBezTo>
                  <a:pt x="85659" y="852554"/>
                  <a:pt x="68608" y="873723"/>
                  <a:pt x="52388" y="895350"/>
                </a:cubicBezTo>
                <a:cubicBezTo>
                  <a:pt x="18259" y="940855"/>
                  <a:pt x="31981" y="919837"/>
                  <a:pt x="9525" y="957263"/>
                </a:cubicBezTo>
                <a:cubicBezTo>
                  <a:pt x="5358" y="973933"/>
                  <a:pt x="0" y="992591"/>
                  <a:pt x="0" y="1009650"/>
                </a:cubicBezTo>
                <a:cubicBezTo>
                  <a:pt x="0" y="1054128"/>
                  <a:pt x="1899" y="1098614"/>
                  <a:pt x="4763" y="1143000"/>
                </a:cubicBezTo>
                <a:cubicBezTo>
                  <a:pt x="5086" y="1148010"/>
                  <a:pt x="8436" y="1152387"/>
                  <a:pt x="9525" y="1157288"/>
                </a:cubicBezTo>
                <a:cubicBezTo>
                  <a:pt x="14037" y="1177593"/>
                  <a:pt x="11012" y="1188455"/>
                  <a:pt x="23813" y="1204913"/>
                </a:cubicBezTo>
                <a:cubicBezTo>
                  <a:pt x="44024" y="1230898"/>
                  <a:pt x="42185" y="1223454"/>
                  <a:pt x="61913" y="1238250"/>
                </a:cubicBezTo>
                <a:cubicBezTo>
                  <a:pt x="70045" y="1244349"/>
                  <a:pt x="76839" y="1252363"/>
                  <a:pt x="85725" y="1257300"/>
                </a:cubicBezTo>
                <a:cubicBezTo>
                  <a:pt x="91447" y="1260479"/>
                  <a:pt x="98565" y="1259993"/>
                  <a:pt x="104775" y="1262063"/>
                </a:cubicBezTo>
                <a:cubicBezTo>
                  <a:pt x="112885" y="1264767"/>
                  <a:pt x="120776" y="1268116"/>
                  <a:pt x="128588" y="1271588"/>
                </a:cubicBezTo>
                <a:cubicBezTo>
                  <a:pt x="135076" y="1274471"/>
                  <a:pt x="140990" y="1278620"/>
                  <a:pt x="147638" y="1281113"/>
                </a:cubicBezTo>
                <a:cubicBezTo>
                  <a:pt x="153767" y="1283411"/>
                  <a:pt x="160373" y="1284153"/>
                  <a:pt x="166688" y="1285875"/>
                </a:cubicBezTo>
                <a:cubicBezTo>
                  <a:pt x="229017" y="1302873"/>
                  <a:pt x="175957" y="1289382"/>
                  <a:pt x="219075" y="1300163"/>
                </a:cubicBezTo>
                <a:cubicBezTo>
                  <a:pt x="277813" y="1298575"/>
                  <a:pt x="336693" y="1299795"/>
                  <a:pt x="395288" y="1295400"/>
                </a:cubicBezTo>
                <a:cubicBezTo>
                  <a:pt x="400996" y="1294972"/>
                  <a:pt x="404456" y="1288435"/>
                  <a:pt x="409575" y="1285875"/>
                </a:cubicBezTo>
                <a:cubicBezTo>
                  <a:pt x="414065" y="1283630"/>
                  <a:pt x="419100" y="1282700"/>
                  <a:pt x="423863" y="1281113"/>
                </a:cubicBezTo>
                <a:cubicBezTo>
                  <a:pt x="428625" y="1277938"/>
                  <a:pt x="434103" y="1275635"/>
                  <a:pt x="438150" y="1271588"/>
                </a:cubicBezTo>
                <a:cubicBezTo>
                  <a:pt x="442197" y="1267540"/>
                  <a:pt x="443205" y="1260876"/>
                  <a:pt x="447675" y="1257300"/>
                </a:cubicBezTo>
                <a:cubicBezTo>
                  <a:pt x="463938" y="1244290"/>
                  <a:pt x="488474" y="1230298"/>
                  <a:pt x="509588" y="1223963"/>
                </a:cubicBezTo>
                <a:cubicBezTo>
                  <a:pt x="517341" y="1221637"/>
                  <a:pt x="525498" y="1220956"/>
                  <a:pt x="533400" y="1219200"/>
                </a:cubicBezTo>
                <a:cubicBezTo>
                  <a:pt x="539790" y="1217780"/>
                  <a:pt x="545962" y="1215303"/>
                  <a:pt x="552450" y="1214438"/>
                </a:cubicBezTo>
                <a:cubicBezTo>
                  <a:pt x="569831" y="1212121"/>
                  <a:pt x="587375" y="1211263"/>
                  <a:pt x="604838" y="1209675"/>
                </a:cubicBezTo>
                <a:cubicBezTo>
                  <a:pt x="616730" y="1207297"/>
                  <a:pt x="666809" y="1194779"/>
                  <a:pt x="671513" y="1209675"/>
                </a:cubicBezTo>
                <a:cubicBezTo>
                  <a:pt x="680237" y="1237299"/>
                  <a:pt x="662645" y="1266942"/>
                  <a:pt x="657225" y="1295400"/>
                </a:cubicBezTo>
                <a:cubicBezTo>
                  <a:pt x="653541" y="1314742"/>
                  <a:pt x="651956" y="1305940"/>
                  <a:pt x="642938" y="1323975"/>
                </a:cubicBezTo>
                <a:cubicBezTo>
                  <a:pt x="639115" y="1331622"/>
                  <a:pt x="636885" y="1339976"/>
                  <a:pt x="633413" y="1347788"/>
                </a:cubicBezTo>
                <a:cubicBezTo>
                  <a:pt x="630530" y="1354276"/>
                  <a:pt x="626381" y="1360191"/>
                  <a:pt x="623888" y="1366838"/>
                </a:cubicBezTo>
                <a:cubicBezTo>
                  <a:pt x="621590" y="1372967"/>
                  <a:pt x="621077" y="1379640"/>
                  <a:pt x="619125" y="1385888"/>
                </a:cubicBezTo>
                <a:cubicBezTo>
                  <a:pt x="613135" y="1405054"/>
                  <a:pt x="606425" y="1423988"/>
                  <a:pt x="600075" y="1443038"/>
                </a:cubicBezTo>
                <a:cubicBezTo>
                  <a:pt x="596900" y="1452563"/>
                  <a:pt x="592985" y="1461872"/>
                  <a:pt x="590550" y="1471613"/>
                </a:cubicBezTo>
                <a:lnTo>
                  <a:pt x="585788" y="1490663"/>
                </a:lnTo>
                <a:cubicBezTo>
                  <a:pt x="577677" y="1596089"/>
                  <a:pt x="576296" y="1586452"/>
                  <a:pt x="585788" y="1738313"/>
                </a:cubicBezTo>
                <a:cubicBezTo>
                  <a:pt x="586701" y="1752920"/>
                  <a:pt x="590906" y="1767219"/>
                  <a:pt x="595313" y="1781175"/>
                </a:cubicBezTo>
                <a:cubicBezTo>
                  <a:pt x="600462" y="1797479"/>
                  <a:pt x="607628" y="1813085"/>
                  <a:pt x="614363" y="1828800"/>
                </a:cubicBezTo>
                <a:cubicBezTo>
                  <a:pt x="617160" y="1835325"/>
                  <a:pt x="619268" y="1842460"/>
                  <a:pt x="623888" y="1847850"/>
                </a:cubicBezTo>
                <a:cubicBezTo>
                  <a:pt x="629054" y="1853877"/>
                  <a:pt x="636479" y="1857524"/>
                  <a:pt x="642938" y="1862138"/>
                </a:cubicBezTo>
                <a:cubicBezTo>
                  <a:pt x="662627" y="1876202"/>
                  <a:pt x="665807" y="1876726"/>
                  <a:pt x="695325" y="1885950"/>
                </a:cubicBezTo>
                <a:cubicBezTo>
                  <a:pt x="707820" y="1889855"/>
                  <a:pt x="720913" y="1891625"/>
                  <a:pt x="733425" y="1895475"/>
                </a:cubicBezTo>
                <a:cubicBezTo>
                  <a:pt x="741596" y="1897989"/>
                  <a:pt x="748835" y="1903424"/>
                  <a:pt x="757238" y="1905000"/>
                </a:cubicBezTo>
                <a:cubicBezTo>
                  <a:pt x="774472" y="1908231"/>
                  <a:pt x="792211" y="1907714"/>
                  <a:pt x="809625" y="1909763"/>
                </a:cubicBezTo>
                <a:cubicBezTo>
                  <a:pt x="819215" y="1910891"/>
                  <a:pt x="828675" y="1912938"/>
                  <a:pt x="838200" y="1914525"/>
                </a:cubicBezTo>
                <a:cubicBezTo>
                  <a:pt x="865188" y="1911350"/>
                  <a:pt x="892801" y="1911590"/>
                  <a:pt x="919163" y="1905000"/>
                </a:cubicBezTo>
                <a:cubicBezTo>
                  <a:pt x="925697" y="1903367"/>
                  <a:pt x="927645" y="1894128"/>
                  <a:pt x="933450" y="1890713"/>
                </a:cubicBezTo>
                <a:cubicBezTo>
                  <a:pt x="972937" y="1867485"/>
                  <a:pt x="989039" y="1861809"/>
                  <a:pt x="1023938" y="1847850"/>
                </a:cubicBezTo>
                <a:cubicBezTo>
                  <a:pt x="1025525" y="1841500"/>
                  <a:pt x="1026122" y="1834816"/>
                  <a:pt x="1028700" y="1828800"/>
                </a:cubicBezTo>
                <a:cubicBezTo>
                  <a:pt x="1035681" y="1812511"/>
                  <a:pt x="1045985" y="1809979"/>
                  <a:pt x="1057275" y="1795463"/>
                </a:cubicBezTo>
                <a:cubicBezTo>
                  <a:pt x="1062958" y="1788156"/>
                  <a:pt x="1067423" y="1779930"/>
                  <a:pt x="1071563" y="1771650"/>
                </a:cubicBezTo>
                <a:cubicBezTo>
                  <a:pt x="1073808" y="1767160"/>
                  <a:pt x="1073540" y="1761540"/>
                  <a:pt x="1076325" y="1757363"/>
                </a:cubicBezTo>
                <a:cubicBezTo>
                  <a:pt x="1083203" y="1747047"/>
                  <a:pt x="1092392" y="1738470"/>
                  <a:pt x="1100138" y="1728788"/>
                </a:cubicBezTo>
                <a:cubicBezTo>
                  <a:pt x="1105096" y="1722590"/>
                  <a:pt x="1109663" y="1716088"/>
                  <a:pt x="1114425" y="1709738"/>
                </a:cubicBezTo>
                <a:cubicBezTo>
                  <a:pt x="1116013" y="1701800"/>
                  <a:pt x="1117957" y="1693926"/>
                  <a:pt x="1119188" y="1685925"/>
                </a:cubicBezTo>
                <a:cubicBezTo>
                  <a:pt x="1126881" y="1635919"/>
                  <a:pt x="1118997" y="1662683"/>
                  <a:pt x="1128713" y="1633538"/>
                </a:cubicBezTo>
                <a:cubicBezTo>
                  <a:pt x="1130300" y="1624013"/>
                  <a:pt x="1131380" y="1614389"/>
                  <a:pt x="1133475" y="1604963"/>
                </a:cubicBezTo>
                <a:cubicBezTo>
                  <a:pt x="1137735" y="1585794"/>
                  <a:pt x="1147763" y="1547813"/>
                  <a:pt x="1147763" y="1547813"/>
                </a:cubicBezTo>
                <a:cubicBezTo>
                  <a:pt x="1149350" y="1533525"/>
                  <a:pt x="1150283" y="1519150"/>
                  <a:pt x="1152525" y="1504950"/>
                </a:cubicBezTo>
                <a:cubicBezTo>
                  <a:pt x="1155050" y="1488959"/>
                  <a:pt x="1162050" y="1457325"/>
                  <a:pt x="1162050" y="1457325"/>
                </a:cubicBezTo>
                <a:cubicBezTo>
                  <a:pt x="1163638" y="1435100"/>
                  <a:pt x="1165577" y="1412897"/>
                  <a:pt x="1166813" y="1390650"/>
                </a:cubicBezTo>
                <a:cubicBezTo>
                  <a:pt x="1173060" y="1278201"/>
                  <a:pt x="1140069" y="1301628"/>
                  <a:pt x="1190625" y="1276350"/>
                </a:cubicBezTo>
                <a:cubicBezTo>
                  <a:pt x="1201738" y="1281113"/>
                  <a:pt x="1214291" y="1283384"/>
                  <a:pt x="1223963" y="1290638"/>
                </a:cubicBezTo>
                <a:cubicBezTo>
                  <a:pt x="1227979" y="1293650"/>
                  <a:pt x="1226748" y="1300311"/>
                  <a:pt x="1228725" y="1304925"/>
                </a:cubicBezTo>
                <a:cubicBezTo>
                  <a:pt x="1231522" y="1311451"/>
                  <a:pt x="1235075" y="1317625"/>
                  <a:pt x="1238250" y="1323975"/>
                </a:cubicBezTo>
                <a:cubicBezTo>
                  <a:pt x="1239838" y="1349375"/>
                  <a:pt x="1241061" y="1374800"/>
                  <a:pt x="1243013" y="1400175"/>
                </a:cubicBezTo>
                <a:cubicBezTo>
                  <a:pt x="1244237" y="1416082"/>
                  <a:pt x="1247332" y="1431852"/>
                  <a:pt x="1247775" y="1447800"/>
                </a:cubicBezTo>
                <a:cubicBezTo>
                  <a:pt x="1250508" y="1546200"/>
                  <a:pt x="1249686" y="1644679"/>
                  <a:pt x="1252538" y="1743075"/>
                </a:cubicBezTo>
                <a:cubicBezTo>
                  <a:pt x="1253686" y="1782685"/>
                  <a:pt x="1255683" y="1765181"/>
                  <a:pt x="1262063" y="1790700"/>
                </a:cubicBezTo>
                <a:cubicBezTo>
                  <a:pt x="1264026" y="1798553"/>
                  <a:pt x="1263537" y="1807116"/>
                  <a:pt x="1266825" y="1814513"/>
                </a:cubicBezTo>
                <a:cubicBezTo>
                  <a:pt x="1270049" y="1821766"/>
                  <a:pt x="1276906" y="1826832"/>
                  <a:pt x="1281113" y="1833563"/>
                </a:cubicBezTo>
                <a:cubicBezTo>
                  <a:pt x="1293564" y="1853485"/>
                  <a:pt x="1285699" y="1852481"/>
                  <a:pt x="1304925" y="1866900"/>
                </a:cubicBezTo>
                <a:cubicBezTo>
                  <a:pt x="1312330" y="1872454"/>
                  <a:pt x="1320193" y="1877628"/>
                  <a:pt x="1328738" y="1881188"/>
                </a:cubicBezTo>
                <a:cubicBezTo>
                  <a:pt x="1352811" y="1891218"/>
                  <a:pt x="1370117" y="1891583"/>
                  <a:pt x="1395413" y="1895475"/>
                </a:cubicBezTo>
                <a:cubicBezTo>
                  <a:pt x="1404957" y="1896943"/>
                  <a:pt x="1414463" y="1898650"/>
                  <a:pt x="1423988" y="1900238"/>
                </a:cubicBezTo>
                <a:cubicBezTo>
                  <a:pt x="1443038" y="1898650"/>
                  <a:pt x="1462190" y="1898001"/>
                  <a:pt x="1481138" y="1895475"/>
                </a:cubicBezTo>
                <a:cubicBezTo>
                  <a:pt x="1486114" y="1894812"/>
                  <a:pt x="1491248" y="1893498"/>
                  <a:pt x="1495425" y="1890713"/>
                </a:cubicBezTo>
                <a:cubicBezTo>
                  <a:pt x="1503944" y="1885034"/>
                  <a:pt x="1514318" y="1871274"/>
                  <a:pt x="1519238" y="1862138"/>
                </a:cubicBezTo>
                <a:cubicBezTo>
                  <a:pt x="1570153" y="1767582"/>
                  <a:pt x="1525245" y="1849915"/>
                  <a:pt x="1552575" y="1790700"/>
                </a:cubicBezTo>
                <a:cubicBezTo>
                  <a:pt x="1558525" y="1777808"/>
                  <a:pt x="1564981" y="1765149"/>
                  <a:pt x="1571625" y="1752600"/>
                </a:cubicBezTo>
                <a:cubicBezTo>
                  <a:pt x="1579272" y="1738155"/>
                  <a:pt x="1588526" y="1724549"/>
                  <a:pt x="1595438" y="1709738"/>
                </a:cubicBezTo>
                <a:cubicBezTo>
                  <a:pt x="1603780" y="1691863"/>
                  <a:pt x="1604649" y="1679880"/>
                  <a:pt x="1609725" y="1662113"/>
                </a:cubicBezTo>
                <a:cubicBezTo>
                  <a:pt x="1613457" y="1649052"/>
                  <a:pt x="1618983" y="1636587"/>
                  <a:pt x="1624013" y="1624013"/>
                </a:cubicBezTo>
                <a:cubicBezTo>
                  <a:pt x="1625600" y="1616075"/>
                  <a:pt x="1627705" y="1608224"/>
                  <a:pt x="1628775" y="1600200"/>
                </a:cubicBezTo>
                <a:cubicBezTo>
                  <a:pt x="1639910" y="1516684"/>
                  <a:pt x="1627585" y="1582343"/>
                  <a:pt x="1638300" y="1528763"/>
                </a:cubicBezTo>
                <a:cubicBezTo>
                  <a:pt x="1636713" y="1397000"/>
                  <a:pt x="1637697" y="1265182"/>
                  <a:pt x="1633538" y="1133475"/>
                </a:cubicBezTo>
                <a:cubicBezTo>
                  <a:pt x="1631983" y="1084244"/>
                  <a:pt x="1627036" y="1087018"/>
                  <a:pt x="1614488" y="1052513"/>
                </a:cubicBezTo>
                <a:cubicBezTo>
                  <a:pt x="1611057" y="1043077"/>
                  <a:pt x="1608825" y="1033206"/>
                  <a:pt x="1604963" y="1023938"/>
                </a:cubicBezTo>
                <a:cubicBezTo>
                  <a:pt x="1600867" y="1014108"/>
                  <a:pt x="1594498" y="1005303"/>
                  <a:pt x="1590675" y="995363"/>
                </a:cubicBezTo>
                <a:cubicBezTo>
                  <a:pt x="1559544" y="914423"/>
                  <a:pt x="1603531" y="1006789"/>
                  <a:pt x="1566863" y="933450"/>
                </a:cubicBezTo>
                <a:cubicBezTo>
                  <a:pt x="1562880" y="913533"/>
                  <a:pt x="1553245" y="863605"/>
                  <a:pt x="1547813" y="842963"/>
                </a:cubicBezTo>
                <a:cubicBezTo>
                  <a:pt x="1543595" y="826935"/>
                  <a:pt x="1538078" y="811274"/>
                  <a:pt x="1533525" y="795338"/>
                </a:cubicBezTo>
                <a:cubicBezTo>
                  <a:pt x="1528552" y="777934"/>
                  <a:pt x="1524795" y="760176"/>
                  <a:pt x="1519238" y="742950"/>
                </a:cubicBezTo>
                <a:cubicBezTo>
                  <a:pt x="1508911" y="710936"/>
                  <a:pt x="1485900" y="647700"/>
                  <a:pt x="1485900" y="647700"/>
                </a:cubicBezTo>
                <a:cubicBezTo>
                  <a:pt x="1472039" y="564535"/>
                  <a:pt x="1466544" y="562696"/>
                  <a:pt x="1490663" y="452438"/>
                </a:cubicBezTo>
                <a:cubicBezTo>
                  <a:pt x="1492359" y="444684"/>
                  <a:pt x="1502343" y="441098"/>
                  <a:pt x="1509713" y="438150"/>
                </a:cubicBezTo>
                <a:cubicBezTo>
                  <a:pt x="1518679" y="434564"/>
                  <a:pt x="1528763" y="434975"/>
                  <a:pt x="1538288" y="433388"/>
                </a:cubicBezTo>
                <a:cubicBezTo>
                  <a:pt x="1558925" y="434975"/>
                  <a:pt x="1579856" y="434336"/>
                  <a:pt x="1600200" y="438150"/>
                </a:cubicBezTo>
                <a:cubicBezTo>
                  <a:pt x="1608578" y="439721"/>
                  <a:pt x="1631436" y="463922"/>
                  <a:pt x="1633538" y="466725"/>
                </a:cubicBezTo>
                <a:cubicBezTo>
                  <a:pt x="1637798" y="472405"/>
                  <a:pt x="1639888" y="479425"/>
                  <a:pt x="1643063" y="485775"/>
                </a:cubicBezTo>
                <a:cubicBezTo>
                  <a:pt x="1651098" y="525956"/>
                  <a:pt x="1646124" y="497509"/>
                  <a:pt x="1652588" y="552450"/>
                </a:cubicBezTo>
                <a:cubicBezTo>
                  <a:pt x="1654083" y="565161"/>
                  <a:pt x="1654472" y="578079"/>
                  <a:pt x="1657350" y="590550"/>
                </a:cubicBezTo>
                <a:cubicBezTo>
                  <a:pt x="1659272" y="598880"/>
                  <a:pt x="1663700" y="606425"/>
                  <a:pt x="1666875" y="614363"/>
                </a:cubicBezTo>
                <a:cubicBezTo>
                  <a:pt x="1668463" y="630238"/>
                  <a:pt x="1670643" y="646065"/>
                  <a:pt x="1671638" y="661988"/>
                </a:cubicBezTo>
                <a:cubicBezTo>
                  <a:pt x="1673819" y="696881"/>
                  <a:pt x="1673817" y="731897"/>
                  <a:pt x="1676400" y="766763"/>
                </a:cubicBezTo>
                <a:cubicBezTo>
                  <a:pt x="1676998" y="774835"/>
                  <a:pt x="1679832" y="782591"/>
                  <a:pt x="1681163" y="790575"/>
                </a:cubicBezTo>
                <a:cubicBezTo>
                  <a:pt x="1683008" y="801648"/>
                  <a:pt x="1684338" y="812800"/>
                  <a:pt x="1685925" y="823913"/>
                </a:cubicBezTo>
                <a:cubicBezTo>
                  <a:pt x="1696114" y="971659"/>
                  <a:pt x="1687863" y="916506"/>
                  <a:pt x="1700213" y="990600"/>
                </a:cubicBezTo>
                <a:cubicBezTo>
                  <a:pt x="1701800" y="1025525"/>
                  <a:pt x="1703866" y="1060432"/>
                  <a:pt x="1704975" y="1095375"/>
                </a:cubicBezTo>
                <a:cubicBezTo>
                  <a:pt x="1712751" y="1340310"/>
                  <a:pt x="1703584" y="1216783"/>
                  <a:pt x="1714500" y="1347788"/>
                </a:cubicBezTo>
                <a:cubicBezTo>
                  <a:pt x="1718565" y="1498169"/>
                  <a:pt x="1661772" y="1517148"/>
                  <a:pt x="1743075" y="1528763"/>
                </a:cubicBezTo>
                <a:cubicBezTo>
                  <a:pt x="1757306" y="1530796"/>
                  <a:pt x="1771634" y="1532095"/>
                  <a:pt x="1785938" y="1533525"/>
                </a:cubicBezTo>
                <a:lnTo>
                  <a:pt x="1838325" y="1538288"/>
                </a:lnTo>
                <a:cubicBezTo>
                  <a:pt x="1871663" y="1536700"/>
                  <a:pt x="1905521" y="1539602"/>
                  <a:pt x="1938338" y="1533525"/>
                </a:cubicBezTo>
                <a:cubicBezTo>
                  <a:pt x="1949594" y="1531440"/>
                  <a:pt x="1966913" y="1514475"/>
                  <a:pt x="1966913" y="1514475"/>
                </a:cubicBezTo>
                <a:cubicBezTo>
                  <a:pt x="1988676" y="1481831"/>
                  <a:pt x="1960042" y="1520365"/>
                  <a:pt x="2000250" y="1485900"/>
                </a:cubicBezTo>
                <a:cubicBezTo>
                  <a:pt x="2004596" y="1482175"/>
                  <a:pt x="2006873" y="1476546"/>
                  <a:pt x="2009775" y="1471613"/>
                </a:cubicBezTo>
                <a:cubicBezTo>
                  <a:pt x="2022754" y="1449550"/>
                  <a:pt x="2040843" y="1429551"/>
                  <a:pt x="2047875" y="1404938"/>
                </a:cubicBezTo>
                <a:cubicBezTo>
                  <a:pt x="2051050" y="1393825"/>
                  <a:pt x="2054079" y="1382670"/>
                  <a:pt x="2057400" y="1371600"/>
                </a:cubicBezTo>
                <a:cubicBezTo>
                  <a:pt x="2058843" y="1366792"/>
                  <a:pt x="2060124" y="1361900"/>
                  <a:pt x="2062163" y="1357313"/>
                </a:cubicBezTo>
                <a:cubicBezTo>
                  <a:pt x="2084205" y="1307719"/>
                  <a:pt x="2070485" y="1346633"/>
                  <a:pt x="2081213" y="1314450"/>
                </a:cubicBezTo>
                <a:cubicBezTo>
                  <a:pt x="2082800" y="1300163"/>
                  <a:pt x="2083612" y="1285768"/>
                  <a:pt x="2085975" y="1271588"/>
                </a:cubicBezTo>
                <a:cubicBezTo>
                  <a:pt x="2086800" y="1266636"/>
                  <a:pt x="2090089" y="1262278"/>
                  <a:pt x="2090738" y="1257300"/>
                </a:cubicBezTo>
                <a:cubicBezTo>
                  <a:pt x="2094865" y="1225660"/>
                  <a:pt x="2094006" y="1193339"/>
                  <a:pt x="2100263" y="1162050"/>
                </a:cubicBezTo>
                <a:cubicBezTo>
                  <a:pt x="2106335" y="1131687"/>
                  <a:pt x="2106090" y="1132034"/>
                  <a:pt x="2114550" y="1095375"/>
                </a:cubicBezTo>
                <a:cubicBezTo>
                  <a:pt x="2116022" y="1088997"/>
                  <a:pt x="2116655" y="1082306"/>
                  <a:pt x="2119313" y="1076325"/>
                </a:cubicBezTo>
                <a:cubicBezTo>
                  <a:pt x="2132657" y="1046302"/>
                  <a:pt x="2130263" y="1059375"/>
                  <a:pt x="2147888" y="1038225"/>
                </a:cubicBezTo>
                <a:cubicBezTo>
                  <a:pt x="2151552" y="1033828"/>
                  <a:pt x="2152755" y="1027265"/>
                  <a:pt x="2157413" y="1023938"/>
                </a:cubicBezTo>
                <a:cubicBezTo>
                  <a:pt x="2164369" y="1018969"/>
                  <a:pt x="2173413" y="1017885"/>
                  <a:pt x="2181225" y="1014413"/>
                </a:cubicBezTo>
                <a:cubicBezTo>
                  <a:pt x="2187713" y="1011530"/>
                  <a:pt x="2193925" y="1008063"/>
                  <a:pt x="2200275" y="1004888"/>
                </a:cubicBezTo>
                <a:cubicBezTo>
                  <a:pt x="2205038" y="1011238"/>
                  <a:pt x="2211339" y="1016685"/>
                  <a:pt x="2214563" y="1023938"/>
                </a:cubicBezTo>
                <a:cubicBezTo>
                  <a:pt x="2225511" y="1048570"/>
                  <a:pt x="2214890" y="1069923"/>
                  <a:pt x="2209800" y="1095375"/>
                </a:cubicBezTo>
                <a:cubicBezTo>
                  <a:pt x="2201168" y="1285298"/>
                  <a:pt x="2211062" y="1141801"/>
                  <a:pt x="2200275" y="1233488"/>
                </a:cubicBezTo>
                <a:cubicBezTo>
                  <a:pt x="2192321" y="1301102"/>
                  <a:pt x="2199853" y="1259414"/>
                  <a:pt x="2190750" y="1304925"/>
                </a:cubicBezTo>
                <a:cubicBezTo>
                  <a:pt x="2189163" y="1322388"/>
                  <a:pt x="2188723" y="1339993"/>
                  <a:pt x="2185988" y="1357313"/>
                </a:cubicBezTo>
                <a:cubicBezTo>
                  <a:pt x="2183946" y="1370244"/>
                  <a:pt x="2179993" y="1382807"/>
                  <a:pt x="2176463" y="1395413"/>
                </a:cubicBezTo>
                <a:cubicBezTo>
                  <a:pt x="2168878" y="1422502"/>
                  <a:pt x="2160923" y="1449488"/>
                  <a:pt x="2152650" y="1476375"/>
                </a:cubicBezTo>
                <a:cubicBezTo>
                  <a:pt x="2148221" y="1490769"/>
                  <a:pt x="2142691" y="1504813"/>
                  <a:pt x="2138363" y="1519238"/>
                </a:cubicBezTo>
                <a:cubicBezTo>
                  <a:pt x="2133600" y="1535113"/>
                  <a:pt x="2128628" y="1550927"/>
                  <a:pt x="2124075" y="1566863"/>
                </a:cubicBezTo>
                <a:cubicBezTo>
                  <a:pt x="2122277" y="1573157"/>
                  <a:pt x="2121035" y="1579598"/>
                  <a:pt x="2119313" y="1585913"/>
                </a:cubicBezTo>
                <a:cubicBezTo>
                  <a:pt x="2116272" y="1597063"/>
                  <a:pt x="2112963" y="1608138"/>
                  <a:pt x="2109788" y="1619250"/>
                </a:cubicBezTo>
                <a:cubicBezTo>
                  <a:pt x="2112277" y="1649124"/>
                  <a:pt x="2107064" y="1672060"/>
                  <a:pt x="2124075" y="1695450"/>
                </a:cubicBezTo>
                <a:cubicBezTo>
                  <a:pt x="2132684" y="1707287"/>
                  <a:pt x="2140941" y="1720006"/>
                  <a:pt x="2152650" y="1728788"/>
                </a:cubicBezTo>
                <a:cubicBezTo>
                  <a:pt x="2191906" y="1758230"/>
                  <a:pt x="2195390" y="1747424"/>
                  <a:pt x="2233613" y="1762125"/>
                </a:cubicBezTo>
                <a:cubicBezTo>
                  <a:pt x="2243553" y="1765948"/>
                  <a:pt x="2252159" y="1772831"/>
                  <a:pt x="2262188" y="1776413"/>
                </a:cubicBezTo>
                <a:cubicBezTo>
                  <a:pt x="2274516" y="1780816"/>
                  <a:pt x="2287532" y="1782994"/>
                  <a:pt x="2300288" y="1785938"/>
                </a:cubicBezTo>
                <a:cubicBezTo>
                  <a:pt x="2326067" y="1791887"/>
                  <a:pt x="2332803" y="1791788"/>
                  <a:pt x="2362200" y="1795463"/>
                </a:cubicBezTo>
                <a:cubicBezTo>
                  <a:pt x="2387600" y="1793875"/>
                  <a:pt x="2413206" y="1794299"/>
                  <a:pt x="2438400" y="1790700"/>
                </a:cubicBezTo>
                <a:cubicBezTo>
                  <a:pt x="2468914" y="1786341"/>
                  <a:pt x="2499646" y="1781397"/>
                  <a:pt x="2528888" y="1771650"/>
                </a:cubicBezTo>
                <a:cubicBezTo>
                  <a:pt x="2552461" y="1763792"/>
                  <a:pt x="2574888" y="1752096"/>
                  <a:pt x="2595563" y="1738313"/>
                </a:cubicBezTo>
                <a:cubicBezTo>
                  <a:pt x="2605088" y="1731963"/>
                  <a:pt x="2617110" y="1728299"/>
                  <a:pt x="2624138" y="1719263"/>
                </a:cubicBezTo>
                <a:cubicBezTo>
                  <a:pt x="2635250" y="1704975"/>
                  <a:pt x="2648162" y="1691921"/>
                  <a:pt x="2657475" y="1676400"/>
                </a:cubicBezTo>
                <a:cubicBezTo>
                  <a:pt x="2675847" y="1645782"/>
                  <a:pt x="2666209" y="1659993"/>
                  <a:pt x="2686050" y="1633538"/>
                </a:cubicBezTo>
                <a:cubicBezTo>
                  <a:pt x="2687638" y="1625600"/>
                  <a:pt x="2688850" y="1617578"/>
                  <a:pt x="2690813" y="1609725"/>
                </a:cubicBezTo>
                <a:cubicBezTo>
                  <a:pt x="2692031" y="1604855"/>
                  <a:pt x="2694196" y="1600265"/>
                  <a:pt x="2695575" y="1595438"/>
                </a:cubicBezTo>
                <a:cubicBezTo>
                  <a:pt x="2697373" y="1589144"/>
                  <a:pt x="2698750" y="1582738"/>
                  <a:pt x="2700338" y="1576388"/>
                </a:cubicBezTo>
                <a:cubicBezTo>
                  <a:pt x="2697734" y="1441017"/>
                  <a:pt x="2687853" y="1141815"/>
                  <a:pt x="2705100" y="1019175"/>
                </a:cubicBezTo>
                <a:cubicBezTo>
                  <a:pt x="2706663" y="1008059"/>
                  <a:pt x="2727325" y="1022350"/>
                  <a:pt x="2738438" y="1023938"/>
                </a:cubicBezTo>
                <a:cubicBezTo>
                  <a:pt x="2744788" y="1027113"/>
                  <a:pt x="2753835" y="1027375"/>
                  <a:pt x="2757488" y="1033463"/>
                </a:cubicBezTo>
                <a:cubicBezTo>
                  <a:pt x="2764223" y="1044688"/>
                  <a:pt x="2767013" y="1071563"/>
                  <a:pt x="2767013" y="1071563"/>
                </a:cubicBezTo>
                <a:cubicBezTo>
                  <a:pt x="2768600" y="1139825"/>
                  <a:pt x="2770567" y="1208080"/>
                  <a:pt x="2771775" y="1276350"/>
                </a:cubicBezTo>
                <a:cubicBezTo>
                  <a:pt x="2773742" y="1387469"/>
                  <a:pt x="2773861" y="1498621"/>
                  <a:pt x="2776538" y="1609725"/>
                </a:cubicBezTo>
                <a:cubicBezTo>
                  <a:pt x="2776708" y="1616788"/>
                  <a:pt x="2782179" y="1692906"/>
                  <a:pt x="2786063" y="1709738"/>
                </a:cubicBezTo>
                <a:cubicBezTo>
                  <a:pt x="2790843" y="1730451"/>
                  <a:pt x="2808405" y="1752947"/>
                  <a:pt x="2814638" y="1771650"/>
                </a:cubicBezTo>
                <a:cubicBezTo>
                  <a:pt x="2816225" y="1776413"/>
                  <a:pt x="2815850" y="1782388"/>
                  <a:pt x="2819400" y="1785938"/>
                </a:cubicBezTo>
                <a:cubicBezTo>
                  <a:pt x="2824420" y="1790958"/>
                  <a:pt x="2831897" y="1792732"/>
                  <a:pt x="2838450" y="1795463"/>
                </a:cubicBezTo>
                <a:cubicBezTo>
                  <a:pt x="2850970" y="1800680"/>
                  <a:pt x="2863481" y="1806120"/>
                  <a:pt x="2876550" y="1809750"/>
                </a:cubicBezTo>
                <a:cubicBezTo>
                  <a:pt x="2897149" y="1815472"/>
                  <a:pt x="2969439" y="1827000"/>
                  <a:pt x="2986088" y="1828800"/>
                </a:cubicBezTo>
                <a:cubicBezTo>
                  <a:pt x="3024099" y="1832909"/>
                  <a:pt x="3100388" y="1838325"/>
                  <a:pt x="3100388" y="1838325"/>
                </a:cubicBezTo>
                <a:cubicBezTo>
                  <a:pt x="3148013" y="1831975"/>
                  <a:pt x="3196012" y="1827979"/>
                  <a:pt x="3243263" y="1819275"/>
                </a:cubicBezTo>
                <a:cubicBezTo>
                  <a:pt x="3256602" y="1816818"/>
                  <a:pt x="3271396" y="1814188"/>
                  <a:pt x="3281363" y="1804988"/>
                </a:cubicBezTo>
                <a:cubicBezTo>
                  <a:pt x="3293373" y="1793902"/>
                  <a:pt x="3297238" y="1776413"/>
                  <a:pt x="3305175" y="1762125"/>
                </a:cubicBezTo>
                <a:cubicBezTo>
                  <a:pt x="3313113" y="1731963"/>
                  <a:pt x="3325544" y="1702637"/>
                  <a:pt x="3328988" y="1671638"/>
                </a:cubicBezTo>
                <a:cubicBezTo>
                  <a:pt x="3334989" y="1617618"/>
                  <a:pt x="3331717" y="1643006"/>
                  <a:pt x="3338513" y="1595438"/>
                </a:cubicBezTo>
                <a:cubicBezTo>
                  <a:pt x="3332163" y="1506538"/>
                  <a:pt x="3326514" y="1417585"/>
                  <a:pt x="3319463" y="1328738"/>
                </a:cubicBezTo>
                <a:cubicBezTo>
                  <a:pt x="3318575" y="1317548"/>
                  <a:pt x="3316184" y="1306527"/>
                  <a:pt x="3314700" y="1295400"/>
                </a:cubicBezTo>
                <a:cubicBezTo>
                  <a:pt x="3313008" y="1282713"/>
                  <a:pt x="3312042" y="1269925"/>
                  <a:pt x="3309938" y="1257300"/>
                </a:cubicBezTo>
                <a:cubicBezTo>
                  <a:pt x="3308486" y="1248586"/>
                  <a:pt x="3296178" y="1206497"/>
                  <a:pt x="3295650" y="1204913"/>
                </a:cubicBezTo>
                <a:cubicBezTo>
                  <a:pt x="3291361" y="1192045"/>
                  <a:pt x="3285652" y="1179681"/>
                  <a:pt x="3281363" y="1166813"/>
                </a:cubicBezTo>
                <a:cubicBezTo>
                  <a:pt x="3277708" y="1155849"/>
                  <a:pt x="3275987" y="1144262"/>
                  <a:pt x="3271838" y="1133475"/>
                </a:cubicBezTo>
                <a:cubicBezTo>
                  <a:pt x="3268015" y="1123535"/>
                  <a:pt x="3261875" y="1114631"/>
                  <a:pt x="3257550" y="1104900"/>
                </a:cubicBezTo>
                <a:cubicBezTo>
                  <a:pt x="3232527" y="1048599"/>
                  <a:pt x="3286714" y="1158761"/>
                  <a:pt x="3248025" y="1062038"/>
                </a:cubicBezTo>
                <a:cubicBezTo>
                  <a:pt x="3242010" y="1047000"/>
                  <a:pt x="3216921" y="1006277"/>
                  <a:pt x="3205163" y="990600"/>
                </a:cubicBezTo>
                <a:cubicBezTo>
                  <a:pt x="3192584" y="973828"/>
                  <a:pt x="3179313" y="952390"/>
                  <a:pt x="3162300" y="938213"/>
                </a:cubicBezTo>
                <a:cubicBezTo>
                  <a:pt x="3148395" y="926625"/>
                  <a:pt x="3133255" y="916567"/>
                  <a:pt x="3119438" y="904875"/>
                </a:cubicBezTo>
                <a:cubicBezTo>
                  <a:pt x="3090060" y="880016"/>
                  <a:pt x="3112697" y="889927"/>
                  <a:pt x="3086100" y="881063"/>
                </a:cubicBezTo>
                <a:cubicBezTo>
                  <a:pt x="3084513" y="876300"/>
                  <a:pt x="3085150" y="870042"/>
                  <a:pt x="3081338" y="866775"/>
                </a:cubicBezTo>
                <a:cubicBezTo>
                  <a:pt x="3073253" y="859845"/>
                  <a:pt x="3061895" y="857967"/>
                  <a:pt x="3052763" y="852488"/>
                </a:cubicBezTo>
                <a:cubicBezTo>
                  <a:pt x="3045957" y="848404"/>
                  <a:pt x="3040063" y="842963"/>
                  <a:pt x="3033713" y="838200"/>
                </a:cubicBezTo>
                <a:cubicBezTo>
                  <a:pt x="3032125" y="833438"/>
                  <a:pt x="3031735" y="828090"/>
                  <a:pt x="3028950" y="823913"/>
                </a:cubicBezTo>
                <a:cubicBezTo>
                  <a:pt x="3019295" y="809431"/>
                  <a:pt x="3010513" y="807550"/>
                  <a:pt x="2995613" y="800100"/>
                </a:cubicBezTo>
                <a:cubicBezTo>
                  <a:pt x="2994025" y="795338"/>
                  <a:pt x="2987300" y="789363"/>
                  <a:pt x="2990850" y="785813"/>
                </a:cubicBezTo>
                <a:cubicBezTo>
                  <a:pt x="2996273" y="780390"/>
                  <a:pt x="3026224" y="770846"/>
                  <a:pt x="3038475" y="766763"/>
                </a:cubicBezTo>
                <a:cubicBezTo>
                  <a:pt x="3071813" y="769938"/>
                  <a:pt x="3105243" y="772258"/>
                  <a:pt x="3138488" y="776288"/>
                </a:cubicBezTo>
                <a:cubicBezTo>
                  <a:pt x="3184149" y="781823"/>
                  <a:pt x="3212331" y="789665"/>
                  <a:pt x="3257550" y="800100"/>
                </a:cubicBezTo>
                <a:cubicBezTo>
                  <a:pt x="3283998" y="798544"/>
                  <a:pt x="3343943" y="808692"/>
                  <a:pt x="3367088" y="776288"/>
                </a:cubicBezTo>
                <a:cubicBezTo>
                  <a:pt x="3377026" y="762375"/>
                  <a:pt x="3379788" y="744538"/>
                  <a:pt x="3386138" y="728663"/>
                </a:cubicBezTo>
                <a:cubicBezTo>
                  <a:pt x="3393145" y="637567"/>
                  <a:pt x="3395210" y="640077"/>
                  <a:pt x="3386138" y="519113"/>
                </a:cubicBezTo>
                <a:cubicBezTo>
                  <a:pt x="3385043" y="504518"/>
                  <a:pt x="3381448" y="490064"/>
                  <a:pt x="3376613" y="476250"/>
                </a:cubicBezTo>
                <a:cubicBezTo>
                  <a:pt x="3370276" y="458145"/>
                  <a:pt x="3359924" y="441673"/>
                  <a:pt x="3352800" y="423863"/>
                </a:cubicBezTo>
                <a:cubicBezTo>
                  <a:pt x="3344035" y="401951"/>
                  <a:pt x="3340361" y="377867"/>
                  <a:pt x="3328988" y="357188"/>
                </a:cubicBezTo>
                <a:cubicBezTo>
                  <a:pt x="3322496" y="345385"/>
                  <a:pt x="3310932" y="337028"/>
                  <a:pt x="3300413" y="328613"/>
                </a:cubicBezTo>
                <a:cubicBezTo>
                  <a:pt x="3221757" y="265688"/>
                  <a:pt x="3258272" y="295637"/>
                  <a:pt x="3190875" y="261938"/>
                </a:cubicBezTo>
                <a:cubicBezTo>
                  <a:pt x="3157214" y="245107"/>
                  <a:pt x="3127258" y="219127"/>
                  <a:pt x="3090863" y="209550"/>
                </a:cubicBezTo>
                <a:cubicBezTo>
                  <a:pt x="3060700" y="201613"/>
                  <a:pt x="3030789" y="192650"/>
                  <a:pt x="3000375" y="185738"/>
                </a:cubicBezTo>
                <a:cubicBezTo>
                  <a:pt x="2960908" y="176768"/>
                  <a:pt x="2919709" y="174724"/>
                  <a:pt x="2881313" y="161925"/>
                </a:cubicBezTo>
                <a:cubicBezTo>
                  <a:pt x="2871788" y="158750"/>
                  <a:pt x="2862747" y="153185"/>
                  <a:pt x="2852738" y="152400"/>
                </a:cubicBezTo>
                <a:cubicBezTo>
                  <a:pt x="2781449" y="146809"/>
                  <a:pt x="2638425" y="142875"/>
                  <a:pt x="2638425" y="142875"/>
                </a:cubicBezTo>
                <a:cubicBezTo>
                  <a:pt x="2557984" y="112711"/>
                  <a:pt x="2642429" y="141012"/>
                  <a:pt x="2562225" y="123825"/>
                </a:cubicBezTo>
                <a:cubicBezTo>
                  <a:pt x="2552408" y="121721"/>
                  <a:pt x="2543495" y="116269"/>
                  <a:pt x="2533650" y="114300"/>
                </a:cubicBezTo>
                <a:lnTo>
                  <a:pt x="2509838" y="109538"/>
                </a:lnTo>
                <a:cubicBezTo>
                  <a:pt x="2492512" y="95678"/>
                  <a:pt x="2481286" y="88135"/>
                  <a:pt x="2466975" y="71438"/>
                </a:cubicBezTo>
                <a:cubicBezTo>
                  <a:pt x="2463250" y="67092"/>
                  <a:pt x="2460777" y="61808"/>
                  <a:pt x="2457450" y="57150"/>
                </a:cubicBezTo>
                <a:cubicBezTo>
                  <a:pt x="2452837" y="50691"/>
                  <a:pt x="2448329" y="44126"/>
                  <a:pt x="2443163" y="38100"/>
                </a:cubicBezTo>
                <a:cubicBezTo>
                  <a:pt x="2412059" y="1813"/>
                  <a:pt x="2447466" y="47168"/>
                  <a:pt x="2409825" y="9525"/>
                </a:cubicBezTo>
                <a:cubicBezTo>
                  <a:pt x="2407315" y="7015"/>
                  <a:pt x="2406650" y="3175"/>
                  <a:pt x="2405063" y="0"/>
                </a:cubicBezTo>
              </a:path>
            </a:pathLst>
          </a:custGeom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0A0DBF85-10F8-E0F6-9447-CA9A9CBE1418}"/>
              </a:ext>
            </a:extLst>
          </p:cNvPr>
          <p:cNvSpPr txBox="1"/>
          <p:nvPr/>
        </p:nvSpPr>
        <p:spPr>
          <a:xfrm>
            <a:off x="2051664" y="2524125"/>
            <a:ext cx="13680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92D050"/>
                </a:solidFill>
              </a:rPr>
              <a:t>enterMyStart</a:t>
            </a:r>
            <a:r>
              <a:rPr lang="en-US" sz="1200" dirty="0">
                <a:solidFill>
                  <a:srgbClr val="92D050"/>
                </a:solidFill>
              </a:rPr>
              <a:t>()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16376F12-371B-344B-CD59-9B0B5E0860B4}"/>
              </a:ext>
            </a:extLst>
          </p:cNvPr>
          <p:cNvSpPr txBox="1"/>
          <p:nvPr/>
        </p:nvSpPr>
        <p:spPr>
          <a:xfrm>
            <a:off x="5472120" y="2524125"/>
            <a:ext cx="13680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92D050"/>
                </a:solidFill>
              </a:rPr>
              <a:t>exitMyStart</a:t>
            </a:r>
            <a:r>
              <a:rPr lang="en-US" sz="1200" dirty="0">
                <a:solidFill>
                  <a:srgbClr val="92D050"/>
                </a:solidFill>
              </a:rPr>
              <a:t>()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1E31D25D-3D0C-5277-FCDD-BC724468E9EA}"/>
              </a:ext>
            </a:extLst>
          </p:cNvPr>
          <p:cNvSpPr txBox="1"/>
          <p:nvPr/>
        </p:nvSpPr>
        <p:spPr>
          <a:xfrm>
            <a:off x="1293808" y="3511525"/>
            <a:ext cx="1081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92D050"/>
                </a:solidFill>
              </a:rPr>
              <a:t>visitTerminal</a:t>
            </a:r>
            <a:r>
              <a:rPr lang="en-US" sz="1100" dirty="0">
                <a:solidFill>
                  <a:srgbClr val="92D050"/>
                </a:solidFill>
              </a:rPr>
              <a:t>()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3B0A40DF-2D06-02B6-DAC0-CB9C8815E771}"/>
              </a:ext>
            </a:extLst>
          </p:cNvPr>
          <p:cNvSpPr txBox="1"/>
          <p:nvPr/>
        </p:nvSpPr>
        <p:spPr>
          <a:xfrm>
            <a:off x="5855486" y="3950951"/>
            <a:ext cx="1081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92D050"/>
                </a:solidFill>
              </a:rPr>
              <a:t>visitTerminal</a:t>
            </a:r>
            <a:r>
              <a:rPr lang="en-US" sz="1100" dirty="0">
                <a:solidFill>
                  <a:srgbClr val="92D050"/>
                </a:solidFill>
              </a:rPr>
              <a:t>()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C03037C5-92E2-FB81-E051-9060AA8B1E58}"/>
              </a:ext>
            </a:extLst>
          </p:cNvPr>
          <p:cNvSpPr txBox="1"/>
          <p:nvPr/>
        </p:nvSpPr>
        <p:spPr>
          <a:xfrm>
            <a:off x="1908021" y="4642952"/>
            <a:ext cx="1081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92D050"/>
                </a:solidFill>
              </a:rPr>
              <a:t>enterName</a:t>
            </a:r>
            <a:r>
              <a:rPr lang="en-US" sz="1100" b="1" dirty="0">
                <a:solidFill>
                  <a:srgbClr val="92D050"/>
                </a:solidFill>
              </a:rPr>
              <a:t>(</a:t>
            </a:r>
            <a:r>
              <a:rPr lang="en-US" sz="1100" dirty="0">
                <a:solidFill>
                  <a:srgbClr val="92D050"/>
                </a:solidFill>
              </a:rPr>
              <a:t>)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92FF15FD-E884-D2CF-2D26-A029D67DF541}"/>
              </a:ext>
            </a:extLst>
          </p:cNvPr>
          <p:cNvSpPr txBox="1"/>
          <p:nvPr/>
        </p:nvSpPr>
        <p:spPr>
          <a:xfrm>
            <a:off x="5832168" y="2978940"/>
            <a:ext cx="1081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92D050"/>
                </a:solidFill>
              </a:rPr>
              <a:t>visitTerminal</a:t>
            </a:r>
            <a:r>
              <a:rPr lang="en-US" sz="1100" dirty="0">
                <a:solidFill>
                  <a:srgbClr val="92D050"/>
                </a:solidFill>
              </a:rPr>
              <a:t>()</a:t>
            </a:r>
          </a:p>
        </p:txBody>
      </p:sp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A993E2D6-4B0C-4075-C9CE-6639E4A45F3F}"/>
              </a:ext>
            </a:extLst>
          </p:cNvPr>
          <p:cNvCxnSpPr/>
          <p:nvPr/>
        </p:nvCxnSpPr>
        <p:spPr bwMode="auto">
          <a:xfrm flipV="1">
            <a:off x="3446655" y="4182092"/>
            <a:ext cx="83020" cy="712045"/>
          </a:xfrm>
          <a:prstGeom prst="straightConnector1">
            <a:avLst/>
          </a:prstGeom>
          <a:noFill/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838D53B0-4DA4-590A-CF96-F1CF4730D87E}"/>
              </a:ext>
            </a:extLst>
          </p:cNvPr>
          <p:cNvCxnSpPr/>
          <p:nvPr/>
        </p:nvCxnSpPr>
        <p:spPr bwMode="auto">
          <a:xfrm flipV="1">
            <a:off x="4950730" y="4212561"/>
            <a:ext cx="170204" cy="783242"/>
          </a:xfrm>
          <a:prstGeom prst="straightConnector1">
            <a:avLst/>
          </a:prstGeom>
          <a:noFill/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98845FD1-B5C3-FE56-F254-5827438ACF5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773442" y="4306010"/>
            <a:ext cx="157726" cy="705805"/>
          </a:xfrm>
          <a:prstGeom prst="straightConnector1">
            <a:avLst/>
          </a:prstGeom>
          <a:noFill/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Tekstvak 2">
            <a:extLst>
              <a:ext uri="{FF2B5EF4-FFF2-40B4-BE49-F238E27FC236}">
                <a16:creationId xmlns:a16="http://schemas.microsoft.com/office/drawing/2014/main" id="{938D4BD4-C2FD-ABD3-84B7-3E4882389A08}"/>
              </a:ext>
            </a:extLst>
          </p:cNvPr>
          <p:cNvSpPr txBox="1"/>
          <p:nvPr/>
        </p:nvSpPr>
        <p:spPr>
          <a:xfrm>
            <a:off x="3059393" y="4916662"/>
            <a:ext cx="1081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92D050"/>
                </a:solidFill>
              </a:rPr>
              <a:t>exitName</a:t>
            </a:r>
            <a:r>
              <a:rPr lang="en-US" sz="1100" dirty="0">
                <a:solidFill>
                  <a:srgbClr val="92D050"/>
                </a:solidFill>
              </a:rPr>
              <a:t>()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FECB7045-6103-F04F-C58C-B1B914DE3911}"/>
              </a:ext>
            </a:extLst>
          </p:cNvPr>
          <p:cNvSpPr txBox="1"/>
          <p:nvPr/>
        </p:nvSpPr>
        <p:spPr>
          <a:xfrm>
            <a:off x="5688777" y="4995803"/>
            <a:ext cx="1081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92D050"/>
                </a:solidFill>
              </a:rPr>
              <a:t>exitAge</a:t>
            </a:r>
            <a:r>
              <a:rPr lang="en-US" sz="1100" dirty="0">
                <a:solidFill>
                  <a:srgbClr val="92D050"/>
                </a:solidFill>
              </a:rPr>
              <a:t>()</a:t>
            </a:r>
          </a:p>
        </p:txBody>
      </p:sp>
      <p:cxnSp>
        <p:nvCxnSpPr>
          <p:cNvPr id="20" name="Rechte verbindingslijn met pijl 19">
            <a:extLst>
              <a:ext uri="{FF2B5EF4-FFF2-40B4-BE49-F238E27FC236}">
                <a16:creationId xmlns:a16="http://schemas.microsoft.com/office/drawing/2014/main" id="{B0F0E110-9FA0-8FDB-35AF-9D9CD612B875}"/>
              </a:ext>
            </a:extLst>
          </p:cNvPr>
          <p:cNvCxnSpPr>
            <a:stCxn id="11" idx="0"/>
          </p:cNvCxnSpPr>
          <p:nvPr/>
        </p:nvCxnSpPr>
        <p:spPr bwMode="auto">
          <a:xfrm flipV="1">
            <a:off x="2448573" y="4221832"/>
            <a:ext cx="407214" cy="421120"/>
          </a:xfrm>
          <a:prstGeom prst="straightConnector1">
            <a:avLst/>
          </a:prstGeom>
          <a:noFill/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kstvak 22">
            <a:extLst>
              <a:ext uri="{FF2B5EF4-FFF2-40B4-BE49-F238E27FC236}">
                <a16:creationId xmlns:a16="http://schemas.microsoft.com/office/drawing/2014/main" id="{350EB8CB-C89C-3469-5C3B-787007341B1F}"/>
              </a:ext>
            </a:extLst>
          </p:cNvPr>
          <p:cNvSpPr txBox="1"/>
          <p:nvPr/>
        </p:nvSpPr>
        <p:spPr>
          <a:xfrm>
            <a:off x="4662012" y="4995803"/>
            <a:ext cx="1081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92D050"/>
                </a:solidFill>
              </a:rPr>
              <a:t>enterAge</a:t>
            </a:r>
            <a:r>
              <a:rPr lang="en-US" sz="1100" b="1" dirty="0">
                <a:solidFill>
                  <a:srgbClr val="92D050"/>
                </a:solidFill>
              </a:rPr>
              <a:t>(</a:t>
            </a:r>
            <a:r>
              <a:rPr lang="en-US" sz="1100" dirty="0">
                <a:solidFill>
                  <a:srgbClr val="92D05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29248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DCF46E-B448-5FAB-F78F-AF7C27A81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Visitor design pattern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A4F7777-88F1-A4AB-74A4-299E4B3EF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Intent</a:t>
            </a:r>
          </a:p>
          <a:p>
            <a:pPr lvl="1"/>
            <a:r>
              <a:rPr lang="en-US" b="1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Visitor</a:t>
            </a:r>
            <a: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 is a behavioral design pattern that lets you separate algorithms from the objects on which they operate.</a:t>
            </a:r>
          </a:p>
          <a:p>
            <a:pPr marL="457200" lvl="1" indent="0">
              <a:buNone/>
            </a:pPr>
            <a:endParaRPr lang="en-US" dirty="0">
              <a:solidFill>
                <a:srgbClr val="444444"/>
              </a:solidFill>
              <a:latin typeface="PT Sans" panose="020B0503020203020204" pitchFamily="34" charset="0"/>
            </a:endParaRPr>
          </a:p>
          <a:p>
            <a:pPr marL="57150" indent="0">
              <a:buNone/>
            </a:pPr>
            <a:endParaRPr lang="en-US" dirty="0">
              <a:solidFill>
                <a:srgbClr val="444444"/>
              </a:solidFill>
              <a:latin typeface="PT Sans" panose="020B0503020203020204" pitchFamily="34" charset="0"/>
            </a:endParaRPr>
          </a:p>
          <a:p>
            <a:pPr marL="57150" indent="0">
              <a:buNone/>
            </a:pPr>
            <a:r>
              <a:rPr lang="en-US" dirty="0">
                <a:solidFill>
                  <a:srgbClr val="444444"/>
                </a:solidFill>
                <a:latin typeface="PT Sans" panose="020B0503020203020204" pitchFamily="34" charset="0"/>
              </a:rPr>
              <a:t>ANTLR: separate grammar from program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08AD3296-B97A-D2E7-F30D-D9C3D184388E}"/>
              </a:ext>
            </a:extLst>
          </p:cNvPr>
          <p:cNvSpPr txBox="1"/>
          <p:nvPr/>
        </p:nvSpPr>
        <p:spPr>
          <a:xfrm>
            <a:off x="20025" y="6077892"/>
            <a:ext cx="8048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400" dirty="0"/>
              <a:t>https://refactoring.guru/design-patterns/visitor</a:t>
            </a:r>
          </a:p>
        </p:txBody>
      </p:sp>
    </p:spTree>
    <p:extLst>
      <p:ext uri="{BB962C8B-B14F-4D97-AF65-F5344CB8AC3E}">
        <p14:creationId xmlns:p14="http://schemas.microsoft.com/office/powerpoint/2010/main" val="2966997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9249F8-BFC0-0FFD-2AAE-FFD801182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Listener vs. Visitor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A0E5B41-C722-BBEE-6647-D73596189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Similarities</a:t>
            </a:r>
          </a:p>
          <a:p>
            <a:pPr lvl="1"/>
            <a:r>
              <a:rPr lang="en-US" dirty="0"/>
              <a:t>depth-first algorithm</a:t>
            </a:r>
          </a:p>
          <a:p>
            <a:pPr lvl="1"/>
            <a:r>
              <a:rPr lang="en-US" dirty="0"/>
              <a:t>provide an easy and standard way to process a parse tree</a:t>
            </a:r>
          </a:p>
          <a:p>
            <a:r>
              <a:rPr lang="en-US" dirty="0"/>
              <a:t>Differences</a:t>
            </a:r>
          </a:p>
          <a:p>
            <a:pPr lvl="1"/>
            <a:r>
              <a:rPr lang="en-US" b="1" dirty="0"/>
              <a:t>Listener</a:t>
            </a:r>
            <a:r>
              <a:rPr lang="en-US" dirty="0"/>
              <a:t> cannot govern the process of traversing the tree</a:t>
            </a:r>
          </a:p>
          <a:p>
            <a:pPr lvl="1"/>
            <a:r>
              <a:rPr lang="en-US" b="1" dirty="0"/>
              <a:t>Visitor</a:t>
            </a:r>
            <a:r>
              <a:rPr lang="en-US" dirty="0"/>
              <a:t> can return values from each visitor function and even stop the visitor together.</a:t>
            </a:r>
          </a:p>
        </p:txBody>
      </p:sp>
    </p:spTree>
    <p:extLst>
      <p:ext uri="{BB962C8B-B14F-4D97-AF65-F5344CB8AC3E}">
        <p14:creationId xmlns:p14="http://schemas.microsoft.com/office/powerpoint/2010/main" val="1444087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1B868B-234D-FF56-9DAE-F92ED1597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classes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3F19E649-BC9B-8B21-555D-A9D6A764426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628760"/>
            <a:ext cx="3034656" cy="172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dirty="0"/>
              <a:t>Grammar</a:t>
            </a:r>
            <a:endParaRPr lang="en-US" sz="28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 err="1"/>
              <a:t>myStart</a:t>
            </a:r>
            <a:r>
              <a:rPr lang="en-US" sz="1200" dirty="0"/>
              <a:t>  	: (hello | goodbye)+ EOF;</a:t>
            </a:r>
          </a:p>
          <a:p>
            <a:pPr marL="0" indent="0">
              <a:buNone/>
            </a:pPr>
            <a:r>
              <a:rPr lang="en-US" sz="1200" dirty="0"/>
              <a:t>hello	: HELLO name age;</a:t>
            </a:r>
          </a:p>
          <a:p>
            <a:pPr marL="0" indent="0">
              <a:buNone/>
            </a:pPr>
            <a:r>
              <a:rPr lang="en-US" sz="1200" dirty="0"/>
              <a:t>goodbye	: GOODBYE;</a:t>
            </a:r>
          </a:p>
          <a:p>
            <a:pPr marL="0" indent="0">
              <a:buNone/>
            </a:pPr>
            <a:r>
              <a:rPr lang="en-US" sz="1200" dirty="0"/>
              <a:t>name	: ID;</a:t>
            </a:r>
          </a:p>
          <a:p>
            <a:pPr marL="0" indent="0">
              <a:buNone/>
            </a:pPr>
            <a:r>
              <a:rPr lang="en-US" sz="1200" dirty="0"/>
              <a:t>age	: NUMBER;</a:t>
            </a: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3AFAE46F-9BD7-A005-BFB0-C390252D6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057758"/>
              </p:ext>
            </p:extLst>
          </p:nvPr>
        </p:nvGraphicFramePr>
        <p:xfrm>
          <a:off x="4301964" y="1988808"/>
          <a:ext cx="2430324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324">
                  <a:extLst>
                    <a:ext uri="{9D8B030D-6E8A-4147-A177-3AD203B41FA5}">
                      <a16:colId xmlns:a16="http://schemas.microsoft.com/office/drawing/2014/main" val="132995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 </a:t>
                      </a:r>
                      <a:r>
                        <a:rPr lang="en-US" dirty="0" err="1"/>
                        <a:t>HelloContext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040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nl-NL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TerminalNode</a:t>
                      </a: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HELLO()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nl-NL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NameContext</a:t>
                      </a: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name()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nl-NL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AgeContext</a:t>
                      </a: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NL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756467"/>
                  </a:ext>
                </a:extLst>
              </a:tr>
            </a:tbl>
          </a:graphicData>
        </a:graphic>
      </p:graphicFrame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08372063-9A71-C7BB-36AA-655E4B6D1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067536"/>
              </p:ext>
            </p:extLst>
          </p:nvPr>
        </p:nvGraphicFramePr>
        <p:xfrm>
          <a:off x="3131808" y="3699036"/>
          <a:ext cx="333044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0444">
                  <a:extLst>
                    <a:ext uri="{9D8B030D-6E8A-4147-A177-3AD203B41FA5}">
                      <a16:colId xmlns:a16="http://schemas.microsoft.com/office/drawing/2014/main" val="132995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 </a:t>
                      </a:r>
                      <a:r>
                        <a:rPr lang="en-US" dirty="0" err="1"/>
                        <a:t>GoodbyeContext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040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nl-NL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TerminalNode</a:t>
                      </a: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GOODBYE()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756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390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DA37F1-9370-B253-9C36-ECAC6BCC7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 method</a:t>
            </a:r>
          </a:p>
        </p:txBody>
      </p:sp>
      <p:pic>
        <p:nvPicPr>
          <p:cNvPr id="10" name="Tijdelijke aanduiding voor inhoud 9">
            <a:extLst>
              <a:ext uri="{FF2B5EF4-FFF2-40B4-BE49-F238E27FC236}">
                <a16:creationId xmlns:a16="http://schemas.microsoft.com/office/drawing/2014/main" id="{F8DD9CE9-25E3-8F63-9E5B-749AC253B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2024" y="2185155"/>
            <a:ext cx="4177665" cy="2487690"/>
          </a:xfrm>
        </p:spPr>
      </p:pic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52399FB2-6E8B-CFB5-8DB1-6F361EA444A0}"/>
              </a:ext>
            </a:extLst>
          </p:cNvPr>
          <p:cNvSpPr/>
          <p:nvPr/>
        </p:nvSpPr>
        <p:spPr bwMode="auto">
          <a:xfrm>
            <a:off x="5061620" y="2480873"/>
            <a:ext cx="3392192" cy="1914525"/>
          </a:xfrm>
          <a:custGeom>
            <a:avLst/>
            <a:gdLst>
              <a:gd name="connsiteX0" fmla="*/ 1428750 w 3392192"/>
              <a:gd name="connsiteY0" fmla="*/ 66675 h 1914525"/>
              <a:gd name="connsiteX1" fmla="*/ 1181100 w 3392192"/>
              <a:gd name="connsiteY1" fmla="*/ 138113 h 1914525"/>
              <a:gd name="connsiteX2" fmla="*/ 1133475 w 3392192"/>
              <a:gd name="connsiteY2" fmla="*/ 152400 h 1914525"/>
              <a:gd name="connsiteX3" fmla="*/ 1081088 w 3392192"/>
              <a:gd name="connsiteY3" fmla="*/ 180975 h 1914525"/>
              <a:gd name="connsiteX4" fmla="*/ 976313 w 3392192"/>
              <a:gd name="connsiteY4" fmla="*/ 209550 h 1914525"/>
              <a:gd name="connsiteX5" fmla="*/ 852488 w 3392192"/>
              <a:gd name="connsiteY5" fmla="*/ 290513 h 1914525"/>
              <a:gd name="connsiteX6" fmla="*/ 795338 w 3392192"/>
              <a:gd name="connsiteY6" fmla="*/ 338138 h 1914525"/>
              <a:gd name="connsiteX7" fmla="*/ 685800 w 3392192"/>
              <a:gd name="connsiteY7" fmla="*/ 419100 h 1914525"/>
              <a:gd name="connsiteX8" fmla="*/ 642938 w 3392192"/>
              <a:gd name="connsiteY8" fmla="*/ 452438 h 1914525"/>
              <a:gd name="connsiteX9" fmla="*/ 614363 w 3392192"/>
              <a:gd name="connsiteY9" fmla="*/ 471488 h 1914525"/>
              <a:gd name="connsiteX10" fmla="*/ 547688 w 3392192"/>
              <a:gd name="connsiteY10" fmla="*/ 523875 h 1914525"/>
              <a:gd name="connsiteX11" fmla="*/ 500063 w 3392192"/>
              <a:gd name="connsiteY11" fmla="*/ 552450 h 1914525"/>
              <a:gd name="connsiteX12" fmla="*/ 447675 w 3392192"/>
              <a:gd name="connsiteY12" fmla="*/ 595313 h 1914525"/>
              <a:gd name="connsiteX13" fmla="*/ 400050 w 3392192"/>
              <a:gd name="connsiteY13" fmla="*/ 623888 h 1914525"/>
              <a:gd name="connsiteX14" fmla="*/ 352425 w 3392192"/>
              <a:gd name="connsiteY14" fmla="*/ 657225 h 1914525"/>
              <a:gd name="connsiteX15" fmla="*/ 323850 w 3392192"/>
              <a:gd name="connsiteY15" fmla="*/ 671513 h 1914525"/>
              <a:gd name="connsiteX16" fmla="*/ 295275 w 3392192"/>
              <a:gd name="connsiteY16" fmla="*/ 695325 h 1914525"/>
              <a:gd name="connsiteX17" fmla="*/ 104775 w 3392192"/>
              <a:gd name="connsiteY17" fmla="*/ 833438 h 1914525"/>
              <a:gd name="connsiteX18" fmla="*/ 52388 w 3392192"/>
              <a:gd name="connsiteY18" fmla="*/ 895350 h 1914525"/>
              <a:gd name="connsiteX19" fmla="*/ 9525 w 3392192"/>
              <a:gd name="connsiteY19" fmla="*/ 957263 h 1914525"/>
              <a:gd name="connsiteX20" fmla="*/ 0 w 3392192"/>
              <a:gd name="connsiteY20" fmla="*/ 1009650 h 1914525"/>
              <a:gd name="connsiteX21" fmla="*/ 4763 w 3392192"/>
              <a:gd name="connsiteY21" fmla="*/ 1143000 h 1914525"/>
              <a:gd name="connsiteX22" fmla="*/ 9525 w 3392192"/>
              <a:gd name="connsiteY22" fmla="*/ 1157288 h 1914525"/>
              <a:gd name="connsiteX23" fmla="*/ 23813 w 3392192"/>
              <a:gd name="connsiteY23" fmla="*/ 1204913 h 1914525"/>
              <a:gd name="connsiteX24" fmla="*/ 61913 w 3392192"/>
              <a:gd name="connsiteY24" fmla="*/ 1238250 h 1914525"/>
              <a:gd name="connsiteX25" fmla="*/ 85725 w 3392192"/>
              <a:gd name="connsiteY25" fmla="*/ 1257300 h 1914525"/>
              <a:gd name="connsiteX26" fmla="*/ 104775 w 3392192"/>
              <a:gd name="connsiteY26" fmla="*/ 1262063 h 1914525"/>
              <a:gd name="connsiteX27" fmla="*/ 128588 w 3392192"/>
              <a:gd name="connsiteY27" fmla="*/ 1271588 h 1914525"/>
              <a:gd name="connsiteX28" fmla="*/ 147638 w 3392192"/>
              <a:gd name="connsiteY28" fmla="*/ 1281113 h 1914525"/>
              <a:gd name="connsiteX29" fmla="*/ 166688 w 3392192"/>
              <a:gd name="connsiteY29" fmla="*/ 1285875 h 1914525"/>
              <a:gd name="connsiteX30" fmla="*/ 219075 w 3392192"/>
              <a:gd name="connsiteY30" fmla="*/ 1300163 h 1914525"/>
              <a:gd name="connsiteX31" fmla="*/ 395288 w 3392192"/>
              <a:gd name="connsiteY31" fmla="*/ 1295400 h 1914525"/>
              <a:gd name="connsiteX32" fmla="*/ 409575 w 3392192"/>
              <a:gd name="connsiteY32" fmla="*/ 1285875 h 1914525"/>
              <a:gd name="connsiteX33" fmla="*/ 423863 w 3392192"/>
              <a:gd name="connsiteY33" fmla="*/ 1281113 h 1914525"/>
              <a:gd name="connsiteX34" fmla="*/ 438150 w 3392192"/>
              <a:gd name="connsiteY34" fmla="*/ 1271588 h 1914525"/>
              <a:gd name="connsiteX35" fmla="*/ 447675 w 3392192"/>
              <a:gd name="connsiteY35" fmla="*/ 1257300 h 1914525"/>
              <a:gd name="connsiteX36" fmla="*/ 509588 w 3392192"/>
              <a:gd name="connsiteY36" fmla="*/ 1223963 h 1914525"/>
              <a:gd name="connsiteX37" fmla="*/ 533400 w 3392192"/>
              <a:gd name="connsiteY37" fmla="*/ 1219200 h 1914525"/>
              <a:gd name="connsiteX38" fmla="*/ 552450 w 3392192"/>
              <a:gd name="connsiteY38" fmla="*/ 1214438 h 1914525"/>
              <a:gd name="connsiteX39" fmla="*/ 604838 w 3392192"/>
              <a:gd name="connsiteY39" fmla="*/ 1209675 h 1914525"/>
              <a:gd name="connsiteX40" fmla="*/ 671513 w 3392192"/>
              <a:gd name="connsiteY40" fmla="*/ 1209675 h 1914525"/>
              <a:gd name="connsiteX41" fmla="*/ 657225 w 3392192"/>
              <a:gd name="connsiteY41" fmla="*/ 1295400 h 1914525"/>
              <a:gd name="connsiteX42" fmla="*/ 642938 w 3392192"/>
              <a:gd name="connsiteY42" fmla="*/ 1323975 h 1914525"/>
              <a:gd name="connsiteX43" fmla="*/ 633413 w 3392192"/>
              <a:gd name="connsiteY43" fmla="*/ 1347788 h 1914525"/>
              <a:gd name="connsiteX44" fmla="*/ 623888 w 3392192"/>
              <a:gd name="connsiteY44" fmla="*/ 1366838 h 1914525"/>
              <a:gd name="connsiteX45" fmla="*/ 619125 w 3392192"/>
              <a:gd name="connsiteY45" fmla="*/ 1385888 h 1914525"/>
              <a:gd name="connsiteX46" fmla="*/ 600075 w 3392192"/>
              <a:gd name="connsiteY46" fmla="*/ 1443038 h 1914525"/>
              <a:gd name="connsiteX47" fmla="*/ 590550 w 3392192"/>
              <a:gd name="connsiteY47" fmla="*/ 1471613 h 1914525"/>
              <a:gd name="connsiteX48" fmla="*/ 585788 w 3392192"/>
              <a:gd name="connsiteY48" fmla="*/ 1490663 h 1914525"/>
              <a:gd name="connsiteX49" fmla="*/ 585788 w 3392192"/>
              <a:gd name="connsiteY49" fmla="*/ 1738313 h 1914525"/>
              <a:gd name="connsiteX50" fmla="*/ 595313 w 3392192"/>
              <a:gd name="connsiteY50" fmla="*/ 1781175 h 1914525"/>
              <a:gd name="connsiteX51" fmla="*/ 614363 w 3392192"/>
              <a:gd name="connsiteY51" fmla="*/ 1828800 h 1914525"/>
              <a:gd name="connsiteX52" fmla="*/ 623888 w 3392192"/>
              <a:gd name="connsiteY52" fmla="*/ 1847850 h 1914525"/>
              <a:gd name="connsiteX53" fmla="*/ 642938 w 3392192"/>
              <a:gd name="connsiteY53" fmla="*/ 1862138 h 1914525"/>
              <a:gd name="connsiteX54" fmla="*/ 695325 w 3392192"/>
              <a:gd name="connsiteY54" fmla="*/ 1885950 h 1914525"/>
              <a:gd name="connsiteX55" fmla="*/ 733425 w 3392192"/>
              <a:gd name="connsiteY55" fmla="*/ 1895475 h 1914525"/>
              <a:gd name="connsiteX56" fmla="*/ 757238 w 3392192"/>
              <a:gd name="connsiteY56" fmla="*/ 1905000 h 1914525"/>
              <a:gd name="connsiteX57" fmla="*/ 809625 w 3392192"/>
              <a:gd name="connsiteY57" fmla="*/ 1909763 h 1914525"/>
              <a:gd name="connsiteX58" fmla="*/ 838200 w 3392192"/>
              <a:gd name="connsiteY58" fmla="*/ 1914525 h 1914525"/>
              <a:gd name="connsiteX59" fmla="*/ 919163 w 3392192"/>
              <a:gd name="connsiteY59" fmla="*/ 1905000 h 1914525"/>
              <a:gd name="connsiteX60" fmla="*/ 933450 w 3392192"/>
              <a:gd name="connsiteY60" fmla="*/ 1890713 h 1914525"/>
              <a:gd name="connsiteX61" fmla="*/ 1023938 w 3392192"/>
              <a:gd name="connsiteY61" fmla="*/ 1847850 h 1914525"/>
              <a:gd name="connsiteX62" fmla="*/ 1028700 w 3392192"/>
              <a:gd name="connsiteY62" fmla="*/ 1828800 h 1914525"/>
              <a:gd name="connsiteX63" fmla="*/ 1057275 w 3392192"/>
              <a:gd name="connsiteY63" fmla="*/ 1795463 h 1914525"/>
              <a:gd name="connsiteX64" fmla="*/ 1071563 w 3392192"/>
              <a:gd name="connsiteY64" fmla="*/ 1771650 h 1914525"/>
              <a:gd name="connsiteX65" fmla="*/ 1076325 w 3392192"/>
              <a:gd name="connsiteY65" fmla="*/ 1757363 h 1914525"/>
              <a:gd name="connsiteX66" fmla="*/ 1100138 w 3392192"/>
              <a:gd name="connsiteY66" fmla="*/ 1728788 h 1914525"/>
              <a:gd name="connsiteX67" fmla="*/ 1114425 w 3392192"/>
              <a:gd name="connsiteY67" fmla="*/ 1709738 h 1914525"/>
              <a:gd name="connsiteX68" fmla="*/ 1119188 w 3392192"/>
              <a:gd name="connsiteY68" fmla="*/ 1685925 h 1914525"/>
              <a:gd name="connsiteX69" fmla="*/ 1128713 w 3392192"/>
              <a:gd name="connsiteY69" fmla="*/ 1633538 h 1914525"/>
              <a:gd name="connsiteX70" fmla="*/ 1133475 w 3392192"/>
              <a:gd name="connsiteY70" fmla="*/ 1604963 h 1914525"/>
              <a:gd name="connsiteX71" fmla="*/ 1147763 w 3392192"/>
              <a:gd name="connsiteY71" fmla="*/ 1547813 h 1914525"/>
              <a:gd name="connsiteX72" fmla="*/ 1152525 w 3392192"/>
              <a:gd name="connsiteY72" fmla="*/ 1504950 h 1914525"/>
              <a:gd name="connsiteX73" fmla="*/ 1162050 w 3392192"/>
              <a:gd name="connsiteY73" fmla="*/ 1457325 h 1914525"/>
              <a:gd name="connsiteX74" fmla="*/ 1166813 w 3392192"/>
              <a:gd name="connsiteY74" fmla="*/ 1390650 h 1914525"/>
              <a:gd name="connsiteX75" fmla="*/ 1190625 w 3392192"/>
              <a:gd name="connsiteY75" fmla="*/ 1276350 h 1914525"/>
              <a:gd name="connsiteX76" fmla="*/ 1223963 w 3392192"/>
              <a:gd name="connsiteY76" fmla="*/ 1290638 h 1914525"/>
              <a:gd name="connsiteX77" fmla="*/ 1228725 w 3392192"/>
              <a:gd name="connsiteY77" fmla="*/ 1304925 h 1914525"/>
              <a:gd name="connsiteX78" fmla="*/ 1238250 w 3392192"/>
              <a:gd name="connsiteY78" fmla="*/ 1323975 h 1914525"/>
              <a:gd name="connsiteX79" fmla="*/ 1243013 w 3392192"/>
              <a:gd name="connsiteY79" fmla="*/ 1400175 h 1914525"/>
              <a:gd name="connsiteX80" fmla="*/ 1247775 w 3392192"/>
              <a:gd name="connsiteY80" fmla="*/ 1447800 h 1914525"/>
              <a:gd name="connsiteX81" fmla="*/ 1252538 w 3392192"/>
              <a:gd name="connsiteY81" fmla="*/ 1743075 h 1914525"/>
              <a:gd name="connsiteX82" fmla="*/ 1262063 w 3392192"/>
              <a:gd name="connsiteY82" fmla="*/ 1790700 h 1914525"/>
              <a:gd name="connsiteX83" fmla="*/ 1266825 w 3392192"/>
              <a:gd name="connsiteY83" fmla="*/ 1814513 h 1914525"/>
              <a:gd name="connsiteX84" fmla="*/ 1281113 w 3392192"/>
              <a:gd name="connsiteY84" fmla="*/ 1833563 h 1914525"/>
              <a:gd name="connsiteX85" fmla="*/ 1304925 w 3392192"/>
              <a:gd name="connsiteY85" fmla="*/ 1866900 h 1914525"/>
              <a:gd name="connsiteX86" fmla="*/ 1328738 w 3392192"/>
              <a:gd name="connsiteY86" fmla="*/ 1881188 h 1914525"/>
              <a:gd name="connsiteX87" fmla="*/ 1395413 w 3392192"/>
              <a:gd name="connsiteY87" fmla="*/ 1895475 h 1914525"/>
              <a:gd name="connsiteX88" fmla="*/ 1423988 w 3392192"/>
              <a:gd name="connsiteY88" fmla="*/ 1900238 h 1914525"/>
              <a:gd name="connsiteX89" fmla="*/ 1481138 w 3392192"/>
              <a:gd name="connsiteY89" fmla="*/ 1895475 h 1914525"/>
              <a:gd name="connsiteX90" fmla="*/ 1495425 w 3392192"/>
              <a:gd name="connsiteY90" fmla="*/ 1890713 h 1914525"/>
              <a:gd name="connsiteX91" fmla="*/ 1519238 w 3392192"/>
              <a:gd name="connsiteY91" fmla="*/ 1862138 h 1914525"/>
              <a:gd name="connsiteX92" fmla="*/ 1552575 w 3392192"/>
              <a:gd name="connsiteY92" fmla="*/ 1790700 h 1914525"/>
              <a:gd name="connsiteX93" fmla="*/ 1571625 w 3392192"/>
              <a:gd name="connsiteY93" fmla="*/ 1752600 h 1914525"/>
              <a:gd name="connsiteX94" fmla="*/ 1595438 w 3392192"/>
              <a:gd name="connsiteY94" fmla="*/ 1709738 h 1914525"/>
              <a:gd name="connsiteX95" fmla="*/ 1609725 w 3392192"/>
              <a:gd name="connsiteY95" fmla="*/ 1662113 h 1914525"/>
              <a:gd name="connsiteX96" fmla="*/ 1624013 w 3392192"/>
              <a:gd name="connsiteY96" fmla="*/ 1624013 h 1914525"/>
              <a:gd name="connsiteX97" fmla="*/ 1628775 w 3392192"/>
              <a:gd name="connsiteY97" fmla="*/ 1600200 h 1914525"/>
              <a:gd name="connsiteX98" fmla="*/ 1638300 w 3392192"/>
              <a:gd name="connsiteY98" fmla="*/ 1528763 h 1914525"/>
              <a:gd name="connsiteX99" fmla="*/ 1633538 w 3392192"/>
              <a:gd name="connsiteY99" fmla="*/ 1133475 h 1914525"/>
              <a:gd name="connsiteX100" fmla="*/ 1614488 w 3392192"/>
              <a:gd name="connsiteY100" fmla="*/ 1052513 h 1914525"/>
              <a:gd name="connsiteX101" fmla="*/ 1604963 w 3392192"/>
              <a:gd name="connsiteY101" fmla="*/ 1023938 h 1914525"/>
              <a:gd name="connsiteX102" fmla="*/ 1590675 w 3392192"/>
              <a:gd name="connsiteY102" fmla="*/ 995363 h 1914525"/>
              <a:gd name="connsiteX103" fmla="*/ 1566863 w 3392192"/>
              <a:gd name="connsiteY103" fmla="*/ 933450 h 1914525"/>
              <a:gd name="connsiteX104" fmla="*/ 1547813 w 3392192"/>
              <a:gd name="connsiteY104" fmla="*/ 842963 h 1914525"/>
              <a:gd name="connsiteX105" fmla="*/ 1533525 w 3392192"/>
              <a:gd name="connsiteY105" fmla="*/ 795338 h 1914525"/>
              <a:gd name="connsiteX106" fmla="*/ 1519238 w 3392192"/>
              <a:gd name="connsiteY106" fmla="*/ 742950 h 1914525"/>
              <a:gd name="connsiteX107" fmla="*/ 1485900 w 3392192"/>
              <a:gd name="connsiteY107" fmla="*/ 647700 h 1914525"/>
              <a:gd name="connsiteX108" fmla="*/ 1490663 w 3392192"/>
              <a:gd name="connsiteY108" fmla="*/ 452438 h 1914525"/>
              <a:gd name="connsiteX109" fmla="*/ 1509713 w 3392192"/>
              <a:gd name="connsiteY109" fmla="*/ 438150 h 1914525"/>
              <a:gd name="connsiteX110" fmla="*/ 1538288 w 3392192"/>
              <a:gd name="connsiteY110" fmla="*/ 433388 h 1914525"/>
              <a:gd name="connsiteX111" fmla="*/ 1600200 w 3392192"/>
              <a:gd name="connsiteY111" fmla="*/ 438150 h 1914525"/>
              <a:gd name="connsiteX112" fmla="*/ 1633538 w 3392192"/>
              <a:gd name="connsiteY112" fmla="*/ 466725 h 1914525"/>
              <a:gd name="connsiteX113" fmla="*/ 1643063 w 3392192"/>
              <a:gd name="connsiteY113" fmla="*/ 485775 h 1914525"/>
              <a:gd name="connsiteX114" fmla="*/ 1652588 w 3392192"/>
              <a:gd name="connsiteY114" fmla="*/ 552450 h 1914525"/>
              <a:gd name="connsiteX115" fmla="*/ 1657350 w 3392192"/>
              <a:gd name="connsiteY115" fmla="*/ 590550 h 1914525"/>
              <a:gd name="connsiteX116" fmla="*/ 1666875 w 3392192"/>
              <a:gd name="connsiteY116" fmla="*/ 614363 h 1914525"/>
              <a:gd name="connsiteX117" fmla="*/ 1671638 w 3392192"/>
              <a:gd name="connsiteY117" fmla="*/ 661988 h 1914525"/>
              <a:gd name="connsiteX118" fmla="*/ 1676400 w 3392192"/>
              <a:gd name="connsiteY118" fmla="*/ 766763 h 1914525"/>
              <a:gd name="connsiteX119" fmla="*/ 1681163 w 3392192"/>
              <a:gd name="connsiteY119" fmla="*/ 790575 h 1914525"/>
              <a:gd name="connsiteX120" fmla="*/ 1685925 w 3392192"/>
              <a:gd name="connsiteY120" fmla="*/ 823913 h 1914525"/>
              <a:gd name="connsiteX121" fmla="*/ 1700213 w 3392192"/>
              <a:gd name="connsiteY121" fmla="*/ 990600 h 1914525"/>
              <a:gd name="connsiteX122" fmla="*/ 1704975 w 3392192"/>
              <a:gd name="connsiteY122" fmla="*/ 1095375 h 1914525"/>
              <a:gd name="connsiteX123" fmla="*/ 1714500 w 3392192"/>
              <a:gd name="connsiteY123" fmla="*/ 1347788 h 1914525"/>
              <a:gd name="connsiteX124" fmla="*/ 1743075 w 3392192"/>
              <a:gd name="connsiteY124" fmla="*/ 1528763 h 1914525"/>
              <a:gd name="connsiteX125" fmla="*/ 1785938 w 3392192"/>
              <a:gd name="connsiteY125" fmla="*/ 1533525 h 1914525"/>
              <a:gd name="connsiteX126" fmla="*/ 1838325 w 3392192"/>
              <a:gd name="connsiteY126" fmla="*/ 1538288 h 1914525"/>
              <a:gd name="connsiteX127" fmla="*/ 1938338 w 3392192"/>
              <a:gd name="connsiteY127" fmla="*/ 1533525 h 1914525"/>
              <a:gd name="connsiteX128" fmla="*/ 1966913 w 3392192"/>
              <a:gd name="connsiteY128" fmla="*/ 1514475 h 1914525"/>
              <a:gd name="connsiteX129" fmla="*/ 2000250 w 3392192"/>
              <a:gd name="connsiteY129" fmla="*/ 1485900 h 1914525"/>
              <a:gd name="connsiteX130" fmla="*/ 2009775 w 3392192"/>
              <a:gd name="connsiteY130" fmla="*/ 1471613 h 1914525"/>
              <a:gd name="connsiteX131" fmla="*/ 2047875 w 3392192"/>
              <a:gd name="connsiteY131" fmla="*/ 1404938 h 1914525"/>
              <a:gd name="connsiteX132" fmla="*/ 2057400 w 3392192"/>
              <a:gd name="connsiteY132" fmla="*/ 1371600 h 1914525"/>
              <a:gd name="connsiteX133" fmla="*/ 2062163 w 3392192"/>
              <a:gd name="connsiteY133" fmla="*/ 1357313 h 1914525"/>
              <a:gd name="connsiteX134" fmla="*/ 2081213 w 3392192"/>
              <a:gd name="connsiteY134" fmla="*/ 1314450 h 1914525"/>
              <a:gd name="connsiteX135" fmla="*/ 2085975 w 3392192"/>
              <a:gd name="connsiteY135" fmla="*/ 1271588 h 1914525"/>
              <a:gd name="connsiteX136" fmla="*/ 2090738 w 3392192"/>
              <a:gd name="connsiteY136" fmla="*/ 1257300 h 1914525"/>
              <a:gd name="connsiteX137" fmla="*/ 2100263 w 3392192"/>
              <a:gd name="connsiteY137" fmla="*/ 1162050 h 1914525"/>
              <a:gd name="connsiteX138" fmla="*/ 2114550 w 3392192"/>
              <a:gd name="connsiteY138" fmla="*/ 1095375 h 1914525"/>
              <a:gd name="connsiteX139" fmla="*/ 2119313 w 3392192"/>
              <a:gd name="connsiteY139" fmla="*/ 1076325 h 1914525"/>
              <a:gd name="connsiteX140" fmla="*/ 2147888 w 3392192"/>
              <a:gd name="connsiteY140" fmla="*/ 1038225 h 1914525"/>
              <a:gd name="connsiteX141" fmla="*/ 2157413 w 3392192"/>
              <a:gd name="connsiteY141" fmla="*/ 1023938 h 1914525"/>
              <a:gd name="connsiteX142" fmla="*/ 2181225 w 3392192"/>
              <a:gd name="connsiteY142" fmla="*/ 1014413 h 1914525"/>
              <a:gd name="connsiteX143" fmla="*/ 2200275 w 3392192"/>
              <a:gd name="connsiteY143" fmla="*/ 1004888 h 1914525"/>
              <a:gd name="connsiteX144" fmla="*/ 2214563 w 3392192"/>
              <a:gd name="connsiteY144" fmla="*/ 1023938 h 1914525"/>
              <a:gd name="connsiteX145" fmla="*/ 2209800 w 3392192"/>
              <a:gd name="connsiteY145" fmla="*/ 1095375 h 1914525"/>
              <a:gd name="connsiteX146" fmla="*/ 2200275 w 3392192"/>
              <a:gd name="connsiteY146" fmla="*/ 1233488 h 1914525"/>
              <a:gd name="connsiteX147" fmla="*/ 2190750 w 3392192"/>
              <a:gd name="connsiteY147" fmla="*/ 1304925 h 1914525"/>
              <a:gd name="connsiteX148" fmla="*/ 2185988 w 3392192"/>
              <a:gd name="connsiteY148" fmla="*/ 1357313 h 1914525"/>
              <a:gd name="connsiteX149" fmla="*/ 2176463 w 3392192"/>
              <a:gd name="connsiteY149" fmla="*/ 1395413 h 1914525"/>
              <a:gd name="connsiteX150" fmla="*/ 2152650 w 3392192"/>
              <a:gd name="connsiteY150" fmla="*/ 1476375 h 1914525"/>
              <a:gd name="connsiteX151" fmla="*/ 2138363 w 3392192"/>
              <a:gd name="connsiteY151" fmla="*/ 1519238 h 1914525"/>
              <a:gd name="connsiteX152" fmla="*/ 2124075 w 3392192"/>
              <a:gd name="connsiteY152" fmla="*/ 1566863 h 1914525"/>
              <a:gd name="connsiteX153" fmla="*/ 2119313 w 3392192"/>
              <a:gd name="connsiteY153" fmla="*/ 1585913 h 1914525"/>
              <a:gd name="connsiteX154" fmla="*/ 2109788 w 3392192"/>
              <a:gd name="connsiteY154" fmla="*/ 1619250 h 1914525"/>
              <a:gd name="connsiteX155" fmla="*/ 2124075 w 3392192"/>
              <a:gd name="connsiteY155" fmla="*/ 1695450 h 1914525"/>
              <a:gd name="connsiteX156" fmla="*/ 2152650 w 3392192"/>
              <a:gd name="connsiteY156" fmla="*/ 1728788 h 1914525"/>
              <a:gd name="connsiteX157" fmla="*/ 2233613 w 3392192"/>
              <a:gd name="connsiteY157" fmla="*/ 1762125 h 1914525"/>
              <a:gd name="connsiteX158" fmla="*/ 2262188 w 3392192"/>
              <a:gd name="connsiteY158" fmla="*/ 1776413 h 1914525"/>
              <a:gd name="connsiteX159" fmla="*/ 2300288 w 3392192"/>
              <a:gd name="connsiteY159" fmla="*/ 1785938 h 1914525"/>
              <a:gd name="connsiteX160" fmla="*/ 2362200 w 3392192"/>
              <a:gd name="connsiteY160" fmla="*/ 1795463 h 1914525"/>
              <a:gd name="connsiteX161" fmla="*/ 2438400 w 3392192"/>
              <a:gd name="connsiteY161" fmla="*/ 1790700 h 1914525"/>
              <a:gd name="connsiteX162" fmla="*/ 2528888 w 3392192"/>
              <a:gd name="connsiteY162" fmla="*/ 1771650 h 1914525"/>
              <a:gd name="connsiteX163" fmla="*/ 2595563 w 3392192"/>
              <a:gd name="connsiteY163" fmla="*/ 1738313 h 1914525"/>
              <a:gd name="connsiteX164" fmla="*/ 2624138 w 3392192"/>
              <a:gd name="connsiteY164" fmla="*/ 1719263 h 1914525"/>
              <a:gd name="connsiteX165" fmla="*/ 2657475 w 3392192"/>
              <a:gd name="connsiteY165" fmla="*/ 1676400 h 1914525"/>
              <a:gd name="connsiteX166" fmla="*/ 2686050 w 3392192"/>
              <a:gd name="connsiteY166" fmla="*/ 1633538 h 1914525"/>
              <a:gd name="connsiteX167" fmla="*/ 2690813 w 3392192"/>
              <a:gd name="connsiteY167" fmla="*/ 1609725 h 1914525"/>
              <a:gd name="connsiteX168" fmla="*/ 2695575 w 3392192"/>
              <a:gd name="connsiteY168" fmla="*/ 1595438 h 1914525"/>
              <a:gd name="connsiteX169" fmla="*/ 2700338 w 3392192"/>
              <a:gd name="connsiteY169" fmla="*/ 1576388 h 1914525"/>
              <a:gd name="connsiteX170" fmla="*/ 2705100 w 3392192"/>
              <a:gd name="connsiteY170" fmla="*/ 1019175 h 1914525"/>
              <a:gd name="connsiteX171" fmla="*/ 2738438 w 3392192"/>
              <a:gd name="connsiteY171" fmla="*/ 1023938 h 1914525"/>
              <a:gd name="connsiteX172" fmla="*/ 2757488 w 3392192"/>
              <a:gd name="connsiteY172" fmla="*/ 1033463 h 1914525"/>
              <a:gd name="connsiteX173" fmla="*/ 2767013 w 3392192"/>
              <a:gd name="connsiteY173" fmla="*/ 1071563 h 1914525"/>
              <a:gd name="connsiteX174" fmla="*/ 2771775 w 3392192"/>
              <a:gd name="connsiteY174" fmla="*/ 1276350 h 1914525"/>
              <a:gd name="connsiteX175" fmla="*/ 2776538 w 3392192"/>
              <a:gd name="connsiteY175" fmla="*/ 1609725 h 1914525"/>
              <a:gd name="connsiteX176" fmla="*/ 2786063 w 3392192"/>
              <a:gd name="connsiteY176" fmla="*/ 1709738 h 1914525"/>
              <a:gd name="connsiteX177" fmla="*/ 2814638 w 3392192"/>
              <a:gd name="connsiteY177" fmla="*/ 1771650 h 1914525"/>
              <a:gd name="connsiteX178" fmla="*/ 2819400 w 3392192"/>
              <a:gd name="connsiteY178" fmla="*/ 1785938 h 1914525"/>
              <a:gd name="connsiteX179" fmla="*/ 2838450 w 3392192"/>
              <a:gd name="connsiteY179" fmla="*/ 1795463 h 1914525"/>
              <a:gd name="connsiteX180" fmla="*/ 2876550 w 3392192"/>
              <a:gd name="connsiteY180" fmla="*/ 1809750 h 1914525"/>
              <a:gd name="connsiteX181" fmla="*/ 2986088 w 3392192"/>
              <a:gd name="connsiteY181" fmla="*/ 1828800 h 1914525"/>
              <a:gd name="connsiteX182" fmla="*/ 3100388 w 3392192"/>
              <a:gd name="connsiteY182" fmla="*/ 1838325 h 1914525"/>
              <a:gd name="connsiteX183" fmla="*/ 3243263 w 3392192"/>
              <a:gd name="connsiteY183" fmla="*/ 1819275 h 1914525"/>
              <a:gd name="connsiteX184" fmla="*/ 3281363 w 3392192"/>
              <a:gd name="connsiteY184" fmla="*/ 1804988 h 1914525"/>
              <a:gd name="connsiteX185" fmla="*/ 3305175 w 3392192"/>
              <a:gd name="connsiteY185" fmla="*/ 1762125 h 1914525"/>
              <a:gd name="connsiteX186" fmla="*/ 3328988 w 3392192"/>
              <a:gd name="connsiteY186" fmla="*/ 1671638 h 1914525"/>
              <a:gd name="connsiteX187" fmla="*/ 3338513 w 3392192"/>
              <a:gd name="connsiteY187" fmla="*/ 1595438 h 1914525"/>
              <a:gd name="connsiteX188" fmla="*/ 3319463 w 3392192"/>
              <a:gd name="connsiteY188" fmla="*/ 1328738 h 1914525"/>
              <a:gd name="connsiteX189" fmla="*/ 3314700 w 3392192"/>
              <a:gd name="connsiteY189" fmla="*/ 1295400 h 1914525"/>
              <a:gd name="connsiteX190" fmla="*/ 3309938 w 3392192"/>
              <a:gd name="connsiteY190" fmla="*/ 1257300 h 1914525"/>
              <a:gd name="connsiteX191" fmla="*/ 3295650 w 3392192"/>
              <a:gd name="connsiteY191" fmla="*/ 1204913 h 1914525"/>
              <a:gd name="connsiteX192" fmla="*/ 3281363 w 3392192"/>
              <a:gd name="connsiteY192" fmla="*/ 1166813 h 1914525"/>
              <a:gd name="connsiteX193" fmla="*/ 3271838 w 3392192"/>
              <a:gd name="connsiteY193" fmla="*/ 1133475 h 1914525"/>
              <a:gd name="connsiteX194" fmla="*/ 3257550 w 3392192"/>
              <a:gd name="connsiteY194" fmla="*/ 1104900 h 1914525"/>
              <a:gd name="connsiteX195" fmla="*/ 3248025 w 3392192"/>
              <a:gd name="connsiteY195" fmla="*/ 1062038 h 1914525"/>
              <a:gd name="connsiteX196" fmla="*/ 3205163 w 3392192"/>
              <a:gd name="connsiteY196" fmla="*/ 990600 h 1914525"/>
              <a:gd name="connsiteX197" fmla="*/ 3162300 w 3392192"/>
              <a:gd name="connsiteY197" fmla="*/ 938213 h 1914525"/>
              <a:gd name="connsiteX198" fmla="*/ 3119438 w 3392192"/>
              <a:gd name="connsiteY198" fmla="*/ 904875 h 1914525"/>
              <a:gd name="connsiteX199" fmla="*/ 3086100 w 3392192"/>
              <a:gd name="connsiteY199" fmla="*/ 881063 h 1914525"/>
              <a:gd name="connsiteX200" fmla="*/ 3081338 w 3392192"/>
              <a:gd name="connsiteY200" fmla="*/ 866775 h 1914525"/>
              <a:gd name="connsiteX201" fmla="*/ 3052763 w 3392192"/>
              <a:gd name="connsiteY201" fmla="*/ 852488 h 1914525"/>
              <a:gd name="connsiteX202" fmla="*/ 3033713 w 3392192"/>
              <a:gd name="connsiteY202" fmla="*/ 838200 h 1914525"/>
              <a:gd name="connsiteX203" fmla="*/ 3028950 w 3392192"/>
              <a:gd name="connsiteY203" fmla="*/ 823913 h 1914525"/>
              <a:gd name="connsiteX204" fmla="*/ 2995613 w 3392192"/>
              <a:gd name="connsiteY204" fmla="*/ 800100 h 1914525"/>
              <a:gd name="connsiteX205" fmla="*/ 2990850 w 3392192"/>
              <a:gd name="connsiteY205" fmla="*/ 785813 h 1914525"/>
              <a:gd name="connsiteX206" fmla="*/ 3038475 w 3392192"/>
              <a:gd name="connsiteY206" fmla="*/ 766763 h 1914525"/>
              <a:gd name="connsiteX207" fmla="*/ 3138488 w 3392192"/>
              <a:gd name="connsiteY207" fmla="*/ 776288 h 1914525"/>
              <a:gd name="connsiteX208" fmla="*/ 3257550 w 3392192"/>
              <a:gd name="connsiteY208" fmla="*/ 800100 h 1914525"/>
              <a:gd name="connsiteX209" fmla="*/ 3367088 w 3392192"/>
              <a:gd name="connsiteY209" fmla="*/ 776288 h 1914525"/>
              <a:gd name="connsiteX210" fmla="*/ 3386138 w 3392192"/>
              <a:gd name="connsiteY210" fmla="*/ 728663 h 1914525"/>
              <a:gd name="connsiteX211" fmla="*/ 3386138 w 3392192"/>
              <a:gd name="connsiteY211" fmla="*/ 519113 h 1914525"/>
              <a:gd name="connsiteX212" fmla="*/ 3376613 w 3392192"/>
              <a:gd name="connsiteY212" fmla="*/ 476250 h 1914525"/>
              <a:gd name="connsiteX213" fmla="*/ 3352800 w 3392192"/>
              <a:gd name="connsiteY213" fmla="*/ 423863 h 1914525"/>
              <a:gd name="connsiteX214" fmla="*/ 3328988 w 3392192"/>
              <a:gd name="connsiteY214" fmla="*/ 357188 h 1914525"/>
              <a:gd name="connsiteX215" fmla="*/ 3300413 w 3392192"/>
              <a:gd name="connsiteY215" fmla="*/ 328613 h 1914525"/>
              <a:gd name="connsiteX216" fmla="*/ 3190875 w 3392192"/>
              <a:gd name="connsiteY216" fmla="*/ 261938 h 1914525"/>
              <a:gd name="connsiteX217" fmla="*/ 3090863 w 3392192"/>
              <a:gd name="connsiteY217" fmla="*/ 209550 h 1914525"/>
              <a:gd name="connsiteX218" fmla="*/ 3000375 w 3392192"/>
              <a:gd name="connsiteY218" fmla="*/ 185738 h 1914525"/>
              <a:gd name="connsiteX219" fmla="*/ 2881313 w 3392192"/>
              <a:gd name="connsiteY219" fmla="*/ 161925 h 1914525"/>
              <a:gd name="connsiteX220" fmla="*/ 2852738 w 3392192"/>
              <a:gd name="connsiteY220" fmla="*/ 152400 h 1914525"/>
              <a:gd name="connsiteX221" fmla="*/ 2638425 w 3392192"/>
              <a:gd name="connsiteY221" fmla="*/ 142875 h 1914525"/>
              <a:gd name="connsiteX222" fmla="*/ 2562225 w 3392192"/>
              <a:gd name="connsiteY222" fmla="*/ 123825 h 1914525"/>
              <a:gd name="connsiteX223" fmla="*/ 2533650 w 3392192"/>
              <a:gd name="connsiteY223" fmla="*/ 114300 h 1914525"/>
              <a:gd name="connsiteX224" fmla="*/ 2509838 w 3392192"/>
              <a:gd name="connsiteY224" fmla="*/ 109538 h 1914525"/>
              <a:gd name="connsiteX225" fmla="*/ 2466975 w 3392192"/>
              <a:gd name="connsiteY225" fmla="*/ 71438 h 1914525"/>
              <a:gd name="connsiteX226" fmla="*/ 2457450 w 3392192"/>
              <a:gd name="connsiteY226" fmla="*/ 57150 h 1914525"/>
              <a:gd name="connsiteX227" fmla="*/ 2443163 w 3392192"/>
              <a:gd name="connsiteY227" fmla="*/ 38100 h 1914525"/>
              <a:gd name="connsiteX228" fmla="*/ 2409825 w 3392192"/>
              <a:gd name="connsiteY228" fmla="*/ 9525 h 1914525"/>
              <a:gd name="connsiteX229" fmla="*/ 2405063 w 3392192"/>
              <a:gd name="connsiteY229" fmla="*/ 0 h 1914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</a:cxnLst>
            <a:rect l="l" t="t" r="r" b="b"/>
            <a:pathLst>
              <a:path w="3392192" h="1914525">
                <a:moveTo>
                  <a:pt x="1428750" y="66675"/>
                </a:moveTo>
                <a:cubicBezTo>
                  <a:pt x="1183726" y="131535"/>
                  <a:pt x="1348915" y="84173"/>
                  <a:pt x="1181100" y="138113"/>
                </a:cubicBezTo>
                <a:cubicBezTo>
                  <a:pt x="1165321" y="143185"/>
                  <a:pt x="1148709" y="145871"/>
                  <a:pt x="1133475" y="152400"/>
                </a:cubicBezTo>
                <a:cubicBezTo>
                  <a:pt x="1115192" y="160235"/>
                  <a:pt x="1099556" y="173588"/>
                  <a:pt x="1081088" y="180975"/>
                </a:cubicBezTo>
                <a:cubicBezTo>
                  <a:pt x="1062216" y="188524"/>
                  <a:pt x="1002635" y="202970"/>
                  <a:pt x="976313" y="209550"/>
                </a:cubicBezTo>
                <a:cubicBezTo>
                  <a:pt x="955063" y="222831"/>
                  <a:pt x="878470" y="268861"/>
                  <a:pt x="852488" y="290513"/>
                </a:cubicBezTo>
                <a:cubicBezTo>
                  <a:pt x="833438" y="306388"/>
                  <a:pt x="815971" y="324383"/>
                  <a:pt x="795338" y="338138"/>
                </a:cubicBezTo>
                <a:cubicBezTo>
                  <a:pt x="739837" y="375139"/>
                  <a:pt x="771874" y="352889"/>
                  <a:pt x="685800" y="419100"/>
                </a:cubicBezTo>
                <a:cubicBezTo>
                  <a:pt x="671453" y="430136"/>
                  <a:pt x="657998" y="442398"/>
                  <a:pt x="642938" y="452438"/>
                </a:cubicBezTo>
                <a:cubicBezTo>
                  <a:pt x="633413" y="458788"/>
                  <a:pt x="623521" y="464619"/>
                  <a:pt x="614363" y="471488"/>
                </a:cubicBezTo>
                <a:cubicBezTo>
                  <a:pt x="591751" y="488447"/>
                  <a:pt x="571925" y="509333"/>
                  <a:pt x="547688" y="523875"/>
                </a:cubicBezTo>
                <a:cubicBezTo>
                  <a:pt x="531813" y="533400"/>
                  <a:pt x="515128" y="541689"/>
                  <a:pt x="500063" y="552450"/>
                </a:cubicBezTo>
                <a:cubicBezTo>
                  <a:pt x="481703" y="565564"/>
                  <a:pt x="466035" y="582199"/>
                  <a:pt x="447675" y="595313"/>
                </a:cubicBezTo>
                <a:cubicBezTo>
                  <a:pt x="432610" y="606074"/>
                  <a:pt x="415572" y="613799"/>
                  <a:pt x="400050" y="623888"/>
                </a:cubicBezTo>
                <a:cubicBezTo>
                  <a:pt x="383803" y="634449"/>
                  <a:pt x="368857" y="646955"/>
                  <a:pt x="352425" y="657225"/>
                </a:cubicBezTo>
                <a:cubicBezTo>
                  <a:pt x="343394" y="662869"/>
                  <a:pt x="332711" y="665606"/>
                  <a:pt x="323850" y="671513"/>
                </a:cubicBezTo>
                <a:cubicBezTo>
                  <a:pt x="313534" y="678391"/>
                  <a:pt x="305364" y="688118"/>
                  <a:pt x="295275" y="695325"/>
                </a:cubicBezTo>
                <a:cubicBezTo>
                  <a:pt x="275982" y="709106"/>
                  <a:pt x="145014" y="793199"/>
                  <a:pt x="104775" y="833438"/>
                </a:cubicBezTo>
                <a:cubicBezTo>
                  <a:pt x="85659" y="852554"/>
                  <a:pt x="68608" y="873723"/>
                  <a:pt x="52388" y="895350"/>
                </a:cubicBezTo>
                <a:cubicBezTo>
                  <a:pt x="18259" y="940855"/>
                  <a:pt x="31981" y="919837"/>
                  <a:pt x="9525" y="957263"/>
                </a:cubicBezTo>
                <a:cubicBezTo>
                  <a:pt x="5358" y="973933"/>
                  <a:pt x="0" y="992591"/>
                  <a:pt x="0" y="1009650"/>
                </a:cubicBezTo>
                <a:cubicBezTo>
                  <a:pt x="0" y="1054128"/>
                  <a:pt x="1899" y="1098614"/>
                  <a:pt x="4763" y="1143000"/>
                </a:cubicBezTo>
                <a:cubicBezTo>
                  <a:pt x="5086" y="1148010"/>
                  <a:pt x="8436" y="1152387"/>
                  <a:pt x="9525" y="1157288"/>
                </a:cubicBezTo>
                <a:cubicBezTo>
                  <a:pt x="14037" y="1177593"/>
                  <a:pt x="11012" y="1188455"/>
                  <a:pt x="23813" y="1204913"/>
                </a:cubicBezTo>
                <a:cubicBezTo>
                  <a:pt x="44024" y="1230898"/>
                  <a:pt x="42185" y="1223454"/>
                  <a:pt x="61913" y="1238250"/>
                </a:cubicBezTo>
                <a:cubicBezTo>
                  <a:pt x="70045" y="1244349"/>
                  <a:pt x="76839" y="1252363"/>
                  <a:pt x="85725" y="1257300"/>
                </a:cubicBezTo>
                <a:cubicBezTo>
                  <a:pt x="91447" y="1260479"/>
                  <a:pt x="98565" y="1259993"/>
                  <a:pt x="104775" y="1262063"/>
                </a:cubicBezTo>
                <a:cubicBezTo>
                  <a:pt x="112885" y="1264767"/>
                  <a:pt x="120776" y="1268116"/>
                  <a:pt x="128588" y="1271588"/>
                </a:cubicBezTo>
                <a:cubicBezTo>
                  <a:pt x="135076" y="1274471"/>
                  <a:pt x="140990" y="1278620"/>
                  <a:pt x="147638" y="1281113"/>
                </a:cubicBezTo>
                <a:cubicBezTo>
                  <a:pt x="153767" y="1283411"/>
                  <a:pt x="160373" y="1284153"/>
                  <a:pt x="166688" y="1285875"/>
                </a:cubicBezTo>
                <a:cubicBezTo>
                  <a:pt x="229017" y="1302873"/>
                  <a:pt x="175957" y="1289382"/>
                  <a:pt x="219075" y="1300163"/>
                </a:cubicBezTo>
                <a:cubicBezTo>
                  <a:pt x="277813" y="1298575"/>
                  <a:pt x="336693" y="1299795"/>
                  <a:pt x="395288" y="1295400"/>
                </a:cubicBezTo>
                <a:cubicBezTo>
                  <a:pt x="400996" y="1294972"/>
                  <a:pt x="404456" y="1288435"/>
                  <a:pt x="409575" y="1285875"/>
                </a:cubicBezTo>
                <a:cubicBezTo>
                  <a:pt x="414065" y="1283630"/>
                  <a:pt x="419100" y="1282700"/>
                  <a:pt x="423863" y="1281113"/>
                </a:cubicBezTo>
                <a:cubicBezTo>
                  <a:pt x="428625" y="1277938"/>
                  <a:pt x="434103" y="1275635"/>
                  <a:pt x="438150" y="1271588"/>
                </a:cubicBezTo>
                <a:cubicBezTo>
                  <a:pt x="442197" y="1267540"/>
                  <a:pt x="443205" y="1260876"/>
                  <a:pt x="447675" y="1257300"/>
                </a:cubicBezTo>
                <a:cubicBezTo>
                  <a:pt x="463938" y="1244290"/>
                  <a:pt x="488474" y="1230298"/>
                  <a:pt x="509588" y="1223963"/>
                </a:cubicBezTo>
                <a:cubicBezTo>
                  <a:pt x="517341" y="1221637"/>
                  <a:pt x="525498" y="1220956"/>
                  <a:pt x="533400" y="1219200"/>
                </a:cubicBezTo>
                <a:cubicBezTo>
                  <a:pt x="539790" y="1217780"/>
                  <a:pt x="545962" y="1215303"/>
                  <a:pt x="552450" y="1214438"/>
                </a:cubicBezTo>
                <a:cubicBezTo>
                  <a:pt x="569831" y="1212121"/>
                  <a:pt x="587375" y="1211263"/>
                  <a:pt x="604838" y="1209675"/>
                </a:cubicBezTo>
                <a:cubicBezTo>
                  <a:pt x="616730" y="1207297"/>
                  <a:pt x="666809" y="1194779"/>
                  <a:pt x="671513" y="1209675"/>
                </a:cubicBezTo>
                <a:cubicBezTo>
                  <a:pt x="680237" y="1237299"/>
                  <a:pt x="662645" y="1266942"/>
                  <a:pt x="657225" y="1295400"/>
                </a:cubicBezTo>
                <a:cubicBezTo>
                  <a:pt x="653541" y="1314742"/>
                  <a:pt x="651956" y="1305940"/>
                  <a:pt x="642938" y="1323975"/>
                </a:cubicBezTo>
                <a:cubicBezTo>
                  <a:pt x="639115" y="1331622"/>
                  <a:pt x="636885" y="1339976"/>
                  <a:pt x="633413" y="1347788"/>
                </a:cubicBezTo>
                <a:cubicBezTo>
                  <a:pt x="630530" y="1354276"/>
                  <a:pt x="626381" y="1360191"/>
                  <a:pt x="623888" y="1366838"/>
                </a:cubicBezTo>
                <a:cubicBezTo>
                  <a:pt x="621590" y="1372967"/>
                  <a:pt x="621077" y="1379640"/>
                  <a:pt x="619125" y="1385888"/>
                </a:cubicBezTo>
                <a:cubicBezTo>
                  <a:pt x="613135" y="1405054"/>
                  <a:pt x="606425" y="1423988"/>
                  <a:pt x="600075" y="1443038"/>
                </a:cubicBezTo>
                <a:cubicBezTo>
                  <a:pt x="596900" y="1452563"/>
                  <a:pt x="592985" y="1461872"/>
                  <a:pt x="590550" y="1471613"/>
                </a:cubicBezTo>
                <a:lnTo>
                  <a:pt x="585788" y="1490663"/>
                </a:lnTo>
                <a:cubicBezTo>
                  <a:pt x="577677" y="1596089"/>
                  <a:pt x="576296" y="1586452"/>
                  <a:pt x="585788" y="1738313"/>
                </a:cubicBezTo>
                <a:cubicBezTo>
                  <a:pt x="586701" y="1752920"/>
                  <a:pt x="590906" y="1767219"/>
                  <a:pt x="595313" y="1781175"/>
                </a:cubicBezTo>
                <a:cubicBezTo>
                  <a:pt x="600462" y="1797479"/>
                  <a:pt x="607628" y="1813085"/>
                  <a:pt x="614363" y="1828800"/>
                </a:cubicBezTo>
                <a:cubicBezTo>
                  <a:pt x="617160" y="1835325"/>
                  <a:pt x="619268" y="1842460"/>
                  <a:pt x="623888" y="1847850"/>
                </a:cubicBezTo>
                <a:cubicBezTo>
                  <a:pt x="629054" y="1853877"/>
                  <a:pt x="636479" y="1857524"/>
                  <a:pt x="642938" y="1862138"/>
                </a:cubicBezTo>
                <a:cubicBezTo>
                  <a:pt x="662627" y="1876202"/>
                  <a:pt x="665807" y="1876726"/>
                  <a:pt x="695325" y="1885950"/>
                </a:cubicBezTo>
                <a:cubicBezTo>
                  <a:pt x="707820" y="1889855"/>
                  <a:pt x="720913" y="1891625"/>
                  <a:pt x="733425" y="1895475"/>
                </a:cubicBezTo>
                <a:cubicBezTo>
                  <a:pt x="741596" y="1897989"/>
                  <a:pt x="748835" y="1903424"/>
                  <a:pt x="757238" y="1905000"/>
                </a:cubicBezTo>
                <a:cubicBezTo>
                  <a:pt x="774472" y="1908231"/>
                  <a:pt x="792211" y="1907714"/>
                  <a:pt x="809625" y="1909763"/>
                </a:cubicBezTo>
                <a:cubicBezTo>
                  <a:pt x="819215" y="1910891"/>
                  <a:pt x="828675" y="1912938"/>
                  <a:pt x="838200" y="1914525"/>
                </a:cubicBezTo>
                <a:cubicBezTo>
                  <a:pt x="865188" y="1911350"/>
                  <a:pt x="892801" y="1911590"/>
                  <a:pt x="919163" y="1905000"/>
                </a:cubicBezTo>
                <a:cubicBezTo>
                  <a:pt x="925697" y="1903367"/>
                  <a:pt x="927645" y="1894128"/>
                  <a:pt x="933450" y="1890713"/>
                </a:cubicBezTo>
                <a:cubicBezTo>
                  <a:pt x="972937" y="1867485"/>
                  <a:pt x="989039" y="1861809"/>
                  <a:pt x="1023938" y="1847850"/>
                </a:cubicBezTo>
                <a:cubicBezTo>
                  <a:pt x="1025525" y="1841500"/>
                  <a:pt x="1026122" y="1834816"/>
                  <a:pt x="1028700" y="1828800"/>
                </a:cubicBezTo>
                <a:cubicBezTo>
                  <a:pt x="1035681" y="1812511"/>
                  <a:pt x="1045985" y="1809979"/>
                  <a:pt x="1057275" y="1795463"/>
                </a:cubicBezTo>
                <a:cubicBezTo>
                  <a:pt x="1062958" y="1788156"/>
                  <a:pt x="1067423" y="1779930"/>
                  <a:pt x="1071563" y="1771650"/>
                </a:cubicBezTo>
                <a:cubicBezTo>
                  <a:pt x="1073808" y="1767160"/>
                  <a:pt x="1073540" y="1761540"/>
                  <a:pt x="1076325" y="1757363"/>
                </a:cubicBezTo>
                <a:cubicBezTo>
                  <a:pt x="1083203" y="1747047"/>
                  <a:pt x="1092392" y="1738470"/>
                  <a:pt x="1100138" y="1728788"/>
                </a:cubicBezTo>
                <a:cubicBezTo>
                  <a:pt x="1105096" y="1722590"/>
                  <a:pt x="1109663" y="1716088"/>
                  <a:pt x="1114425" y="1709738"/>
                </a:cubicBezTo>
                <a:cubicBezTo>
                  <a:pt x="1116013" y="1701800"/>
                  <a:pt x="1117957" y="1693926"/>
                  <a:pt x="1119188" y="1685925"/>
                </a:cubicBezTo>
                <a:cubicBezTo>
                  <a:pt x="1126881" y="1635919"/>
                  <a:pt x="1118997" y="1662683"/>
                  <a:pt x="1128713" y="1633538"/>
                </a:cubicBezTo>
                <a:cubicBezTo>
                  <a:pt x="1130300" y="1624013"/>
                  <a:pt x="1131380" y="1614389"/>
                  <a:pt x="1133475" y="1604963"/>
                </a:cubicBezTo>
                <a:cubicBezTo>
                  <a:pt x="1137735" y="1585794"/>
                  <a:pt x="1147763" y="1547813"/>
                  <a:pt x="1147763" y="1547813"/>
                </a:cubicBezTo>
                <a:cubicBezTo>
                  <a:pt x="1149350" y="1533525"/>
                  <a:pt x="1150283" y="1519150"/>
                  <a:pt x="1152525" y="1504950"/>
                </a:cubicBezTo>
                <a:cubicBezTo>
                  <a:pt x="1155050" y="1488959"/>
                  <a:pt x="1162050" y="1457325"/>
                  <a:pt x="1162050" y="1457325"/>
                </a:cubicBezTo>
                <a:cubicBezTo>
                  <a:pt x="1163638" y="1435100"/>
                  <a:pt x="1165577" y="1412897"/>
                  <a:pt x="1166813" y="1390650"/>
                </a:cubicBezTo>
                <a:cubicBezTo>
                  <a:pt x="1173060" y="1278201"/>
                  <a:pt x="1140069" y="1301628"/>
                  <a:pt x="1190625" y="1276350"/>
                </a:cubicBezTo>
                <a:cubicBezTo>
                  <a:pt x="1201738" y="1281113"/>
                  <a:pt x="1214291" y="1283384"/>
                  <a:pt x="1223963" y="1290638"/>
                </a:cubicBezTo>
                <a:cubicBezTo>
                  <a:pt x="1227979" y="1293650"/>
                  <a:pt x="1226748" y="1300311"/>
                  <a:pt x="1228725" y="1304925"/>
                </a:cubicBezTo>
                <a:cubicBezTo>
                  <a:pt x="1231522" y="1311451"/>
                  <a:pt x="1235075" y="1317625"/>
                  <a:pt x="1238250" y="1323975"/>
                </a:cubicBezTo>
                <a:cubicBezTo>
                  <a:pt x="1239838" y="1349375"/>
                  <a:pt x="1241061" y="1374800"/>
                  <a:pt x="1243013" y="1400175"/>
                </a:cubicBezTo>
                <a:cubicBezTo>
                  <a:pt x="1244237" y="1416082"/>
                  <a:pt x="1247332" y="1431852"/>
                  <a:pt x="1247775" y="1447800"/>
                </a:cubicBezTo>
                <a:cubicBezTo>
                  <a:pt x="1250508" y="1546200"/>
                  <a:pt x="1249686" y="1644679"/>
                  <a:pt x="1252538" y="1743075"/>
                </a:cubicBezTo>
                <a:cubicBezTo>
                  <a:pt x="1253686" y="1782685"/>
                  <a:pt x="1255683" y="1765181"/>
                  <a:pt x="1262063" y="1790700"/>
                </a:cubicBezTo>
                <a:cubicBezTo>
                  <a:pt x="1264026" y="1798553"/>
                  <a:pt x="1263537" y="1807116"/>
                  <a:pt x="1266825" y="1814513"/>
                </a:cubicBezTo>
                <a:cubicBezTo>
                  <a:pt x="1270049" y="1821766"/>
                  <a:pt x="1276906" y="1826832"/>
                  <a:pt x="1281113" y="1833563"/>
                </a:cubicBezTo>
                <a:cubicBezTo>
                  <a:pt x="1293564" y="1853485"/>
                  <a:pt x="1285699" y="1852481"/>
                  <a:pt x="1304925" y="1866900"/>
                </a:cubicBezTo>
                <a:cubicBezTo>
                  <a:pt x="1312330" y="1872454"/>
                  <a:pt x="1320193" y="1877628"/>
                  <a:pt x="1328738" y="1881188"/>
                </a:cubicBezTo>
                <a:cubicBezTo>
                  <a:pt x="1352811" y="1891218"/>
                  <a:pt x="1370117" y="1891583"/>
                  <a:pt x="1395413" y="1895475"/>
                </a:cubicBezTo>
                <a:cubicBezTo>
                  <a:pt x="1404957" y="1896943"/>
                  <a:pt x="1414463" y="1898650"/>
                  <a:pt x="1423988" y="1900238"/>
                </a:cubicBezTo>
                <a:cubicBezTo>
                  <a:pt x="1443038" y="1898650"/>
                  <a:pt x="1462190" y="1898001"/>
                  <a:pt x="1481138" y="1895475"/>
                </a:cubicBezTo>
                <a:cubicBezTo>
                  <a:pt x="1486114" y="1894812"/>
                  <a:pt x="1491248" y="1893498"/>
                  <a:pt x="1495425" y="1890713"/>
                </a:cubicBezTo>
                <a:cubicBezTo>
                  <a:pt x="1503944" y="1885034"/>
                  <a:pt x="1514318" y="1871274"/>
                  <a:pt x="1519238" y="1862138"/>
                </a:cubicBezTo>
                <a:cubicBezTo>
                  <a:pt x="1570153" y="1767582"/>
                  <a:pt x="1525245" y="1849915"/>
                  <a:pt x="1552575" y="1790700"/>
                </a:cubicBezTo>
                <a:cubicBezTo>
                  <a:pt x="1558525" y="1777808"/>
                  <a:pt x="1564981" y="1765149"/>
                  <a:pt x="1571625" y="1752600"/>
                </a:cubicBezTo>
                <a:cubicBezTo>
                  <a:pt x="1579272" y="1738155"/>
                  <a:pt x="1588526" y="1724549"/>
                  <a:pt x="1595438" y="1709738"/>
                </a:cubicBezTo>
                <a:cubicBezTo>
                  <a:pt x="1603780" y="1691863"/>
                  <a:pt x="1604649" y="1679880"/>
                  <a:pt x="1609725" y="1662113"/>
                </a:cubicBezTo>
                <a:cubicBezTo>
                  <a:pt x="1613457" y="1649052"/>
                  <a:pt x="1618983" y="1636587"/>
                  <a:pt x="1624013" y="1624013"/>
                </a:cubicBezTo>
                <a:cubicBezTo>
                  <a:pt x="1625600" y="1616075"/>
                  <a:pt x="1627705" y="1608224"/>
                  <a:pt x="1628775" y="1600200"/>
                </a:cubicBezTo>
                <a:cubicBezTo>
                  <a:pt x="1639910" y="1516684"/>
                  <a:pt x="1627585" y="1582343"/>
                  <a:pt x="1638300" y="1528763"/>
                </a:cubicBezTo>
                <a:cubicBezTo>
                  <a:pt x="1636713" y="1397000"/>
                  <a:pt x="1637697" y="1265182"/>
                  <a:pt x="1633538" y="1133475"/>
                </a:cubicBezTo>
                <a:cubicBezTo>
                  <a:pt x="1631983" y="1084244"/>
                  <a:pt x="1627036" y="1087018"/>
                  <a:pt x="1614488" y="1052513"/>
                </a:cubicBezTo>
                <a:cubicBezTo>
                  <a:pt x="1611057" y="1043077"/>
                  <a:pt x="1608825" y="1033206"/>
                  <a:pt x="1604963" y="1023938"/>
                </a:cubicBezTo>
                <a:cubicBezTo>
                  <a:pt x="1600867" y="1014108"/>
                  <a:pt x="1594498" y="1005303"/>
                  <a:pt x="1590675" y="995363"/>
                </a:cubicBezTo>
                <a:cubicBezTo>
                  <a:pt x="1559544" y="914423"/>
                  <a:pt x="1603531" y="1006789"/>
                  <a:pt x="1566863" y="933450"/>
                </a:cubicBezTo>
                <a:cubicBezTo>
                  <a:pt x="1562880" y="913533"/>
                  <a:pt x="1553245" y="863605"/>
                  <a:pt x="1547813" y="842963"/>
                </a:cubicBezTo>
                <a:cubicBezTo>
                  <a:pt x="1543595" y="826935"/>
                  <a:pt x="1538078" y="811274"/>
                  <a:pt x="1533525" y="795338"/>
                </a:cubicBezTo>
                <a:cubicBezTo>
                  <a:pt x="1528552" y="777934"/>
                  <a:pt x="1524795" y="760176"/>
                  <a:pt x="1519238" y="742950"/>
                </a:cubicBezTo>
                <a:cubicBezTo>
                  <a:pt x="1508911" y="710936"/>
                  <a:pt x="1485900" y="647700"/>
                  <a:pt x="1485900" y="647700"/>
                </a:cubicBezTo>
                <a:cubicBezTo>
                  <a:pt x="1472039" y="564535"/>
                  <a:pt x="1466544" y="562696"/>
                  <a:pt x="1490663" y="452438"/>
                </a:cubicBezTo>
                <a:cubicBezTo>
                  <a:pt x="1492359" y="444684"/>
                  <a:pt x="1502343" y="441098"/>
                  <a:pt x="1509713" y="438150"/>
                </a:cubicBezTo>
                <a:cubicBezTo>
                  <a:pt x="1518679" y="434564"/>
                  <a:pt x="1528763" y="434975"/>
                  <a:pt x="1538288" y="433388"/>
                </a:cubicBezTo>
                <a:cubicBezTo>
                  <a:pt x="1558925" y="434975"/>
                  <a:pt x="1579856" y="434336"/>
                  <a:pt x="1600200" y="438150"/>
                </a:cubicBezTo>
                <a:cubicBezTo>
                  <a:pt x="1608578" y="439721"/>
                  <a:pt x="1631436" y="463922"/>
                  <a:pt x="1633538" y="466725"/>
                </a:cubicBezTo>
                <a:cubicBezTo>
                  <a:pt x="1637798" y="472405"/>
                  <a:pt x="1639888" y="479425"/>
                  <a:pt x="1643063" y="485775"/>
                </a:cubicBezTo>
                <a:cubicBezTo>
                  <a:pt x="1651098" y="525956"/>
                  <a:pt x="1646124" y="497509"/>
                  <a:pt x="1652588" y="552450"/>
                </a:cubicBezTo>
                <a:cubicBezTo>
                  <a:pt x="1654083" y="565161"/>
                  <a:pt x="1654472" y="578079"/>
                  <a:pt x="1657350" y="590550"/>
                </a:cubicBezTo>
                <a:cubicBezTo>
                  <a:pt x="1659272" y="598880"/>
                  <a:pt x="1663700" y="606425"/>
                  <a:pt x="1666875" y="614363"/>
                </a:cubicBezTo>
                <a:cubicBezTo>
                  <a:pt x="1668463" y="630238"/>
                  <a:pt x="1670643" y="646065"/>
                  <a:pt x="1671638" y="661988"/>
                </a:cubicBezTo>
                <a:cubicBezTo>
                  <a:pt x="1673819" y="696881"/>
                  <a:pt x="1673817" y="731897"/>
                  <a:pt x="1676400" y="766763"/>
                </a:cubicBezTo>
                <a:cubicBezTo>
                  <a:pt x="1676998" y="774835"/>
                  <a:pt x="1679832" y="782591"/>
                  <a:pt x="1681163" y="790575"/>
                </a:cubicBezTo>
                <a:cubicBezTo>
                  <a:pt x="1683008" y="801648"/>
                  <a:pt x="1684338" y="812800"/>
                  <a:pt x="1685925" y="823913"/>
                </a:cubicBezTo>
                <a:cubicBezTo>
                  <a:pt x="1696114" y="971659"/>
                  <a:pt x="1687863" y="916506"/>
                  <a:pt x="1700213" y="990600"/>
                </a:cubicBezTo>
                <a:cubicBezTo>
                  <a:pt x="1701800" y="1025525"/>
                  <a:pt x="1703866" y="1060432"/>
                  <a:pt x="1704975" y="1095375"/>
                </a:cubicBezTo>
                <a:cubicBezTo>
                  <a:pt x="1712751" y="1340310"/>
                  <a:pt x="1703584" y="1216783"/>
                  <a:pt x="1714500" y="1347788"/>
                </a:cubicBezTo>
                <a:cubicBezTo>
                  <a:pt x="1718565" y="1498169"/>
                  <a:pt x="1661772" y="1517148"/>
                  <a:pt x="1743075" y="1528763"/>
                </a:cubicBezTo>
                <a:cubicBezTo>
                  <a:pt x="1757306" y="1530796"/>
                  <a:pt x="1771634" y="1532095"/>
                  <a:pt x="1785938" y="1533525"/>
                </a:cubicBezTo>
                <a:lnTo>
                  <a:pt x="1838325" y="1538288"/>
                </a:lnTo>
                <a:cubicBezTo>
                  <a:pt x="1871663" y="1536700"/>
                  <a:pt x="1905521" y="1539602"/>
                  <a:pt x="1938338" y="1533525"/>
                </a:cubicBezTo>
                <a:cubicBezTo>
                  <a:pt x="1949594" y="1531440"/>
                  <a:pt x="1966913" y="1514475"/>
                  <a:pt x="1966913" y="1514475"/>
                </a:cubicBezTo>
                <a:cubicBezTo>
                  <a:pt x="1988676" y="1481831"/>
                  <a:pt x="1960042" y="1520365"/>
                  <a:pt x="2000250" y="1485900"/>
                </a:cubicBezTo>
                <a:cubicBezTo>
                  <a:pt x="2004596" y="1482175"/>
                  <a:pt x="2006873" y="1476546"/>
                  <a:pt x="2009775" y="1471613"/>
                </a:cubicBezTo>
                <a:cubicBezTo>
                  <a:pt x="2022754" y="1449550"/>
                  <a:pt x="2040843" y="1429551"/>
                  <a:pt x="2047875" y="1404938"/>
                </a:cubicBezTo>
                <a:cubicBezTo>
                  <a:pt x="2051050" y="1393825"/>
                  <a:pt x="2054079" y="1382670"/>
                  <a:pt x="2057400" y="1371600"/>
                </a:cubicBezTo>
                <a:cubicBezTo>
                  <a:pt x="2058843" y="1366792"/>
                  <a:pt x="2060124" y="1361900"/>
                  <a:pt x="2062163" y="1357313"/>
                </a:cubicBezTo>
                <a:cubicBezTo>
                  <a:pt x="2084205" y="1307719"/>
                  <a:pt x="2070485" y="1346633"/>
                  <a:pt x="2081213" y="1314450"/>
                </a:cubicBezTo>
                <a:cubicBezTo>
                  <a:pt x="2082800" y="1300163"/>
                  <a:pt x="2083612" y="1285768"/>
                  <a:pt x="2085975" y="1271588"/>
                </a:cubicBezTo>
                <a:cubicBezTo>
                  <a:pt x="2086800" y="1266636"/>
                  <a:pt x="2090089" y="1262278"/>
                  <a:pt x="2090738" y="1257300"/>
                </a:cubicBezTo>
                <a:cubicBezTo>
                  <a:pt x="2094865" y="1225660"/>
                  <a:pt x="2094006" y="1193339"/>
                  <a:pt x="2100263" y="1162050"/>
                </a:cubicBezTo>
                <a:cubicBezTo>
                  <a:pt x="2106335" y="1131687"/>
                  <a:pt x="2106090" y="1132034"/>
                  <a:pt x="2114550" y="1095375"/>
                </a:cubicBezTo>
                <a:cubicBezTo>
                  <a:pt x="2116022" y="1088997"/>
                  <a:pt x="2116655" y="1082306"/>
                  <a:pt x="2119313" y="1076325"/>
                </a:cubicBezTo>
                <a:cubicBezTo>
                  <a:pt x="2132657" y="1046302"/>
                  <a:pt x="2130263" y="1059375"/>
                  <a:pt x="2147888" y="1038225"/>
                </a:cubicBezTo>
                <a:cubicBezTo>
                  <a:pt x="2151552" y="1033828"/>
                  <a:pt x="2152755" y="1027265"/>
                  <a:pt x="2157413" y="1023938"/>
                </a:cubicBezTo>
                <a:cubicBezTo>
                  <a:pt x="2164369" y="1018969"/>
                  <a:pt x="2173413" y="1017885"/>
                  <a:pt x="2181225" y="1014413"/>
                </a:cubicBezTo>
                <a:cubicBezTo>
                  <a:pt x="2187713" y="1011530"/>
                  <a:pt x="2193925" y="1008063"/>
                  <a:pt x="2200275" y="1004888"/>
                </a:cubicBezTo>
                <a:cubicBezTo>
                  <a:pt x="2205038" y="1011238"/>
                  <a:pt x="2211339" y="1016685"/>
                  <a:pt x="2214563" y="1023938"/>
                </a:cubicBezTo>
                <a:cubicBezTo>
                  <a:pt x="2225511" y="1048570"/>
                  <a:pt x="2214890" y="1069923"/>
                  <a:pt x="2209800" y="1095375"/>
                </a:cubicBezTo>
                <a:cubicBezTo>
                  <a:pt x="2201168" y="1285298"/>
                  <a:pt x="2211062" y="1141801"/>
                  <a:pt x="2200275" y="1233488"/>
                </a:cubicBezTo>
                <a:cubicBezTo>
                  <a:pt x="2192321" y="1301102"/>
                  <a:pt x="2199853" y="1259414"/>
                  <a:pt x="2190750" y="1304925"/>
                </a:cubicBezTo>
                <a:cubicBezTo>
                  <a:pt x="2189163" y="1322388"/>
                  <a:pt x="2188723" y="1339993"/>
                  <a:pt x="2185988" y="1357313"/>
                </a:cubicBezTo>
                <a:cubicBezTo>
                  <a:pt x="2183946" y="1370244"/>
                  <a:pt x="2179993" y="1382807"/>
                  <a:pt x="2176463" y="1395413"/>
                </a:cubicBezTo>
                <a:cubicBezTo>
                  <a:pt x="2168878" y="1422502"/>
                  <a:pt x="2160923" y="1449488"/>
                  <a:pt x="2152650" y="1476375"/>
                </a:cubicBezTo>
                <a:cubicBezTo>
                  <a:pt x="2148221" y="1490769"/>
                  <a:pt x="2142691" y="1504813"/>
                  <a:pt x="2138363" y="1519238"/>
                </a:cubicBezTo>
                <a:cubicBezTo>
                  <a:pt x="2133600" y="1535113"/>
                  <a:pt x="2128628" y="1550927"/>
                  <a:pt x="2124075" y="1566863"/>
                </a:cubicBezTo>
                <a:cubicBezTo>
                  <a:pt x="2122277" y="1573157"/>
                  <a:pt x="2121035" y="1579598"/>
                  <a:pt x="2119313" y="1585913"/>
                </a:cubicBezTo>
                <a:cubicBezTo>
                  <a:pt x="2116272" y="1597063"/>
                  <a:pt x="2112963" y="1608138"/>
                  <a:pt x="2109788" y="1619250"/>
                </a:cubicBezTo>
                <a:cubicBezTo>
                  <a:pt x="2112277" y="1649124"/>
                  <a:pt x="2107064" y="1672060"/>
                  <a:pt x="2124075" y="1695450"/>
                </a:cubicBezTo>
                <a:cubicBezTo>
                  <a:pt x="2132684" y="1707287"/>
                  <a:pt x="2140941" y="1720006"/>
                  <a:pt x="2152650" y="1728788"/>
                </a:cubicBezTo>
                <a:cubicBezTo>
                  <a:pt x="2191906" y="1758230"/>
                  <a:pt x="2195390" y="1747424"/>
                  <a:pt x="2233613" y="1762125"/>
                </a:cubicBezTo>
                <a:cubicBezTo>
                  <a:pt x="2243553" y="1765948"/>
                  <a:pt x="2252159" y="1772831"/>
                  <a:pt x="2262188" y="1776413"/>
                </a:cubicBezTo>
                <a:cubicBezTo>
                  <a:pt x="2274516" y="1780816"/>
                  <a:pt x="2287532" y="1782994"/>
                  <a:pt x="2300288" y="1785938"/>
                </a:cubicBezTo>
                <a:cubicBezTo>
                  <a:pt x="2326067" y="1791887"/>
                  <a:pt x="2332803" y="1791788"/>
                  <a:pt x="2362200" y="1795463"/>
                </a:cubicBezTo>
                <a:cubicBezTo>
                  <a:pt x="2387600" y="1793875"/>
                  <a:pt x="2413206" y="1794299"/>
                  <a:pt x="2438400" y="1790700"/>
                </a:cubicBezTo>
                <a:cubicBezTo>
                  <a:pt x="2468914" y="1786341"/>
                  <a:pt x="2499646" y="1781397"/>
                  <a:pt x="2528888" y="1771650"/>
                </a:cubicBezTo>
                <a:cubicBezTo>
                  <a:pt x="2552461" y="1763792"/>
                  <a:pt x="2574888" y="1752096"/>
                  <a:pt x="2595563" y="1738313"/>
                </a:cubicBezTo>
                <a:cubicBezTo>
                  <a:pt x="2605088" y="1731963"/>
                  <a:pt x="2617110" y="1728299"/>
                  <a:pt x="2624138" y="1719263"/>
                </a:cubicBezTo>
                <a:cubicBezTo>
                  <a:pt x="2635250" y="1704975"/>
                  <a:pt x="2648162" y="1691921"/>
                  <a:pt x="2657475" y="1676400"/>
                </a:cubicBezTo>
                <a:cubicBezTo>
                  <a:pt x="2675847" y="1645782"/>
                  <a:pt x="2666209" y="1659993"/>
                  <a:pt x="2686050" y="1633538"/>
                </a:cubicBezTo>
                <a:cubicBezTo>
                  <a:pt x="2687638" y="1625600"/>
                  <a:pt x="2688850" y="1617578"/>
                  <a:pt x="2690813" y="1609725"/>
                </a:cubicBezTo>
                <a:cubicBezTo>
                  <a:pt x="2692031" y="1604855"/>
                  <a:pt x="2694196" y="1600265"/>
                  <a:pt x="2695575" y="1595438"/>
                </a:cubicBezTo>
                <a:cubicBezTo>
                  <a:pt x="2697373" y="1589144"/>
                  <a:pt x="2698750" y="1582738"/>
                  <a:pt x="2700338" y="1576388"/>
                </a:cubicBezTo>
                <a:cubicBezTo>
                  <a:pt x="2697734" y="1441017"/>
                  <a:pt x="2687853" y="1141815"/>
                  <a:pt x="2705100" y="1019175"/>
                </a:cubicBezTo>
                <a:cubicBezTo>
                  <a:pt x="2706663" y="1008059"/>
                  <a:pt x="2727325" y="1022350"/>
                  <a:pt x="2738438" y="1023938"/>
                </a:cubicBezTo>
                <a:cubicBezTo>
                  <a:pt x="2744788" y="1027113"/>
                  <a:pt x="2753835" y="1027375"/>
                  <a:pt x="2757488" y="1033463"/>
                </a:cubicBezTo>
                <a:cubicBezTo>
                  <a:pt x="2764223" y="1044688"/>
                  <a:pt x="2767013" y="1071563"/>
                  <a:pt x="2767013" y="1071563"/>
                </a:cubicBezTo>
                <a:cubicBezTo>
                  <a:pt x="2768600" y="1139825"/>
                  <a:pt x="2770567" y="1208080"/>
                  <a:pt x="2771775" y="1276350"/>
                </a:cubicBezTo>
                <a:cubicBezTo>
                  <a:pt x="2773742" y="1387469"/>
                  <a:pt x="2773861" y="1498621"/>
                  <a:pt x="2776538" y="1609725"/>
                </a:cubicBezTo>
                <a:cubicBezTo>
                  <a:pt x="2776708" y="1616788"/>
                  <a:pt x="2782179" y="1692906"/>
                  <a:pt x="2786063" y="1709738"/>
                </a:cubicBezTo>
                <a:cubicBezTo>
                  <a:pt x="2790843" y="1730451"/>
                  <a:pt x="2808405" y="1752947"/>
                  <a:pt x="2814638" y="1771650"/>
                </a:cubicBezTo>
                <a:cubicBezTo>
                  <a:pt x="2816225" y="1776413"/>
                  <a:pt x="2815850" y="1782388"/>
                  <a:pt x="2819400" y="1785938"/>
                </a:cubicBezTo>
                <a:cubicBezTo>
                  <a:pt x="2824420" y="1790958"/>
                  <a:pt x="2831897" y="1792732"/>
                  <a:pt x="2838450" y="1795463"/>
                </a:cubicBezTo>
                <a:cubicBezTo>
                  <a:pt x="2850970" y="1800680"/>
                  <a:pt x="2863481" y="1806120"/>
                  <a:pt x="2876550" y="1809750"/>
                </a:cubicBezTo>
                <a:cubicBezTo>
                  <a:pt x="2897149" y="1815472"/>
                  <a:pt x="2969439" y="1827000"/>
                  <a:pt x="2986088" y="1828800"/>
                </a:cubicBezTo>
                <a:cubicBezTo>
                  <a:pt x="3024099" y="1832909"/>
                  <a:pt x="3100388" y="1838325"/>
                  <a:pt x="3100388" y="1838325"/>
                </a:cubicBezTo>
                <a:cubicBezTo>
                  <a:pt x="3148013" y="1831975"/>
                  <a:pt x="3196012" y="1827979"/>
                  <a:pt x="3243263" y="1819275"/>
                </a:cubicBezTo>
                <a:cubicBezTo>
                  <a:pt x="3256602" y="1816818"/>
                  <a:pt x="3271396" y="1814188"/>
                  <a:pt x="3281363" y="1804988"/>
                </a:cubicBezTo>
                <a:cubicBezTo>
                  <a:pt x="3293373" y="1793902"/>
                  <a:pt x="3297238" y="1776413"/>
                  <a:pt x="3305175" y="1762125"/>
                </a:cubicBezTo>
                <a:cubicBezTo>
                  <a:pt x="3313113" y="1731963"/>
                  <a:pt x="3325544" y="1702637"/>
                  <a:pt x="3328988" y="1671638"/>
                </a:cubicBezTo>
                <a:cubicBezTo>
                  <a:pt x="3334989" y="1617618"/>
                  <a:pt x="3331717" y="1643006"/>
                  <a:pt x="3338513" y="1595438"/>
                </a:cubicBezTo>
                <a:cubicBezTo>
                  <a:pt x="3332163" y="1506538"/>
                  <a:pt x="3326514" y="1417585"/>
                  <a:pt x="3319463" y="1328738"/>
                </a:cubicBezTo>
                <a:cubicBezTo>
                  <a:pt x="3318575" y="1317548"/>
                  <a:pt x="3316184" y="1306527"/>
                  <a:pt x="3314700" y="1295400"/>
                </a:cubicBezTo>
                <a:cubicBezTo>
                  <a:pt x="3313008" y="1282713"/>
                  <a:pt x="3312042" y="1269925"/>
                  <a:pt x="3309938" y="1257300"/>
                </a:cubicBezTo>
                <a:cubicBezTo>
                  <a:pt x="3308486" y="1248586"/>
                  <a:pt x="3296178" y="1206497"/>
                  <a:pt x="3295650" y="1204913"/>
                </a:cubicBezTo>
                <a:cubicBezTo>
                  <a:pt x="3291361" y="1192045"/>
                  <a:pt x="3285652" y="1179681"/>
                  <a:pt x="3281363" y="1166813"/>
                </a:cubicBezTo>
                <a:cubicBezTo>
                  <a:pt x="3277708" y="1155849"/>
                  <a:pt x="3275987" y="1144262"/>
                  <a:pt x="3271838" y="1133475"/>
                </a:cubicBezTo>
                <a:cubicBezTo>
                  <a:pt x="3268015" y="1123535"/>
                  <a:pt x="3261875" y="1114631"/>
                  <a:pt x="3257550" y="1104900"/>
                </a:cubicBezTo>
                <a:cubicBezTo>
                  <a:pt x="3232527" y="1048599"/>
                  <a:pt x="3286714" y="1158761"/>
                  <a:pt x="3248025" y="1062038"/>
                </a:cubicBezTo>
                <a:cubicBezTo>
                  <a:pt x="3242010" y="1047000"/>
                  <a:pt x="3216921" y="1006277"/>
                  <a:pt x="3205163" y="990600"/>
                </a:cubicBezTo>
                <a:cubicBezTo>
                  <a:pt x="3192584" y="973828"/>
                  <a:pt x="3179313" y="952390"/>
                  <a:pt x="3162300" y="938213"/>
                </a:cubicBezTo>
                <a:cubicBezTo>
                  <a:pt x="3148395" y="926625"/>
                  <a:pt x="3133255" y="916567"/>
                  <a:pt x="3119438" y="904875"/>
                </a:cubicBezTo>
                <a:cubicBezTo>
                  <a:pt x="3090060" y="880016"/>
                  <a:pt x="3112697" y="889927"/>
                  <a:pt x="3086100" y="881063"/>
                </a:cubicBezTo>
                <a:cubicBezTo>
                  <a:pt x="3084513" y="876300"/>
                  <a:pt x="3085150" y="870042"/>
                  <a:pt x="3081338" y="866775"/>
                </a:cubicBezTo>
                <a:cubicBezTo>
                  <a:pt x="3073253" y="859845"/>
                  <a:pt x="3061895" y="857967"/>
                  <a:pt x="3052763" y="852488"/>
                </a:cubicBezTo>
                <a:cubicBezTo>
                  <a:pt x="3045957" y="848404"/>
                  <a:pt x="3040063" y="842963"/>
                  <a:pt x="3033713" y="838200"/>
                </a:cubicBezTo>
                <a:cubicBezTo>
                  <a:pt x="3032125" y="833438"/>
                  <a:pt x="3031735" y="828090"/>
                  <a:pt x="3028950" y="823913"/>
                </a:cubicBezTo>
                <a:cubicBezTo>
                  <a:pt x="3019295" y="809431"/>
                  <a:pt x="3010513" y="807550"/>
                  <a:pt x="2995613" y="800100"/>
                </a:cubicBezTo>
                <a:cubicBezTo>
                  <a:pt x="2994025" y="795338"/>
                  <a:pt x="2987300" y="789363"/>
                  <a:pt x="2990850" y="785813"/>
                </a:cubicBezTo>
                <a:cubicBezTo>
                  <a:pt x="2996273" y="780390"/>
                  <a:pt x="3026224" y="770846"/>
                  <a:pt x="3038475" y="766763"/>
                </a:cubicBezTo>
                <a:cubicBezTo>
                  <a:pt x="3071813" y="769938"/>
                  <a:pt x="3105243" y="772258"/>
                  <a:pt x="3138488" y="776288"/>
                </a:cubicBezTo>
                <a:cubicBezTo>
                  <a:pt x="3184149" y="781823"/>
                  <a:pt x="3212331" y="789665"/>
                  <a:pt x="3257550" y="800100"/>
                </a:cubicBezTo>
                <a:cubicBezTo>
                  <a:pt x="3283998" y="798544"/>
                  <a:pt x="3343943" y="808692"/>
                  <a:pt x="3367088" y="776288"/>
                </a:cubicBezTo>
                <a:cubicBezTo>
                  <a:pt x="3377026" y="762375"/>
                  <a:pt x="3379788" y="744538"/>
                  <a:pt x="3386138" y="728663"/>
                </a:cubicBezTo>
                <a:cubicBezTo>
                  <a:pt x="3393145" y="637567"/>
                  <a:pt x="3395210" y="640077"/>
                  <a:pt x="3386138" y="519113"/>
                </a:cubicBezTo>
                <a:cubicBezTo>
                  <a:pt x="3385043" y="504518"/>
                  <a:pt x="3381448" y="490064"/>
                  <a:pt x="3376613" y="476250"/>
                </a:cubicBezTo>
                <a:cubicBezTo>
                  <a:pt x="3370276" y="458145"/>
                  <a:pt x="3359924" y="441673"/>
                  <a:pt x="3352800" y="423863"/>
                </a:cubicBezTo>
                <a:cubicBezTo>
                  <a:pt x="3344035" y="401951"/>
                  <a:pt x="3340361" y="377867"/>
                  <a:pt x="3328988" y="357188"/>
                </a:cubicBezTo>
                <a:cubicBezTo>
                  <a:pt x="3322496" y="345385"/>
                  <a:pt x="3310932" y="337028"/>
                  <a:pt x="3300413" y="328613"/>
                </a:cubicBezTo>
                <a:cubicBezTo>
                  <a:pt x="3221757" y="265688"/>
                  <a:pt x="3258272" y="295637"/>
                  <a:pt x="3190875" y="261938"/>
                </a:cubicBezTo>
                <a:cubicBezTo>
                  <a:pt x="3157214" y="245107"/>
                  <a:pt x="3127258" y="219127"/>
                  <a:pt x="3090863" y="209550"/>
                </a:cubicBezTo>
                <a:cubicBezTo>
                  <a:pt x="3060700" y="201613"/>
                  <a:pt x="3030789" y="192650"/>
                  <a:pt x="3000375" y="185738"/>
                </a:cubicBezTo>
                <a:cubicBezTo>
                  <a:pt x="2960908" y="176768"/>
                  <a:pt x="2919709" y="174724"/>
                  <a:pt x="2881313" y="161925"/>
                </a:cubicBezTo>
                <a:cubicBezTo>
                  <a:pt x="2871788" y="158750"/>
                  <a:pt x="2862747" y="153185"/>
                  <a:pt x="2852738" y="152400"/>
                </a:cubicBezTo>
                <a:cubicBezTo>
                  <a:pt x="2781449" y="146809"/>
                  <a:pt x="2638425" y="142875"/>
                  <a:pt x="2638425" y="142875"/>
                </a:cubicBezTo>
                <a:cubicBezTo>
                  <a:pt x="2557984" y="112711"/>
                  <a:pt x="2642429" y="141012"/>
                  <a:pt x="2562225" y="123825"/>
                </a:cubicBezTo>
                <a:cubicBezTo>
                  <a:pt x="2552408" y="121721"/>
                  <a:pt x="2543495" y="116269"/>
                  <a:pt x="2533650" y="114300"/>
                </a:cubicBezTo>
                <a:lnTo>
                  <a:pt x="2509838" y="109538"/>
                </a:lnTo>
                <a:cubicBezTo>
                  <a:pt x="2492512" y="95678"/>
                  <a:pt x="2481286" y="88135"/>
                  <a:pt x="2466975" y="71438"/>
                </a:cubicBezTo>
                <a:cubicBezTo>
                  <a:pt x="2463250" y="67092"/>
                  <a:pt x="2460777" y="61808"/>
                  <a:pt x="2457450" y="57150"/>
                </a:cubicBezTo>
                <a:cubicBezTo>
                  <a:pt x="2452837" y="50691"/>
                  <a:pt x="2448329" y="44126"/>
                  <a:pt x="2443163" y="38100"/>
                </a:cubicBezTo>
                <a:cubicBezTo>
                  <a:pt x="2412059" y="1813"/>
                  <a:pt x="2447466" y="47168"/>
                  <a:pt x="2409825" y="9525"/>
                </a:cubicBezTo>
                <a:cubicBezTo>
                  <a:pt x="2407315" y="7015"/>
                  <a:pt x="2406650" y="3175"/>
                  <a:pt x="2405063" y="0"/>
                </a:cubicBezTo>
              </a:path>
            </a:pathLst>
          </a:custGeom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0A0DBF85-10F8-E0F6-9447-CA9A9CBE1418}"/>
              </a:ext>
            </a:extLst>
          </p:cNvPr>
          <p:cNvSpPr txBox="1"/>
          <p:nvPr/>
        </p:nvSpPr>
        <p:spPr>
          <a:xfrm>
            <a:off x="2793470" y="2788427"/>
            <a:ext cx="226815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nl-NL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nl-NL" sz="105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visitHello</a:t>
            </a:r>
            <a:r>
              <a:rPr lang="nl-NL" sz="105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l-NL" sz="1050" dirty="0" err="1">
                <a:solidFill>
                  <a:srgbClr val="267F99"/>
                </a:solidFill>
                <a:latin typeface="Consolas" panose="020B0609020204030204" pitchFamily="49" charset="0"/>
              </a:rPr>
              <a:t>HelloContext</a:t>
            </a:r>
            <a:r>
              <a:rPr lang="nl-NL" sz="105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nl-NL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C6E15DBA-BD64-89AF-BEC4-FAB49257527B}"/>
              </a:ext>
            </a:extLst>
          </p:cNvPr>
          <p:cNvSpPr txBox="1"/>
          <p:nvPr/>
        </p:nvSpPr>
        <p:spPr>
          <a:xfrm>
            <a:off x="2927562" y="2273124"/>
            <a:ext cx="271800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nl-NL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nl-NL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visitMyStart</a:t>
            </a:r>
            <a:r>
              <a:rPr lang="nl-NL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l-NL" sz="1050" dirty="0" err="1">
                <a:solidFill>
                  <a:srgbClr val="267F99"/>
                </a:solidFill>
                <a:latin typeface="Consolas" panose="020B0609020204030204" pitchFamily="49" charset="0"/>
              </a:rPr>
              <a:t>MyStart</a:t>
            </a:r>
            <a:r>
              <a:rPr lang="nl-NL" sz="105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nl-NL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nl-NL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1579909-1E1D-0381-E0B1-8E697CFA6362}"/>
              </a:ext>
            </a:extLst>
          </p:cNvPr>
          <p:cNvSpPr txBox="1"/>
          <p:nvPr/>
        </p:nvSpPr>
        <p:spPr>
          <a:xfrm>
            <a:off x="2515617" y="3307799"/>
            <a:ext cx="226815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nl-NL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nl-NL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visitName</a:t>
            </a:r>
            <a:r>
              <a:rPr lang="nl-NL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l-NL" sz="105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nl-NL" sz="105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nl-NL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nl-NL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556EC3BF-83C6-8C63-704F-90C827F8BF2D}"/>
              </a:ext>
            </a:extLst>
          </p:cNvPr>
          <p:cNvCxnSpPr/>
          <p:nvPr/>
        </p:nvCxnSpPr>
        <p:spPr bwMode="auto">
          <a:xfrm>
            <a:off x="1961652" y="1988808"/>
            <a:ext cx="0" cy="297039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kstvak 7">
            <a:extLst>
              <a:ext uri="{FF2B5EF4-FFF2-40B4-BE49-F238E27FC236}">
                <a16:creationId xmlns:a16="http://schemas.microsoft.com/office/drawing/2014/main" id="{22C99B3B-7AA4-6318-5084-295768E118C0}"/>
              </a:ext>
            </a:extLst>
          </p:cNvPr>
          <p:cNvSpPr txBox="1"/>
          <p:nvPr/>
        </p:nvSpPr>
        <p:spPr>
          <a:xfrm>
            <a:off x="1601604" y="146661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APIs</a:t>
            </a:r>
          </a:p>
        </p:txBody>
      </p: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152C37CD-3B1D-5186-E836-DEC8BC49980D}"/>
              </a:ext>
            </a:extLst>
          </p:cNvPr>
          <p:cNvCxnSpPr/>
          <p:nvPr/>
        </p:nvCxnSpPr>
        <p:spPr bwMode="auto">
          <a:xfrm flipH="1">
            <a:off x="1601604" y="2528880"/>
            <a:ext cx="63008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C9937909-4569-B550-F733-C0ED54E862C7}"/>
              </a:ext>
            </a:extLst>
          </p:cNvPr>
          <p:cNvCxnSpPr/>
          <p:nvPr/>
        </p:nvCxnSpPr>
        <p:spPr bwMode="auto">
          <a:xfrm flipH="1">
            <a:off x="1606327" y="2996176"/>
            <a:ext cx="63008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32837B26-5C5A-3DFC-184D-E3D23C2E8501}"/>
              </a:ext>
            </a:extLst>
          </p:cNvPr>
          <p:cNvCxnSpPr/>
          <p:nvPr/>
        </p:nvCxnSpPr>
        <p:spPr bwMode="auto">
          <a:xfrm flipH="1">
            <a:off x="1601604" y="3515548"/>
            <a:ext cx="63008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vak 13">
            <a:extLst>
              <a:ext uri="{FF2B5EF4-FFF2-40B4-BE49-F238E27FC236}">
                <a16:creationId xmlns:a16="http://schemas.microsoft.com/office/drawing/2014/main" id="{0DA79C86-1ED4-E712-06E7-312FC8750BC8}"/>
              </a:ext>
            </a:extLst>
          </p:cNvPr>
          <p:cNvSpPr txBox="1"/>
          <p:nvPr/>
        </p:nvSpPr>
        <p:spPr>
          <a:xfrm>
            <a:off x="307337" y="2557594"/>
            <a:ext cx="1040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Rest of</a:t>
            </a:r>
          </a:p>
          <a:p>
            <a:r>
              <a:rPr lang="en-US" sz="1400" dirty="0"/>
              <a:t>application</a:t>
            </a:r>
          </a:p>
        </p:txBody>
      </p:sp>
    </p:spTree>
    <p:extLst>
      <p:ext uri="{BB962C8B-B14F-4D97-AF65-F5344CB8AC3E}">
        <p14:creationId xmlns:p14="http://schemas.microsoft.com/office/powerpoint/2010/main" val="121522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F4996D-1146-550E-DE6E-C04877E51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 Visitor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A204CC6-675D-4F4B-E7F5-4F6F57677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71398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ardontwerp">
  <a:themeElements>
    <a:clrScheme name="Standaardontwe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ardontwer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ardontwe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934CFCC658D048BFAD706E4E30707E" ma:contentTypeVersion="0" ma:contentTypeDescription="Create a new document." ma:contentTypeScope="" ma:versionID="2b58cac721d56c791cd09e4a3cfdeb2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67e30616eeadeb776f014c5fbcfd8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6984BB-E88B-4694-9FA0-49EC1F2DF5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3FC8A3-6587-40B8-8C07-DD6853736ADF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c50ae0a0-5225-49ca-816d-fa9d7d7ed806"/>
    <ds:schemaRef ds:uri="fbda534c-2e95-4822-892f-e4ca2919e064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97B733D-BE6B-40B3-A404-47AA97FD15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461</TotalTime>
  <Words>196</Words>
  <Application>Microsoft Office PowerPoint</Application>
  <PresentationFormat>Diavoorstelling (4:3)</PresentationFormat>
  <Paragraphs>52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1" baseType="lpstr">
      <vt:lpstr>Arial</vt:lpstr>
      <vt:lpstr>Consolas</vt:lpstr>
      <vt:lpstr>PT Sans</vt:lpstr>
      <vt:lpstr>Standaardontwerp</vt:lpstr>
      <vt:lpstr>Automata</vt:lpstr>
      <vt:lpstr>Recap: Listener Methods</vt:lpstr>
      <vt:lpstr>Visitor design pattern</vt:lpstr>
      <vt:lpstr>Listener vs. Visitor</vt:lpstr>
      <vt:lpstr>Context classes</vt:lpstr>
      <vt:lpstr>Visit method</vt:lpstr>
      <vt:lpstr>Implementing a Visitor</vt:lpstr>
    </vt:vector>
  </TitlesOfParts>
  <Company>Fontys Hogescholen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Languages, grammars and automata.</dc:title>
  <dc:creator>Addie de Fluiter</dc:creator>
  <cp:lastModifiedBy>Hans van Heumen</cp:lastModifiedBy>
  <cp:revision>219</cp:revision>
  <dcterms:created xsi:type="dcterms:W3CDTF">2008-02-27T16:33:19Z</dcterms:created>
  <dcterms:modified xsi:type="dcterms:W3CDTF">2024-09-16T14:57:52Z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0x010100E4934CFCC658D048BFAD706E4E30707E</vt:lpwstr>
  </property>
</Properties>
</file>