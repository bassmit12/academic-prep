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12"/>
  </p:notesMasterIdLst>
  <p:handoutMasterIdLst>
    <p:handoutMasterId r:id="rId13"/>
  </p:handoutMasterIdLst>
  <p:sldIdLst>
    <p:sldId id="343" r:id="rId5"/>
    <p:sldId id="344" r:id="rId6"/>
    <p:sldId id="350" r:id="rId7"/>
    <p:sldId id="352" r:id="rId8"/>
    <p:sldId id="353" r:id="rId9"/>
    <p:sldId id="345" r:id="rId10"/>
    <p:sldId id="35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230145-5D8B-4B92-A868-14F68E3BD904}" v="37" dt="2025-05-26T10:14:32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1039" autoAdjust="0"/>
  </p:normalViewPr>
  <p:slideViewPr>
    <p:cSldViewPr>
      <p:cViewPr varScale="1">
        <p:scale>
          <a:sx n="140" d="100"/>
          <a:sy n="140" d="100"/>
        </p:scale>
        <p:origin x="618" y="120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4T09:12:44.759" v="296" actId="47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del mod">
        <pc:chgData name="Heumen,Hans J.B.H.M. van" userId="357d3a60-27dc-42a3-bd03-172815e944eb" providerId="ADAL" clId="{602527C1-0509-4B58-8E1C-2D6B4B375E02}" dt="2024-09-04T09:12:42.028" v="294" actId="47"/>
        <pc:sldMkLst>
          <pc:docMk/>
          <pc:sldMk cId="3833983145" sldId="323"/>
        </pc:sldMkLst>
      </pc:sldChg>
      <pc:sldChg chg="del">
        <pc:chgData name="Heumen,Hans J.B.H.M. van" userId="357d3a60-27dc-42a3-bd03-172815e944eb" providerId="ADAL" clId="{602527C1-0509-4B58-8E1C-2D6B4B375E02}" dt="2024-09-04T09:12:43.674" v="295" actId="47"/>
        <pc:sldMkLst>
          <pc:docMk/>
          <pc:sldMk cId="3334751044" sldId="325"/>
        </pc:sldMkLst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4T09:12:44.759" v="296" actId="47"/>
        <pc:sldMkLst>
          <pc:docMk/>
          <pc:sldMk cId="192434328" sldId="347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</pc:sldChg>
    </pc:docChg>
  </pc:docChgLst>
  <pc:docChgLst>
    <pc:chgData name="Heumen,Hans J.B.H.M. van" userId="357d3a60-27dc-42a3-bd03-172815e944eb" providerId="ADAL" clId="{0BC3AD57-20B8-4B3A-A723-6D2FCFA735B8}"/>
    <pc:docChg chg="undo custSel addSld delSld modSld">
      <pc:chgData name="Heumen,Hans J.B.H.M. van" userId="357d3a60-27dc-42a3-bd03-172815e944eb" providerId="ADAL" clId="{0BC3AD57-20B8-4B3A-A723-6D2FCFA735B8}" dt="2024-09-22T09:19:00.572" v="923" actId="20577"/>
      <pc:docMkLst>
        <pc:docMk/>
      </pc:docMkLst>
      <pc:sldChg chg="modSp add mod">
        <pc:chgData name="Heumen,Hans J.B.H.M. van" userId="357d3a60-27dc-42a3-bd03-172815e944eb" providerId="ADAL" clId="{0BC3AD57-20B8-4B3A-A723-6D2FCFA735B8}" dt="2024-09-21T07:04:43.114" v="851" actId="20577"/>
        <pc:sldMkLst>
          <pc:docMk/>
          <pc:sldMk cId="876110591" sldId="280"/>
        </pc:sldMkLst>
      </pc:sldChg>
      <pc:sldChg chg="modSp new mod">
        <pc:chgData name="Heumen,Hans J.B.H.M. van" userId="357d3a60-27dc-42a3-bd03-172815e944eb" providerId="ADAL" clId="{0BC3AD57-20B8-4B3A-A723-6D2FCFA735B8}" dt="2024-09-22T09:19:00.572" v="923" actId="20577"/>
        <pc:sldMkLst>
          <pc:docMk/>
          <pc:sldMk cId="1316010198" sldId="344"/>
        </pc:sldMkLst>
      </pc:sldChg>
      <pc:sldChg chg="modSp add mod">
        <pc:chgData name="Heumen,Hans J.B.H.M. van" userId="357d3a60-27dc-42a3-bd03-172815e944eb" providerId="ADAL" clId="{0BC3AD57-20B8-4B3A-A723-6D2FCFA735B8}" dt="2024-09-21T07:05:11.674" v="853" actId="20577"/>
        <pc:sldMkLst>
          <pc:docMk/>
          <pc:sldMk cId="3679204214" sldId="345"/>
        </pc:sldMkLst>
      </pc:sldChg>
      <pc:sldChg chg="modSp add mod">
        <pc:chgData name="Heumen,Hans J.B.H.M. van" userId="357d3a60-27dc-42a3-bd03-172815e944eb" providerId="ADAL" clId="{0BC3AD57-20B8-4B3A-A723-6D2FCFA735B8}" dt="2024-09-20T09:32:04.494" v="256" actId="20577"/>
        <pc:sldMkLst>
          <pc:docMk/>
          <pc:sldMk cId="3099931907" sldId="346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343771398" sldId="347"/>
        </pc:sldMkLst>
      </pc:sldChg>
      <pc:sldChg chg="modSp add mod">
        <pc:chgData name="Heumen,Hans J.B.H.M. van" userId="357d3a60-27dc-42a3-bd03-172815e944eb" providerId="ADAL" clId="{0BC3AD57-20B8-4B3A-A723-6D2FCFA735B8}" dt="2024-09-21T06:47:10.611" v="813"/>
        <pc:sldMkLst>
          <pc:docMk/>
          <pc:sldMk cId="1741734347" sldId="347"/>
        </pc:sldMkLst>
      </pc:sldChg>
      <pc:sldChg chg="modSp add mod">
        <pc:chgData name="Heumen,Hans J.B.H.M. van" userId="357d3a60-27dc-42a3-bd03-172815e944eb" providerId="ADAL" clId="{0BC3AD57-20B8-4B3A-A723-6D2FCFA735B8}" dt="2024-09-20T09:47:23.647" v="607" actId="20577"/>
        <pc:sldMkLst>
          <pc:docMk/>
          <pc:sldMk cId="950063441" sldId="348"/>
        </pc:sldMkLst>
      </pc:sldChg>
      <pc:sldChg chg="modSp add mod">
        <pc:chgData name="Heumen,Hans J.B.H.M. van" userId="357d3a60-27dc-42a3-bd03-172815e944eb" providerId="ADAL" clId="{0BC3AD57-20B8-4B3A-A723-6D2FCFA735B8}" dt="2024-09-21T08:05:59.180" v="921" actId="20577"/>
        <pc:sldMkLst>
          <pc:docMk/>
          <pc:sldMk cId="3315515129" sldId="349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215228781" sldId="351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2792390290" sldId="353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2966997610" sldId="354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444087917" sldId="355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729248243" sldId="356"/>
        </pc:sldMkLst>
      </pc:sldChg>
    </pc:docChg>
  </pc:docChgLst>
  <pc:docChgLst>
    <pc:chgData name="Heumen,Hans J.B.H.M. van" userId="357d3a60-27dc-42a3-bd03-172815e944eb" providerId="ADAL" clId="{CCBAF4AD-5676-474A-A1B4-F01B4586C517}"/>
    <pc:docChg chg="custSel modSld">
      <pc:chgData name="Heumen,Hans J.B.H.M. van" userId="357d3a60-27dc-42a3-bd03-172815e944eb" providerId="ADAL" clId="{CCBAF4AD-5676-474A-A1B4-F01B4586C517}" dt="2024-09-10T12:59:20.651" v="8" actId="1076"/>
      <pc:docMkLst>
        <pc:docMk/>
      </pc:docMkLst>
      <pc:sldChg chg="addSp delSp modSp mod">
        <pc:chgData name="Heumen,Hans J.B.H.M. van" userId="357d3a60-27dc-42a3-bd03-172815e944eb" providerId="ADAL" clId="{CCBAF4AD-5676-474A-A1B4-F01B4586C517}" dt="2024-09-10T12:59:20.651" v="8" actId="1076"/>
        <pc:sldMkLst>
          <pc:docMk/>
          <pc:sldMk cId="1978844259" sldId="345"/>
        </pc:sldMkLst>
      </pc:sldChg>
      <pc:sldChg chg="addSp delSp modSp mod">
        <pc:chgData name="Heumen,Hans J.B.H.M. van" userId="357d3a60-27dc-42a3-bd03-172815e944eb" providerId="ADAL" clId="{CCBAF4AD-5676-474A-A1B4-F01B4586C517}" dt="2024-09-10T12:59:13.350" v="5" actId="21"/>
        <pc:sldMkLst>
          <pc:docMk/>
          <pc:sldMk cId="779908004" sldId="346"/>
        </pc:sldMkLst>
      </pc:sldChg>
    </pc:docChg>
  </pc:docChgLst>
  <pc:docChgLst>
    <pc:chgData name="Heumen,Hans J.B.H.M. van" userId="357d3a60-27dc-42a3-bd03-172815e944eb" providerId="ADAL" clId="{0ED251DA-114D-43BC-821F-8AC0ED795253}"/>
    <pc:docChg chg="undo custSel addSld delSld modSld">
      <pc:chgData name="Heumen,Hans J.B.H.M. van" userId="357d3a60-27dc-42a3-bd03-172815e944eb" providerId="ADAL" clId="{0ED251DA-114D-43BC-821F-8AC0ED795253}" dt="2024-09-10T15:43:11.561" v="316" actId="208"/>
      <pc:docMkLst>
        <pc:docMk/>
      </pc:docMkLst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741171790" sldId="341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899385015" sldId="344"/>
        </pc:sldMkLst>
      </pc:sldChg>
      <pc:sldChg chg="modSp new mod">
        <pc:chgData name="Heumen,Hans J.B.H.M. van" userId="357d3a60-27dc-42a3-bd03-172815e944eb" providerId="ADAL" clId="{0ED251DA-114D-43BC-821F-8AC0ED795253}" dt="2024-09-09T11:49:16.084" v="16" actId="20577"/>
        <pc:sldMkLst>
          <pc:docMk/>
          <pc:sldMk cId="2749120552" sldId="344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08.608" v="314" actId="47"/>
        <pc:sldMkLst>
          <pc:docMk/>
          <pc:sldMk cId="1978844259" sldId="345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22.543" v="315" actId="47"/>
        <pc:sldMkLst>
          <pc:docMk/>
          <pc:sldMk cId="779908004" sldId="346"/>
        </pc:sldMkLst>
      </pc:sldChg>
      <pc:sldChg chg="modSp new mod">
        <pc:chgData name="Heumen,Hans J.B.H.M. van" userId="357d3a60-27dc-42a3-bd03-172815e944eb" providerId="ADAL" clId="{0ED251DA-114D-43BC-821F-8AC0ED795253}" dt="2024-09-09T11:53:01.644" v="100" actId="20577"/>
        <pc:sldMkLst>
          <pc:docMk/>
          <pc:sldMk cId="343771398" sldId="347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07.362" v="313" actId="47"/>
        <pc:sldMkLst>
          <pc:docMk/>
          <pc:sldMk cId="2225486896" sldId="348"/>
        </pc:sldMkLst>
      </pc:sldChg>
      <pc:sldChg chg="addSp delSp modSp new mod">
        <pc:chgData name="Heumen,Hans J.B.H.M. van" userId="357d3a60-27dc-42a3-bd03-172815e944eb" providerId="ADAL" clId="{0ED251DA-114D-43BC-821F-8AC0ED795253}" dt="2024-09-10T15:43:11.561" v="316" actId="208"/>
        <pc:sldMkLst>
          <pc:docMk/>
          <pc:sldMk cId="4218566992" sldId="349"/>
        </pc:sldMkLst>
      </pc:sldChg>
      <pc:sldChg chg="addSp delSp modSp add mod">
        <pc:chgData name="Heumen,Hans J.B.H.M. van" userId="357d3a60-27dc-42a3-bd03-172815e944eb" providerId="ADAL" clId="{0ED251DA-114D-43BC-821F-8AC0ED795253}" dt="2024-09-10T15:39:49.968" v="312" actId="208"/>
        <pc:sldMkLst>
          <pc:docMk/>
          <pc:sldMk cId="466776547" sldId="35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9716AE7F-0305-4876-8C54-FF4C03455214}"/>
    <pc:docChg chg="undo custSel addSld delSld modSld sldOrd">
      <pc:chgData name="Heumen,Hans J.B.H.M. van" userId="357d3a60-27dc-42a3-bd03-172815e944eb" providerId="ADAL" clId="{9716AE7F-0305-4876-8C54-FF4C03455214}" dt="2024-09-30T10:03:36.341" v="385" actId="20577"/>
      <pc:docMkLst>
        <pc:docMk/>
      </pc:docMkLst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876110591" sldId="280"/>
        </pc:sldMkLst>
      </pc:sldChg>
      <pc:sldChg chg="add del">
        <pc:chgData name="Heumen,Hans J.B.H.M. van" userId="357d3a60-27dc-42a3-bd03-172815e944eb" providerId="ADAL" clId="{9716AE7F-0305-4876-8C54-FF4C03455214}" dt="2024-09-30T08:18:32.265" v="2" actId="47"/>
        <pc:sldMkLst>
          <pc:docMk/>
          <pc:sldMk cId="1086025263" sldId="344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1316010198" sldId="344"/>
        </pc:sldMkLst>
      </pc:sldChg>
      <pc:sldChg chg="modSp new mod">
        <pc:chgData name="Heumen,Hans J.B.H.M. van" userId="357d3a60-27dc-42a3-bd03-172815e944eb" providerId="ADAL" clId="{9716AE7F-0305-4876-8C54-FF4C03455214}" dt="2024-09-30T08:34:07.591" v="124" actId="5793"/>
        <pc:sldMkLst>
          <pc:docMk/>
          <pc:sldMk cId="2747973922" sldId="344"/>
        </pc:sldMkLst>
      </pc:sldChg>
      <pc:sldChg chg="add">
        <pc:chgData name="Heumen,Hans J.B.H.M. van" userId="357d3a60-27dc-42a3-bd03-172815e944eb" providerId="ADAL" clId="{9716AE7F-0305-4876-8C54-FF4C03455214}" dt="2024-09-30T08:24:34.716" v="62"/>
        <pc:sldMkLst>
          <pc:docMk/>
          <pc:sldMk cId="1150393311" sldId="345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679204214" sldId="345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099931907" sldId="346"/>
        </pc:sldMkLst>
      </pc:sldChg>
      <pc:sldChg chg="modSp new mod modNotesTx">
        <pc:chgData name="Heumen,Hans J.B.H.M. van" userId="357d3a60-27dc-42a3-bd03-172815e944eb" providerId="ADAL" clId="{9716AE7F-0305-4876-8C54-FF4C03455214}" dt="2024-09-30T09:14:13.618" v="310" actId="20577"/>
        <pc:sldMkLst>
          <pc:docMk/>
          <pc:sldMk cId="4167207510" sldId="346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1741734347" sldId="347"/>
        </pc:sldMkLst>
      </pc:sldChg>
      <pc:sldChg chg="modSp add mod">
        <pc:chgData name="Heumen,Hans J.B.H.M. van" userId="357d3a60-27dc-42a3-bd03-172815e944eb" providerId="ADAL" clId="{9716AE7F-0305-4876-8C54-FF4C03455214}" dt="2024-09-30T08:33:09.182" v="116" actId="20577"/>
        <pc:sldMkLst>
          <pc:docMk/>
          <pc:sldMk cId="2278843272" sldId="347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950063441" sldId="348"/>
        </pc:sldMkLst>
      </pc:sldChg>
      <pc:sldChg chg="add">
        <pc:chgData name="Heumen,Hans J.B.H.M. van" userId="357d3a60-27dc-42a3-bd03-172815e944eb" providerId="ADAL" clId="{9716AE7F-0305-4876-8C54-FF4C03455214}" dt="2024-09-30T09:07:33.532" v="252"/>
        <pc:sldMkLst>
          <pc:docMk/>
          <pc:sldMk cId="3152089915" sldId="348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315515129" sldId="349"/>
        </pc:sldMkLst>
      </pc:sldChg>
      <pc:sldChg chg="modSp new mod">
        <pc:chgData name="Heumen,Hans J.B.H.M. van" userId="357d3a60-27dc-42a3-bd03-172815e944eb" providerId="ADAL" clId="{9716AE7F-0305-4876-8C54-FF4C03455214}" dt="2024-09-30T09:42:48.958" v="345" actId="113"/>
        <pc:sldMkLst>
          <pc:docMk/>
          <pc:sldMk cId="3386208238" sldId="349"/>
        </pc:sldMkLst>
      </pc:sldChg>
      <pc:sldChg chg="modSp add mod">
        <pc:chgData name="Heumen,Hans J.B.H.M. van" userId="357d3a60-27dc-42a3-bd03-172815e944eb" providerId="ADAL" clId="{9716AE7F-0305-4876-8C54-FF4C03455214}" dt="2024-09-30T09:43:22.645" v="346" actId="113"/>
        <pc:sldMkLst>
          <pc:docMk/>
          <pc:sldMk cId="1197420485" sldId="350"/>
        </pc:sldMkLst>
      </pc:sldChg>
      <pc:sldChg chg="addSp delSp modSp new mod ord">
        <pc:chgData name="Heumen,Hans J.B.H.M. van" userId="357d3a60-27dc-42a3-bd03-172815e944eb" providerId="ADAL" clId="{9716AE7F-0305-4876-8C54-FF4C03455214}" dt="2024-09-30T09:50:35.611" v="366"/>
        <pc:sldMkLst>
          <pc:docMk/>
          <pc:sldMk cId="2659735761" sldId="351"/>
        </pc:sldMkLst>
      </pc:sldChg>
      <pc:sldChg chg="modSp new mod">
        <pc:chgData name="Heumen,Hans J.B.H.M. van" userId="357d3a60-27dc-42a3-bd03-172815e944eb" providerId="ADAL" clId="{9716AE7F-0305-4876-8C54-FF4C03455214}" dt="2024-09-30T10:03:36.341" v="385" actId="20577"/>
        <pc:sldMkLst>
          <pc:docMk/>
          <pc:sldMk cId="746154050" sldId="352"/>
        </pc:sldMkLst>
      </pc:sldChg>
    </pc:docChg>
  </pc:docChgLst>
  <pc:docChgLst>
    <pc:chgData name="Heumen,Hans J.B.H.M. van" userId="357d3a60-27dc-42a3-bd03-172815e944eb" providerId="ADAL" clId="{25A8D2FB-707D-4282-B560-A90B1CFBC3C1}"/>
    <pc:docChg chg="undo redo custSel addSld delSld modSld sldOrd">
      <pc:chgData name="Heumen,Hans J.B.H.M. van" userId="357d3a60-27dc-42a3-bd03-172815e944eb" providerId="ADAL" clId="{25A8D2FB-707D-4282-B560-A90B1CFBC3C1}" dt="2024-09-30T11:56:25.948" v="216" actId="20577"/>
      <pc:docMkLst>
        <pc:docMk/>
      </pc:docMkLst>
      <pc:sldChg chg="ord">
        <pc:chgData name="Heumen,Hans J.B.H.M. van" userId="357d3a60-27dc-42a3-bd03-172815e944eb" providerId="ADAL" clId="{25A8D2FB-707D-4282-B560-A90B1CFBC3C1}" dt="2024-09-30T11:25:13.731" v="2"/>
        <pc:sldMkLst>
          <pc:docMk/>
          <pc:sldMk cId="3710166665" sldId="343"/>
        </pc:sldMkLst>
      </pc:sldChg>
      <pc:sldChg chg="addSp delSp modSp new mod">
        <pc:chgData name="Heumen,Hans J.B.H.M. van" userId="357d3a60-27dc-42a3-bd03-172815e944eb" providerId="ADAL" clId="{25A8D2FB-707D-4282-B560-A90B1CFBC3C1}" dt="2024-09-30T11:41:05.877" v="130" actId="6549"/>
        <pc:sldMkLst>
          <pc:docMk/>
          <pc:sldMk cId="282675471" sldId="344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2747973922" sldId="344"/>
        </pc:sldMkLst>
      </pc:sldChg>
      <pc:sldChg chg="addSp delSp modSp new mod modClrScheme chgLayout">
        <pc:chgData name="Heumen,Hans J.B.H.M. van" userId="357d3a60-27dc-42a3-bd03-172815e944eb" providerId="ADAL" clId="{25A8D2FB-707D-4282-B560-A90B1CFBC3C1}" dt="2024-09-30T11:56:25.948" v="216" actId="20577"/>
        <pc:sldMkLst>
          <pc:docMk/>
          <pc:sldMk cId="252238655" sldId="345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1150393311" sldId="345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4167207510" sldId="346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2278843272" sldId="347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3152089915" sldId="348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3386208238" sldId="349"/>
        </pc:sldMkLst>
      </pc:sldChg>
      <pc:sldChg chg="modSp add del mod">
        <pc:chgData name="Heumen,Hans J.B.H.M. van" userId="357d3a60-27dc-42a3-bd03-172815e944eb" providerId="ADAL" clId="{25A8D2FB-707D-4282-B560-A90B1CFBC3C1}" dt="2024-09-30T11:35:05.426" v="126" actId="20577"/>
        <pc:sldMkLst>
          <pc:docMk/>
          <pc:sldMk cId="1197420485" sldId="350"/>
        </pc:sldMkLst>
      </pc:sldChg>
      <pc:sldChg chg="addSp modSp new mod modAnim">
        <pc:chgData name="Heumen,Hans J.B.H.M. van" userId="357d3a60-27dc-42a3-bd03-172815e944eb" providerId="ADAL" clId="{25A8D2FB-707D-4282-B560-A90B1CFBC3C1}" dt="2024-09-30T11:54:14.304" v="214"/>
        <pc:sldMkLst>
          <pc:docMk/>
          <pc:sldMk cId="144690987" sldId="351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2659735761" sldId="351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746154050" sldId="352"/>
        </pc:sldMkLst>
      </pc:sldChg>
    </pc:docChg>
  </pc:docChgLst>
  <pc:docChgLst>
    <pc:chgData name="Heumen,Hans J.B.H.M. van" userId="357d3a60-27dc-42a3-bd03-172815e944eb" providerId="ADAL" clId="{80A42D41-846A-445D-844C-FC2E603BED72}"/>
    <pc:docChg chg="undo custSel addSld delSld modSld sldOrd">
      <pc:chgData name="Heumen,Hans J.B.H.M. van" userId="357d3a60-27dc-42a3-bd03-172815e944eb" providerId="ADAL" clId="{80A42D41-846A-445D-844C-FC2E603BED72}" dt="2024-09-16T14:57:50.697" v="581" actId="20577"/>
      <pc:docMkLst>
        <pc:docMk/>
      </pc:docMkLst>
      <pc:sldChg chg="modSp del mod">
        <pc:chgData name="Heumen,Hans J.B.H.M. van" userId="357d3a60-27dc-42a3-bd03-172815e944eb" providerId="ADAL" clId="{80A42D41-846A-445D-844C-FC2E603BED72}" dt="2024-09-16T14:56:18.955" v="573" actId="47"/>
        <pc:sldMkLst>
          <pc:docMk/>
          <pc:sldMk cId="2749120552" sldId="344"/>
        </pc:sldMkLst>
      </pc:sldChg>
      <pc:sldChg chg="modSp add del mod">
        <pc:chgData name="Heumen,Hans J.B.H.M. van" userId="357d3a60-27dc-42a3-bd03-172815e944eb" providerId="ADAL" clId="{80A42D41-846A-445D-844C-FC2E603BED72}" dt="2024-09-15T14:29:32.900" v="302" actId="20577"/>
        <pc:sldMkLst>
          <pc:docMk/>
          <pc:sldMk cId="343771398" sldId="347"/>
        </pc:sldMkLst>
      </pc:sldChg>
      <pc:sldChg chg="del">
        <pc:chgData name="Heumen,Hans J.B.H.M. van" userId="357d3a60-27dc-42a3-bd03-172815e944eb" providerId="ADAL" clId="{80A42D41-846A-445D-844C-FC2E603BED72}" dt="2024-09-15T12:10:31.342" v="9" actId="47"/>
        <pc:sldMkLst>
          <pc:docMk/>
          <pc:sldMk cId="4218566992" sldId="349"/>
        </pc:sldMkLst>
      </pc:sldChg>
      <pc:sldChg chg="addSp delSp modSp del mod ord">
        <pc:chgData name="Heumen,Hans J.B.H.M. van" userId="357d3a60-27dc-42a3-bd03-172815e944eb" providerId="ADAL" clId="{80A42D41-846A-445D-844C-FC2E603BED72}" dt="2024-09-16T08:41:13.473" v="525" actId="47"/>
        <pc:sldMkLst>
          <pc:docMk/>
          <pc:sldMk cId="466776547" sldId="350"/>
        </pc:sldMkLst>
      </pc:sldChg>
      <pc:sldChg chg="addSp delSp modSp add mod modAnim">
        <pc:chgData name="Heumen,Hans J.B.H.M. van" userId="357d3a60-27dc-42a3-bd03-172815e944eb" providerId="ADAL" clId="{80A42D41-846A-445D-844C-FC2E603BED72}" dt="2024-09-16T08:49:56.669" v="572"/>
        <pc:sldMkLst>
          <pc:docMk/>
          <pc:sldMk cId="1215228781" sldId="351"/>
        </pc:sldMkLst>
      </pc:sldChg>
      <pc:sldChg chg="new del">
        <pc:chgData name="Heumen,Hans J.B.H.M. van" userId="357d3a60-27dc-42a3-bd03-172815e944eb" providerId="ADAL" clId="{80A42D41-846A-445D-844C-FC2E603BED72}" dt="2024-09-15T13:45:34.975" v="118" actId="47"/>
        <pc:sldMkLst>
          <pc:docMk/>
          <pc:sldMk cId="4067768406" sldId="352"/>
        </pc:sldMkLst>
      </pc:sldChg>
      <pc:sldChg chg="addSp delSp modSp new mod">
        <pc:chgData name="Heumen,Hans J.B.H.M. van" userId="357d3a60-27dc-42a3-bd03-172815e944eb" providerId="ADAL" clId="{80A42D41-846A-445D-844C-FC2E603BED72}" dt="2024-09-15T14:22:36.842" v="228" actId="1076"/>
        <pc:sldMkLst>
          <pc:docMk/>
          <pc:sldMk cId="2792390290" sldId="353"/>
        </pc:sldMkLst>
      </pc:sldChg>
      <pc:sldChg chg="addSp modSp new mod ord">
        <pc:chgData name="Heumen,Hans J.B.H.M. van" userId="357d3a60-27dc-42a3-bd03-172815e944eb" providerId="ADAL" clId="{80A42D41-846A-445D-844C-FC2E603BED72}" dt="2024-09-16T08:34:58.635" v="434" actId="20577"/>
        <pc:sldMkLst>
          <pc:docMk/>
          <pc:sldMk cId="2966997610" sldId="354"/>
        </pc:sldMkLst>
      </pc:sldChg>
      <pc:sldChg chg="modSp new mod">
        <pc:chgData name="Heumen,Hans J.B.H.M. van" userId="357d3a60-27dc-42a3-bd03-172815e944eb" providerId="ADAL" clId="{80A42D41-846A-445D-844C-FC2E603BED72}" dt="2024-09-16T08:39:39.292" v="522" actId="113"/>
        <pc:sldMkLst>
          <pc:docMk/>
          <pc:sldMk cId="1444087917" sldId="355"/>
        </pc:sldMkLst>
      </pc:sldChg>
      <pc:sldChg chg="modSp add mod">
        <pc:chgData name="Heumen,Hans J.B.H.M. van" userId="357d3a60-27dc-42a3-bd03-172815e944eb" providerId="ADAL" clId="{80A42D41-846A-445D-844C-FC2E603BED72}" dt="2024-09-16T14:57:50.697" v="581" actId="20577"/>
        <pc:sldMkLst>
          <pc:docMk/>
          <pc:sldMk cId="1729248243" sldId="356"/>
        </pc:sldMkLst>
      </pc:sldChg>
    </pc:docChg>
  </pc:docChgLst>
  <pc:docChgLst>
    <pc:chgData name="Heumen,Hans J.B.H.M. van" userId="357d3a60-27dc-42a3-bd03-172815e944eb" providerId="ADAL" clId="{97230145-5D8B-4B92-A868-14F68E3BD904}"/>
    <pc:docChg chg="undo custSel addSld modSld">
      <pc:chgData name="Heumen,Hans J.B.H.M. van" userId="357d3a60-27dc-42a3-bd03-172815e944eb" providerId="ADAL" clId="{97230145-5D8B-4B92-A868-14F68E3BD904}" dt="2025-05-26T10:11:28.904" v="252" actId="20577"/>
      <pc:docMkLst>
        <pc:docMk/>
      </pc:docMkLst>
      <pc:sldChg chg="modSp modAnim">
        <pc:chgData name="Heumen,Hans J.B.H.M. van" userId="357d3a60-27dc-42a3-bd03-172815e944eb" providerId="ADAL" clId="{97230145-5D8B-4B92-A868-14F68E3BD904}" dt="2025-05-26T10:11:28.904" v="252" actId="20577"/>
        <pc:sldMkLst>
          <pc:docMk/>
          <pc:sldMk cId="144690987" sldId="351"/>
        </pc:sldMkLst>
        <pc:spChg chg="mod">
          <ac:chgData name="Heumen,Hans J.B.H.M. van" userId="357d3a60-27dc-42a3-bd03-172815e944eb" providerId="ADAL" clId="{97230145-5D8B-4B92-A868-14F68E3BD904}" dt="2025-05-26T10:11:28.904" v="252" actId="20577"/>
          <ac:spMkLst>
            <pc:docMk/>
            <pc:sldMk cId="144690987" sldId="351"/>
            <ac:spMk id="3" creationId="{6EDC784F-B35D-4931-6798-4886531CC6A9}"/>
          </ac:spMkLst>
        </pc:spChg>
      </pc:sldChg>
      <pc:sldChg chg="modSp new mod">
        <pc:chgData name="Heumen,Hans J.B.H.M. van" userId="357d3a60-27dc-42a3-bd03-172815e944eb" providerId="ADAL" clId="{97230145-5D8B-4B92-A868-14F68E3BD904}" dt="2025-05-26T09:57:14.171" v="179" actId="20577"/>
        <pc:sldMkLst>
          <pc:docMk/>
          <pc:sldMk cId="3439122963" sldId="352"/>
        </pc:sldMkLst>
        <pc:spChg chg="mod">
          <ac:chgData name="Heumen,Hans J.B.H.M. van" userId="357d3a60-27dc-42a3-bd03-172815e944eb" providerId="ADAL" clId="{97230145-5D8B-4B92-A868-14F68E3BD904}" dt="2025-05-26T09:44:44.882" v="22" actId="20577"/>
          <ac:spMkLst>
            <pc:docMk/>
            <pc:sldMk cId="3439122963" sldId="352"/>
            <ac:spMk id="2" creationId="{A171AD4C-290B-8E19-4CD6-C52DB464B31F}"/>
          </ac:spMkLst>
        </pc:spChg>
        <pc:spChg chg="mod">
          <ac:chgData name="Heumen,Hans J.B.H.M. van" userId="357d3a60-27dc-42a3-bd03-172815e944eb" providerId="ADAL" clId="{97230145-5D8B-4B92-A868-14F68E3BD904}" dt="2025-05-26T09:57:14.171" v="179" actId="20577"/>
          <ac:spMkLst>
            <pc:docMk/>
            <pc:sldMk cId="3439122963" sldId="352"/>
            <ac:spMk id="3" creationId="{184A7629-E487-1F51-34D6-DF09F3364C2F}"/>
          </ac:spMkLst>
        </pc:spChg>
      </pc:sldChg>
      <pc:sldChg chg="modSp new mod">
        <pc:chgData name="Heumen,Hans J.B.H.M. van" userId="357d3a60-27dc-42a3-bd03-172815e944eb" providerId="ADAL" clId="{97230145-5D8B-4B92-A868-14F68E3BD904}" dt="2025-05-26T10:02:33.341" v="230" actId="947"/>
        <pc:sldMkLst>
          <pc:docMk/>
          <pc:sldMk cId="3806395759" sldId="353"/>
        </pc:sldMkLst>
        <pc:spChg chg="mod">
          <ac:chgData name="Heumen,Hans J.B.H.M. van" userId="357d3a60-27dc-42a3-bd03-172815e944eb" providerId="ADAL" clId="{97230145-5D8B-4B92-A868-14F68E3BD904}" dt="2025-05-26T09:58:42.300" v="210" actId="20577"/>
          <ac:spMkLst>
            <pc:docMk/>
            <pc:sldMk cId="3806395759" sldId="353"/>
            <ac:spMk id="2" creationId="{9E04FDA2-0BE2-ACE7-A3E5-F709F2E93E91}"/>
          </ac:spMkLst>
        </pc:spChg>
        <pc:spChg chg="mod">
          <ac:chgData name="Heumen,Hans J.B.H.M. van" userId="357d3a60-27dc-42a3-bd03-172815e944eb" providerId="ADAL" clId="{97230145-5D8B-4B92-A868-14F68E3BD904}" dt="2025-05-26T10:02:33.341" v="230" actId="947"/>
          <ac:spMkLst>
            <pc:docMk/>
            <pc:sldMk cId="3806395759" sldId="353"/>
            <ac:spMk id="3" creationId="{B97FDE6A-C300-A0E0-3F17-BD80FCC489B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C5380-FD53-BCA0-99AF-8654E9EC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languages </a:t>
            </a:r>
            <a:br>
              <a:rPr lang="en-US" dirty="0"/>
            </a:br>
            <a:r>
              <a:rPr lang="en-US" dirty="0"/>
              <a:t>and regular grammars</a:t>
            </a:r>
          </a:p>
        </p:txBody>
      </p:sp>
      <p:pic>
        <p:nvPicPr>
          <p:cNvPr id="4" name="Picture 17285">
            <a:extLst>
              <a:ext uri="{FF2B5EF4-FFF2-40B4-BE49-F238E27FC236}">
                <a16:creationId xmlns:a16="http://schemas.microsoft.com/office/drawing/2014/main" id="{A10630CE-C967-C771-D3BC-2FFB44DF583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1736" y="1898796"/>
            <a:ext cx="2430324" cy="333044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E873CFCF-AD3C-0B45-B478-0B6CDB030FFC}"/>
              </a:ext>
            </a:extLst>
          </p:cNvPr>
          <p:cNvSpPr txBox="1"/>
          <p:nvPr/>
        </p:nvSpPr>
        <p:spPr>
          <a:xfrm>
            <a:off x="1151544" y="5691366"/>
            <a:ext cx="6120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Chapter 3 consists largely of definitions and proofs of the above scheme</a:t>
            </a:r>
          </a:p>
        </p:txBody>
      </p:sp>
    </p:spTree>
    <p:extLst>
      <p:ext uri="{BB962C8B-B14F-4D97-AF65-F5344CB8AC3E}">
        <p14:creationId xmlns:p14="http://schemas.microsoft.com/office/powerpoint/2010/main" val="28267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39F93-2539-4268-3D15-95DBC908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(chapter 2)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A23AA9-8810-FD76-1830-4FFF57672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language L is called </a:t>
            </a:r>
            <a:r>
              <a:rPr lang="en-US" b="1" dirty="0"/>
              <a:t>regular</a:t>
            </a:r>
            <a:r>
              <a:rPr lang="en-US" dirty="0"/>
              <a:t> if and only if there exists some deterministic finite accepter M such that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L = L (M).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2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1AD4C-290B-8E19-4CD6-C52DB464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4A7629-E487-1F51-34D6-DF09F336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of describing regular languages</a:t>
            </a:r>
          </a:p>
          <a:p>
            <a:r>
              <a:rPr lang="en-US" dirty="0"/>
              <a:t>A combination of strings of symbols from some alphabet Σ, parentheses, and the operators +, ·, and ∗.</a:t>
            </a:r>
          </a:p>
          <a:p>
            <a:r>
              <a:rPr lang="en-US" dirty="0"/>
              <a:t>Sample</a:t>
            </a:r>
          </a:p>
          <a:p>
            <a:pPr lvl="1"/>
            <a:r>
              <a:rPr lang="en-US" dirty="0"/>
              <a:t>a + b + c </a:t>
            </a:r>
            <a:r>
              <a:rPr lang="en-US" dirty="0">
                <a:solidFill>
                  <a:srgbClr val="0000CC"/>
                </a:solidFill>
              </a:rPr>
              <a:t>→</a:t>
            </a:r>
            <a:r>
              <a:rPr lang="en-US" dirty="0"/>
              <a:t> Language {</a:t>
            </a:r>
            <a:r>
              <a:rPr lang="en-US" dirty="0" err="1"/>
              <a:t>a,b,c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(a + (b · c))∗ </a:t>
            </a:r>
            <a:r>
              <a:rPr lang="en-US" dirty="0">
                <a:solidFill>
                  <a:srgbClr val="0000CC"/>
                </a:solidFill>
              </a:rPr>
              <a:t>→</a:t>
            </a:r>
            <a:r>
              <a:rPr lang="en-US" dirty="0"/>
              <a:t> language {</a:t>
            </a:r>
            <a:r>
              <a:rPr lang="el-GR" dirty="0"/>
              <a:t>λ, </a:t>
            </a:r>
            <a:r>
              <a:rPr lang="en-US" dirty="0"/>
              <a:t>a, </a:t>
            </a:r>
            <a:r>
              <a:rPr lang="en-US" dirty="0" err="1"/>
              <a:t>bc</a:t>
            </a:r>
            <a:r>
              <a:rPr lang="en-US" dirty="0"/>
              <a:t>, aa, </a:t>
            </a:r>
            <a:r>
              <a:rPr lang="en-US" dirty="0" err="1"/>
              <a:t>abc</a:t>
            </a:r>
            <a:r>
              <a:rPr lang="en-US" dirty="0"/>
              <a:t>, </a:t>
            </a:r>
            <a:r>
              <a:rPr lang="en-US" dirty="0" err="1"/>
              <a:t>bca</a:t>
            </a:r>
            <a:r>
              <a:rPr lang="en-US" dirty="0"/>
              <a:t>, </a:t>
            </a:r>
            <a:r>
              <a:rPr lang="en-US" dirty="0" err="1"/>
              <a:t>bcbc</a:t>
            </a:r>
            <a:r>
              <a:rPr lang="en-US" dirty="0"/>
              <a:t>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aabc</a:t>
            </a:r>
            <a:r>
              <a:rPr lang="en-US" dirty="0"/>
              <a:t>, ...}.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12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4FDA2-0BE2-ACE7-A3E5-F709F2E9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regular expression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97FDE6A-C300-A0E0-3F17-BD80FCC4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Let Σ be a given alphabet. Then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∅, λ, and a ∈ Σ are all regular expressions. These are called primitive regular expressions.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If r</a:t>
            </a:r>
            <a:r>
              <a:rPr lang="en-US" sz="2000" baseline="-25000" dirty="0"/>
              <a:t>1</a:t>
            </a:r>
            <a:r>
              <a:rPr lang="en-US" sz="2000" dirty="0"/>
              <a:t> and r</a:t>
            </a:r>
            <a:r>
              <a:rPr lang="en-US" sz="2000" baseline="-25000" dirty="0"/>
              <a:t>2</a:t>
            </a:r>
            <a:r>
              <a:rPr lang="en-US" sz="2000" dirty="0"/>
              <a:t> are regular expressions, so are r</a:t>
            </a:r>
            <a:r>
              <a:rPr lang="en-US" sz="2000" baseline="-25000" dirty="0"/>
              <a:t>1</a:t>
            </a:r>
            <a:r>
              <a:rPr lang="en-US" sz="2000" dirty="0"/>
              <a:t> + r</a:t>
            </a:r>
            <a:r>
              <a:rPr lang="en-US" sz="2000" baseline="-25000" dirty="0"/>
              <a:t>2</a:t>
            </a:r>
            <a:r>
              <a:rPr lang="en-US" sz="2000" dirty="0"/>
              <a:t>, r</a:t>
            </a:r>
            <a:r>
              <a:rPr lang="en-US" sz="2000" baseline="-25000" dirty="0"/>
              <a:t>1</a:t>
            </a:r>
            <a:r>
              <a:rPr lang="en-US" sz="2000" dirty="0"/>
              <a:t> · r</a:t>
            </a:r>
            <a:r>
              <a:rPr lang="en-US" sz="2000" baseline="-25000" dirty="0"/>
              <a:t>2</a:t>
            </a:r>
            <a:r>
              <a:rPr lang="en-US" sz="2000" dirty="0"/>
              <a:t>, r</a:t>
            </a:r>
            <a:r>
              <a:rPr lang="en-US" sz="2000" baseline="-25000" dirty="0"/>
              <a:t>1</a:t>
            </a:r>
            <a:r>
              <a:rPr lang="en-US" sz="2000" baseline="30000" dirty="0"/>
              <a:t>*</a:t>
            </a:r>
            <a:r>
              <a:rPr lang="en-US" sz="2000" dirty="0"/>
              <a:t>, and (r</a:t>
            </a:r>
            <a:r>
              <a:rPr lang="en-US" sz="2000" baseline="-25000" dirty="0"/>
              <a:t>1</a:t>
            </a:r>
            <a:r>
              <a:rPr lang="en-US" sz="2000" dirty="0"/>
              <a:t>).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A string is a regular expression if and only if it can be derived from the primitive regular expressions by a finite number of applications of the rules in (2).</a:t>
            </a:r>
          </a:p>
        </p:txBody>
      </p:sp>
    </p:spTree>
    <p:extLst>
      <p:ext uri="{BB962C8B-B14F-4D97-AF65-F5344CB8AC3E}">
        <p14:creationId xmlns:p14="http://schemas.microsoft.com/office/powerpoint/2010/main" val="380639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81791-D792-1C4D-1909-421AB4AA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Right- and Left-Linear Grammars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314C2D-8FDA-6348-7A02-B2E7B65D8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A grammar G = (V, T, S, P) is said to be </a:t>
            </a:r>
            <a:r>
              <a:rPr lang="en-US" sz="2400" b="1" dirty="0"/>
              <a:t>right-linear</a:t>
            </a:r>
            <a:r>
              <a:rPr lang="en-US" sz="2400" dirty="0"/>
              <a:t> if all productions are of the form 	</a:t>
            </a:r>
          </a:p>
          <a:p>
            <a:pPr marL="0" indent="0">
              <a:buNone/>
            </a:pPr>
            <a:r>
              <a:rPr lang="en-US" sz="2400" dirty="0"/>
              <a:t>	A → </a:t>
            </a:r>
            <a:r>
              <a:rPr lang="en-US" sz="2400" dirty="0" err="1"/>
              <a:t>xB</a:t>
            </a:r>
            <a:r>
              <a:rPr lang="en-US" sz="2400" dirty="0"/>
              <a:t> or A → x,</a:t>
            </a:r>
          </a:p>
          <a:p>
            <a:pPr marL="0" indent="0">
              <a:buNone/>
            </a:pPr>
            <a:r>
              <a:rPr lang="en-US" sz="2400" dirty="0"/>
              <a:t>where A, B ∈ V, and x ∈ T*.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grammar is said to be </a:t>
            </a:r>
            <a:r>
              <a:rPr lang="en-US" sz="2400" b="1" dirty="0"/>
              <a:t>left-linear</a:t>
            </a:r>
            <a:r>
              <a:rPr lang="en-US" sz="2400" dirty="0"/>
              <a:t> if all productions are of the form </a:t>
            </a:r>
          </a:p>
          <a:p>
            <a:pPr marL="0" indent="0">
              <a:buNone/>
            </a:pPr>
            <a:r>
              <a:rPr lang="en-US" sz="2400" dirty="0"/>
              <a:t>	A → Bx or A → x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regular grammar </a:t>
            </a:r>
            <a:r>
              <a:rPr lang="en-US" sz="2400" dirty="0"/>
              <a:t>is one that is either right-linear or left-linear</a:t>
            </a:r>
          </a:p>
        </p:txBody>
      </p:sp>
    </p:spTree>
    <p:extLst>
      <p:ext uri="{BB962C8B-B14F-4D97-AF65-F5344CB8AC3E}">
        <p14:creationId xmlns:p14="http://schemas.microsoft.com/office/powerpoint/2010/main" val="252238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AE0FF-C288-81DD-796F-22D8ACF5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074"/>
          </a:xfrm>
        </p:spPr>
        <p:txBody>
          <a:bodyPr/>
          <a:lstStyle/>
          <a:p>
            <a:r>
              <a:rPr lang="en-US" dirty="0"/>
              <a:t>Sample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DC784F-B35D-4931-6798-4886531CC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8724"/>
            <a:ext cx="8229600" cy="4950660"/>
          </a:xfrm>
        </p:spPr>
        <p:txBody>
          <a:bodyPr/>
          <a:lstStyle/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The grammar G1 = ({S}, {a, b}, S, P1), with P1 given as S → </a:t>
            </a:r>
            <a:r>
              <a:rPr lang="en-US" sz="2000" dirty="0" err="1"/>
              <a:t>abS|a</a:t>
            </a:r>
            <a:endParaRPr lang="en-US" sz="2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is right-linear. 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The grammar G2 = ({S, S</a:t>
            </a:r>
            <a:r>
              <a:rPr lang="en-US" sz="2000" baseline="-25000" dirty="0"/>
              <a:t>1</a:t>
            </a:r>
            <a:r>
              <a:rPr lang="en-US" sz="2000" dirty="0"/>
              <a:t>, S</a:t>
            </a:r>
            <a:r>
              <a:rPr lang="en-US" sz="2000" baseline="-25000" dirty="0"/>
              <a:t>2</a:t>
            </a:r>
            <a:r>
              <a:rPr lang="en-US" sz="2000" dirty="0"/>
              <a:t>}, {a, b}, S, P2), with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P2 given as S → S</a:t>
            </a:r>
            <a:r>
              <a:rPr lang="en-US" sz="2000" baseline="-25000" dirty="0"/>
              <a:t>1</a:t>
            </a:r>
            <a:r>
              <a:rPr lang="en-US" sz="2000" dirty="0"/>
              <a:t>ab, S</a:t>
            </a:r>
            <a:r>
              <a:rPr lang="en-US" sz="2000" baseline="-25000" dirty="0"/>
              <a:t>1</a:t>
            </a:r>
            <a:r>
              <a:rPr lang="en-US" sz="2000" dirty="0"/>
              <a:t> → S</a:t>
            </a:r>
            <a:r>
              <a:rPr lang="en-US" sz="2000" baseline="-25000" dirty="0"/>
              <a:t>1</a:t>
            </a:r>
            <a:r>
              <a:rPr lang="en-US" sz="2000" dirty="0"/>
              <a:t>ab|S</a:t>
            </a:r>
            <a:r>
              <a:rPr lang="en-US" sz="2000" baseline="-25000" dirty="0"/>
              <a:t>2</a:t>
            </a:r>
            <a:r>
              <a:rPr lang="en-US" sz="2000" dirty="0"/>
              <a:t> , S</a:t>
            </a:r>
            <a:r>
              <a:rPr lang="en-US" sz="2000" baseline="-25000" dirty="0"/>
              <a:t>2</a:t>
            </a:r>
            <a:r>
              <a:rPr lang="en-US" sz="2000" dirty="0"/>
              <a:t> → a, is left-linear. 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Both G1 and G2 are regular grammars.</a:t>
            </a:r>
          </a:p>
          <a:p>
            <a:pPr marL="0" indent="0">
              <a:spcAft>
                <a:spcPts val="100"/>
              </a:spcAft>
              <a:buNone/>
            </a:pPr>
            <a:endParaRPr lang="en-US" sz="2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The sequence S ⇒ </a:t>
            </a:r>
            <a:r>
              <a:rPr lang="en-US" sz="2000" dirty="0" err="1"/>
              <a:t>abS</a:t>
            </a:r>
            <a:r>
              <a:rPr lang="en-US" sz="2000" dirty="0"/>
              <a:t> ⇒ </a:t>
            </a:r>
            <a:r>
              <a:rPr lang="en-US" sz="2000" dirty="0" err="1"/>
              <a:t>ababS</a:t>
            </a:r>
            <a:r>
              <a:rPr lang="en-US" sz="2000" dirty="0"/>
              <a:t> ⇒ </a:t>
            </a:r>
            <a:r>
              <a:rPr lang="en-US" sz="2000" dirty="0" err="1"/>
              <a:t>ababa</a:t>
            </a:r>
            <a:endParaRPr lang="en-US" sz="2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is a derivation with G1. From this single instance it is easy to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conjecture that L (G1) is the language denoted by the regular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expression r = (ab)* a. 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In a similar way, we can see that L (G2) is the 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2000" dirty="0"/>
              <a:t>	regular language L (</a:t>
            </a:r>
            <a:r>
              <a:rPr lang="en-US" sz="2000" dirty="0" err="1"/>
              <a:t>aab</a:t>
            </a:r>
            <a:r>
              <a:rPr lang="en-US" sz="2000" dirty="0"/>
              <a:t> (ab)*).</a:t>
            </a:r>
          </a:p>
          <a:p>
            <a:pPr marL="0" indent="0">
              <a:spcAft>
                <a:spcPts val="100"/>
              </a:spcAft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69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2162</TotalTime>
  <Words>448</Words>
  <Application>Microsoft Office PowerPoint</Application>
  <PresentationFormat>Diavoorstelling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9" baseType="lpstr">
      <vt:lpstr>Arial</vt:lpstr>
      <vt:lpstr>Standaardontwerp</vt:lpstr>
      <vt:lpstr>Automata</vt:lpstr>
      <vt:lpstr>Regular languages  and regular grammars</vt:lpstr>
      <vt:lpstr>Definition (chapter 2)</vt:lpstr>
      <vt:lpstr>Regular expression</vt:lpstr>
      <vt:lpstr>Definition regular expression</vt:lpstr>
      <vt:lpstr>Right- and Left-Linear Grammars</vt:lpstr>
      <vt:lpstr>Sample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2025-05-26T10:14:33Z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