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</p:sldMasterIdLst>
  <p:notesMasterIdLst>
    <p:notesMasterId r:id="rId11"/>
  </p:notesMasterIdLst>
  <p:handoutMasterIdLst>
    <p:handoutMasterId r:id="rId12"/>
  </p:handoutMasterIdLst>
  <p:sldIdLst>
    <p:sldId id="343" r:id="rId5"/>
    <p:sldId id="349" r:id="rId6"/>
    <p:sldId id="323" r:id="rId7"/>
    <p:sldId id="325" r:id="rId8"/>
    <p:sldId id="347" r:id="rId9"/>
    <p:sldId id="350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9966FF"/>
    <a:srgbClr val="FF0000"/>
    <a:srgbClr val="CC00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7C0A1-DE55-4454-859C-3204A1F99FFC}" v="4" dt="2024-09-04T11:18:42.3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5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umen,Hans J.B.H.M. van" userId="357d3a60-27dc-42a3-bd03-172815e944eb" providerId="ADAL" clId="{0E113807-9CA3-445F-A5CD-0A567570384E}"/>
    <pc:docChg chg="addSld modSld">
      <pc:chgData name="Heumen,Hans J.B.H.M. van" userId="357d3a60-27dc-42a3-bd03-172815e944eb" providerId="ADAL" clId="{0E113807-9CA3-445F-A5CD-0A567570384E}" dt="2024-09-02T12:46:50.434" v="25" actId="20577"/>
      <pc:docMkLst>
        <pc:docMk/>
      </pc:docMkLst>
      <pc:sldChg chg="modSp new mod">
        <pc:chgData name="Heumen,Hans J.B.H.M. van" userId="357d3a60-27dc-42a3-bd03-172815e944eb" providerId="ADAL" clId="{0E113807-9CA3-445F-A5CD-0A567570384E}" dt="2024-09-02T12:46:50.434" v="25" actId="20577"/>
        <pc:sldMkLst>
          <pc:docMk/>
          <pc:sldMk cId="1375342933" sldId="361"/>
        </pc:sldMkLst>
        <pc:spChg chg="mod">
          <ac:chgData name="Heumen,Hans J.B.H.M. van" userId="357d3a60-27dc-42a3-bd03-172815e944eb" providerId="ADAL" clId="{0E113807-9CA3-445F-A5CD-0A567570384E}" dt="2024-09-02T12:46:50.434" v="25" actId="20577"/>
          <ac:spMkLst>
            <pc:docMk/>
            <pc:sldMk cId="1375342933" sldId="361"/>
            <ac:spMk id="2" creationId="{F1E682E0-D54A-6F3D-3F4A-9A2B789C61DE}"/>
          </ac:spMkLst>
        </pc:spChg>
        <pc:spChg chg="mod">
          <ac:chgData name="Heumen,Hans J.B.H.M. van" userId="357d3a60-27dc-42a3-bd03-172815e944eb" providerId="ADAL" clId="{0E113807-9CA3-445F-A5CD-0A567570384E}" dt="2024-09-02T12:33:30.260" v="24" actId="20577"/>
          <ac:spMkLst>
            <pc:docMk/>
            <pc:sldMk cId="1375342933" sldId="361"/>
            <ac:spMk id="3" creationId="{D8BAC8ED-5EED-0ACD-23FC-4E48BC89C992}"/>
          </ac:spMkLst>
        </pc:spChg>
      </pc:sldChg>
    </pc:docChg>
  </pc:docChgLst>
  <pc:docChgLst>
    <pc:chgData name="Heumen,Hans J.B.H.M. van" userId="357d3a60-27dc-42a3-bd03-172815e944eb" providerId="ADAL" clId="{2577C0A1-DE55-4454-859C-3204A1F99FFC}"/>
    <pc:docChg chg="addSld modSld">
      <pc:chgData name="Heumen,Hans J.B.H.M. van" userId="357d3a60-27dc-42a3-bd03-172815e944eb" providerId="ADAL" clId="{2577C0A1-DE55-4454-859C-3204A1F99FFC}" dt="2024-09-04T11:18:42.342" v="4" actId="20577"/>
      <pc:docMkLst>
        <pc:docMk/>
      </pc:docMkLst>
      <pc:sldChg chg="modSp new mod">
        <pc:chgData name="Heumen,Hans J.B.H.M. van" userId="357d3a60-27dc-42a3-bd03-172815e944eb" providerId="ADAL" clId="{2577C0A1-DE55-4454-859C-3204A1F99FFC}" dt="2024-09-04T11:18:42.342" v="4" actId="20577"/>
        <pc:sldMkLst>
          <pc:docMk/>
          <pc:sldMk cId="2465570295" sldId="350"/>
        </pc:sldMkLst>
        <pc:spChg chg="mod">
          <ac:chgData name="Heumen,Hans J.B.H.M. van" userId="357d3a60-27dc-42a3-bd03-172815e944eb" providerId="ADAL" clId="{2577C0A1-DE55-4454-859C-3204A1F99FFC}" dt="2024-09-04T11:18:42.342" v="4" actId="20577"/>
          <ac:spMkLst>
            <pc:docMk/>
            <pc:sldMk cId="2465570295" sldId="350"/>
            <ac:spMk id="2" creationId="{234EA956-ADFB-41CD-6491-DF84BFB4B5E1}"/>
          </ac:spMkLst>
        </pc:spChg>
      </pc:sldChg>
    </pc:docChg>
  </pc:docChgLst>
  <pc:docChgLst>
    <pc:chgData name="Heumen,Hans J.B.H.M. van" userId="357d3a60-27dc-42a3-bd03-172815e944eb" providerId="ADAL" clId="{602527C1-0509-4B58-8E1C-2D6B4B375E02}"/>
    <pc:docChg chg="custSel addSld delSld modSld">
      <pc:chgData name="Heumen,Hans J.B.H.M. van" userId="357d3a60-27dc-42a3-bd03-172815e944eb" providerId="ADAL" clId="{602527C1-0509-4B58-8E1C-2D6B4B375E02}" dt="2024-09-02T09:58:37.862" v="293" actId="478"/>
      <pc:docMkLst>
        <pc:docMk/>
      </pc:docMkLst>
      <pc:sldChg chg="modSp mod">
        <pc:chgData name="Heumen,Hans J.B.H.M. van" userId="357d3a60-27dc-42a3-bd03-172815e944eb" providerId="ADAL" clId="{602527C1-0509-4B58-8E1C-2D6B4B375E02}" dt="2024-09-02T09:20:05.828" v="185" actId="1076"/>
        <pc:sldMkLst>
          <pc:docMk/>
          <pc:sldMk cId="2860095100" sldId="312"/>
        </pc:sldMkLst>
        <pc:spChg chg="mod">
          <ac:chgData name="Heumen,Hans J.B.H.M. van" userId="357d3a60-27dc-42a3-bd03-172815e944eb" providerId="ADAL" clId="{602527C1-0509-4B58-8E1C-2D6B4B375E02}" dt="2024-09-02T09:20:05.828" v="185" actId="1076"/>
          <ac:spMkLst>
            <pc:docMk/>
            <pc:sldMk cId="2860095100" sldId="312"/>
            <ac:spMk id="36" creationId="{00000000-0000-0000-0000-000000000000}"/>
          </ac:spMkLst>
        </pc:spChg>
      </pc:sldChg>
      <pc:sldChg chg="modNotesTx">
        <pc:chgData name="Heumen,Hans J.B.H.M. van" userId="357d3a60-27dc-42a3-bd03-172815e944eb" providerId="ADAL" clId="{602527C1-0509-4B58-8E1C-2D6B4B375E02}" dt="2024-09-02T09:35:13.009" v="187"/>
        <pc:sldMkLst>
          <pc:docMk/>
          <pc:sldMk cId="176712880" sldId="318"/>
        </pc:sldMkLst>
      </pc:sldChg>
      <pc:sldChg chg="delSp modSp mod">
        <pc:chgData name="Heumen,Hans J.B.H.M. van" userId="357d3a60-27dc-42a3-bd03-172815e944eb" providerId="ADAL" clId="{602527C1-0509-4B58-8E1C-2D6B4B375E02}" dt="2024-09-02T09:58:37.862" v="293" actId="478"/>
        <pc:sldMkLst>
          <pc:docMk/>
          <pc:sldMk cId="3833983145" sldId="323"/>
        </pc:sldMkLst>
        <pc:spChg chg="del mod">
          <ac:chgData name="Heumen,Hans J.B.H.M. van" userId="357d3a60-27dc-42a3-bd03-172815e944eb" providerId="ADAL" clId="{602527C1-0509-4B58-8E1C-2D6B4B375E02}" dt="2024-09-02T09:58:37.862" v="293" actId="478"/>
          <ac:spMkLst>
            <pc:docMk/>
            <pc:sldMk cId="3833983145" sldId="323"/>
            <ac:spMk id="2" creationId="{00000000-0000-0000-0000-000000000000}"/>
          </ac:spMkLst>
        </pc:spChg>
      </pc:sldChg>
      <pc:sldChg chg="modNotesTx">
        <pc:chgData name="Heumen,Hans J.B.H.M. van" userId="357d3a60-27dc-42a3-bd03-172815e944eb" providerId="ADAL" clId="{602527C1-0509-4B58-8E1C-2D6B4B375E02}" dt="2024-09-02T09:36:18.986" v="191"/>
        <pc:sldMkLst>
          <pc:docMk/>
          <pc:sldMk cId="1306616737" sldId="333"/>
        </pc:sldMkLst>
      </pc:sldChg>
      <pc:sldChg chg="addSp modSp mod modNotesTx">
        <pc:chgData name="Heumen,Hans J.B.H.M. van" userId="357d3a60-27dc-42a3-bd03-172815e944eb" providerId="ADAL" clId="{602527C1-0509-4B58-8E1C-2D6B4B375E02}" dt="2024-09-02T09:49:06.485" v="287" actId="1076"/>
        <pc:sldMkLst>
          <pc:docMk/>
          <pc:sldMk cId="2741171790" sldId="341"/>
        </pc:sldMkLst>
        <pc:spChg chg="mod">
          <ac:chgData name="Heumen,Hans J.B.H.M. van" userId="357d3a60-27dc-42a3-bd03-172815e944eb" providerId="ADAL" clId="{602527C1-0509-4B58-8E1C-2D6B4B375E02}" dt="2024-09-02T09:48:54.427" v="285" actId="14100"/>
          <ac:spMkLst>
            <pc:docMk/>
            <pc:sldMk cId="2741171790" sldId="341"/>
            <ac:spMk id="2" creationId="{00000000-0000-0000-0000-000000000000}"/>
          </ac:spMkLst>
        </pc:spChg>
        <pc:spChg chg="add">
          <ac:chgData name="Heumen,Hans J.B.H.M. van" userId="357d3a60-27dc-42a3-bd03-172815e944eb" providerId="ADAL" clId="{602527C1-0509-4B58-8E1C-2D6B4B375E02}" dt="2024-09-02T09:45:29.075" v="197"/>
          <ac:spMkLst>
            <pc:docMk/>
            <pc:sldMk cId="2741171790" sldId="341"/>
            <ac:spMk id="3" creationId="{1DF12E3E-2967-0D3A-82C5-B724BAE62374}"/>
          </ac:spMkLst>
        </pc:spChg>
        <pc:picChg chg="add mod">
          <ac:chgData name="Heumen,Hans J.B.H.M. van" userId="357d3a60-27dc-42a3-bd03-172815e944eb" providerId="ADAL" clId="{602527C1-0509-4B58-8E1C-2D6B4B375E02}" dt="2024-09-02T09:49:06.485" v="287" actId="1076"/>
          <ac:picMkLst>
            <pc:docMk/>
            <pc:sldMk cId="2741171790" sldId="341"/>
            <ac:picMk id="1027" creationId="{72A8FE23-5264-2814-00F9-7BB9434C5966}"/>
          </ac:picMkLst>
        </pc:picChg>
      </pc:sldChg>
      <pc:sldChg chg="addSp modSp mod">
        <pc:chgData name="Heumen,Hans J.B.H.M. van" userId="357d3a60-27dc-42a3-bd03-172815e944eb" providerId="ADAL" clId="{602527C1-0509-4B58-8E1C-2D6B4B375E02}" dt="2024-09-02T09:53:17.878" v="289" actId="20577"/>
        <pc:sldMkLst>
          <pc:docMk/>
          <pc:sldMk cId="899385015" sldId="344"/>
        </pc:sldMkLst>
        <pc:spChg chg="mod">
          <ac:chgData name="Heumen,Hans J.B.H.M. van" userId="357d3a60-27dc-42a3-bd03-172815e944eb" providerId="ADAL" clId="{602527C1-0509-4B58-8E1C-2D6B4B375E02}" dt="2024-09-02T09:53:17.878" v="289" actId="20577"/>
          <ac:spMkLst>
            <pc:docMk/>
            <pc:sldMk cId="899385015" sldId="344"/>
            <ac:spMk id="3" creationId="{00000000-0000-0000-0000-000000000000}"/>
          </ac:spMkLst>
        </pc:spChg>
        <pc:spChg chg="add mod">
          <ac:chgData name="Heumen,Hans J.B.H.M. van" userId="357d3a60-27dc-42a3-bd03-172815e944eb" providerId="ADAL" clId="{602527C1-0509-4B58-8E1C-2D6B4B375E02}" dt="2024-09-01T11:34:21.378" v="6" actId="1035"/>
          <ac:spMkLst>
            <pc:docMk/>
            <pc:sldMk cId="899385015" sldId="344"/>
            <ac:spMk id="4" creationId="{54C9765D-BE72-AF94-C017-94520CC9390C}"/>
          </ac:spMkLst>
        </pc:spChg>
        <pc:spChg chg="add mod">
          <ac:chgData name="Heumen,Hans J.B.H.M. van" userId="357d3a60-27dc-42a3-bd03-172815e944eb" providerId="ADAL" clId="{602527C1-0509-4B58-8E1C-2D6B4B375E02}" dt="2024-09-01T11:34:31.213" v="8" actId="1076"/>
          <ac:spMkLst>
            <pc:docMk/>
            <pc:sldMk cId="899385015" sldId="344"/>
            <ac:spMk id="5" creationId="{8F0901DB-FC2F-9F77-2EEF-7E53B3A689C3}"/>
          </ac:spMkLst>
        </pc:spChg>
      </pc:sldChg>
      <pc:sldChg chg="del">
        <pc:chgData name="Heumen,Hans J.B.H.M. van" userId="357d3a60-27dc-42a3-bd03-172815e944eb" providerId="ADAL" clId="{602527C1-0509-4B58-8E1C-2D6B4B375E02}" dt="2024-09-01T11:31:49.604" v="1" actId="47"/>
        <pc:sldMkLst>
          <pc:docMk/>
          <pc:sldMk cId="1377543710" sldId="345"/>
        </pc:sldMkLst>
      </pc:sldChg>
      <pc:sldChg chg="del">
        <pc:chgData name="Heumen,Hans J.B.H.M. van" userId="357d3a60-27dc-42a3-bd03-172815e944eb" providerId="ADAL" clId="{602527C1-0509-4B58-8E1C-2D6B4B375E02}" dt="2024-09-01T11:31:47.743" v="0" actId="47"/>
        <pc:sldMkLst>
          <pc:docMk/>
          <pc:sldMk cId="2494241489" sldId="351"/>
        </pc:sldMkLst>
      </pc:sldChg>
      <pc:sldChg chg="add del">
        <pc:chgData name="Heumen,Hans J.B.H.M. van" userId="357d3a60-27dc-42a3-bd03-172815e944eb" providerId="ADAL" clId="{602527C1-0509-4B58-8E1C-2D6B4B375E02}" dt="2024-09-02T09:57:27.917" v="291"/>
        <pc:sldMkLst>
          <pc:docMk/>
          <pc:sldMk cId="3030877551" sldId="356"/>
        </pc:sldMkLst>
      </pc:sldChg>
      <pc:sldChg chg="add del">
        <pc:chgData name="Heumen,Hans J.B.H.M. van" userId="357d3a60-27dc-42a3-bd03-172815e944eb" providerId="ADAL" clId="{602527C1-0509-4B58-8E1C-2D6B4B375E02}" dt="2024-09-02T09:53:32.626" v="290" actId="47"/>
        <pc:sldMkLst>
          <pc:docMk/>
          <pc:sldMk cId="115030416" sldId="359"/>
        </pc:sldMkLst>
      </pc:sldChg>
      <pc:sldChg chg="modSp new mod">
        <pc:chgData name="Heumen,Hans J.B.H.M. van" userId="357d3a60-27dc-42a3-bd03-172815e944eb" providerId="ADAL" clId="{602527C1-0509-4B58-8E1C-2D6B4B375E02}" dt="2024-09-02T09:09:29.603" v="184" actId="20578"/>
        <pc:sldMkLst>
          <pc:docMk/>
          <pc:sldMk cId="1491618549" sldId="360"/>
        </pc:sldMkLst>
        <pc:spChg chg="mod">
          <ac:chgData name="Heumen,Hans J.B.H.M. van" userId="357d3a60-27dc-42a3-bd03-172815e944eb" providerId="ADAL" clId="{602527C1-0509-4B58-8E1C-2D6B4B375E02}" dt="2024-09-02T09:05:30.979" v="71" actId="20577"/>
          <ac:spMkLst>
            <pc:docMk/>
            <pc:sldMk cId="1491618549" sldId="360"/>
            <ac:spMk id="2" creationId="{47A75DA6-3F96-27FA-74BB-47B48895E676}"/>
          </ac:spMkLst>
        </pc:spChg>
        <pc:spChg chg="mod">
          <ac:chgData name="Heumen,Hans J.B.H.M. van" userId="357d3a60-27dc-42a3-bd03-172815e944eb" providerId="ADAL" clId="{602527C1-0509-4B58-8E1C-2D6B4B375E02}" dt="2024-09-02T09:09:29.603" v="184" actId="20578"/>
          <ac:spMkLst>
            <pc:docMk/>
            <pc:sldMk cId="1491618549" sldId="360"/>
            <ac:spMk id="3" creationId="{14DD1305-9F36-DA3A-47C1-B199C0483808}"/>
          </ac:spMkLst>
        </pc:spChg>
      </pc:sldChg>
    </pc:docChg>
  </pc:docChgLst>
  <pc:docChgLst>
    <pc:chgData name="Heumen,Hans J.B.H.M. van" userId="357d3a60-27dc-42a3-bd03-172815e944eb" providerId="ADAL" clId="{864B808E-20C4-4A9A-85D7-3A558A95F7FB}"/>
    <pc:docChg chg="undo custSel addSld delSld modSld sldOrd">
      <pc:chgData name="Heumen,Hans J.B.H.M. van" userId="357d3a60-27dc-42a3-bd03-172815e944eb" providerId="ADAL" clId="{864B808E-20C4-4A9A-85D7-3A558A95F7FB}" dt="2024-09-04T09:08:21.997" v="743" actId="20577"/>
      <pc:docMkLst>
        <pc:docMk/>
      </pc:docMkLst>
      <pc:sldChg chg="del">
        <pc:chgData name="Heumen,Hans J.B.H.M. van" userId="357d3a60-27dc-42a3-bd03-172815e944eb" providerId="ADAL" clId="{864B808E-20C4-4A9A-85D7-3A558A95F7FB}" dt="2024-09-04T07:44:53.837" v="0" actId="47"/>
        <pc:sldMkLst>
          <pc:docMk/>
          <pc:sldMk cId="0" sldId="303"/>
        </pc:sldMkLst>
      </pc:sldChg>
      <pc:sldChg chg="del">
        <pc:chgData name="Heumen,Hans J.B.H.M. van" userId="357d3a60-27dc-42a3-bd03-172815e944eb" providerId="ADAL" clId="{864B808E-20C4-4A9A-85D7-3A558A95F7FB}" dt="2024-09-04T07:44:53.837" v="0" actId="47"/>
        <pc:sldMkLst>
          <pc:docMk/>
          <pc:sldMk cId="2860095100" sldId="312"/>
        </pc:sldMkLst>
      </pc:sldChg>
      <pc:sldChg chg="del">
        <pc:chgData name="Heumen,Hans J.B.H.M. van" userId="357d3a60-27dc-42a3-bd03-172815e944eb" providerId="ADAL" clId="{864B808E-20C4-4A9A-85D7-3A558A95F7FB}" dt="2024-09-04T07:44:53.837" v="0" actId="47"/>
        <pc:sldMkLst>
          <pc:docMk/>
          <pc:sldMk cId="3728596715" sldId="316"/>
        </pc:sldMkLst>
      </pc:sldChg>
      <pc:sldChg chg="del">
        <pc:chgData name="Heumen,Hans J.B.H.M. van" userId="357d3a60-27dc-42a3-bd03-172815e944eb" providerId="ADAL" clId="{864B808E-20C4-4A9A-85D7-3A558A95F7FB}" dt="2024-09-04T07:44:53.837" v="0" actId="47"/>
        <pc:sldMkLst>
          <pc:docMk/>
          <pc:sldMk cId="176712880" sldId="318"/>
        </pc:sldMkLst>
      </pc:sldChg>
      <pc:sldChg chg="del">
        <pc:chgData name="Heumen,Hans J.B.H.M. van" userId="357d3a60-27dc-42a3-bd03-172815e944eb" providerId="ADAL" clId="{864B808E-20C4-4A9A-85D7-3A558A95F7FB}" dt="2024-09-04T07:44:57.136" v="1" actId="47"/>
        <pc:sldMkLst>
          <pc:docMk/>
          <pc:sldMk cId="1078174894" sldId="319"/>
        </pc:sldMkLst>
      </pc:sldChg>
      <pc:sldChg chg="del">
        <pc:chgData name="Heumen,Hans J.B.H.M. van" userId="357d3a60-27dc-42a3-bd03-172815e944eb" providerId="ADAL" clId="{864B808E-20C4-4A9A-85D7-3A558A95F7FB}" dt="2024-09-04T07:44:59.761" v="2" actId="47"/>
        <pc:sldMkLst>
          <pc:docMk/>
          <pc:sldMk cId="2694218613" sldId="320"/>
        </pc:sldMkLst>
      </pc:sldChg>
      <pc:sldChg chg="del">
        <pc:chgData name="Heumen,Hans J.B.H.M. van" userId="357d3a60-27dc-42a3-bd03-172815e944eb" providerId="ADAL" clId="{864B808E-20C4-4A9A-85D7-3A558A95F7FB}" dt="2024-09-04T07:44:59.761" v="2" actId="47"/>
        <pc:sldMkLst>
          <pc:docMk/>
          <pc:sldMk cId="705796536" sldId="322"/>
        </pc:sldMkLst>
      </pc:sldChg>
      <pc:sldChg chg="del">
        <pc:chgData name="Heumen,Hans J.B.H.M. van" userId="357d3a60-27dc-42a3-bd03-172815e944eb" providerId="ADAL" clId="{864B808E-20C4-4A9A-85D7-3A558A95F7FB}" dt="2024-09-04T07:45:02.368" v="3" actId="47"/>
        <pc:sldMkLst>
          <pc:docMk/>
          <pc:sldMk cId="3833983145" sldId="323"/>
        </pc:sldMkLst>
      </pc:sldChg>
      <pc:sldChg chg="del">
        <pc:chgData name="Heumen,Hans J.B.H.M. van" userId="357d3a60-27dc-42a3-bd03-172815e944eb" providerId="ADAL" clId="{864B808E-20C4-4A9A-85D7-3A558A95F7FB}" dt="2024-09-04T07:45:02.368" v="3" actId="47"/>
        <pc:sldMkLst>
          <pc:docMk/>
          <pc:sldMk cId="3334751044" sldId="325"/>
        </pc:sldMkLst>
      </pc:sldChg>
      <pc:sldChg chg="del">
        <pc:chgData name="Heumen,Hans J.B.H.M. van" userId="357d3a60-27dc-42a3-bd03-172815e944eb" providerId="ADAL" clId="{864B808E-20C4-4A9A-85D7-3A558A95F7FB}" dt="2024-09-04T07:44:59.761" v="2" actId="47"/>
        <pc:sldMkLst>
          <pc:docMk/>
          <pc:sldMk cId="2696596177" sldId="326"/>
        </pc:sldMkLst>
      </pc:sldChg>
      <pc:sldChg chg="del">
        <pc:chgData name="Heumen,Hans J.B.H.M. van" userId="357d3a60-27dc-42a3-bd03-172815e944eb" providerId="ADAL" clId="{864B808E-20C4-4A9A-85D7-3A558A95F7FB}" dt="2024-09-04T07:44:59.761" v="2" actId="47"/>
        <pc:sldMkLst>
          <pc:docMk/>
          <pc:sldMk cId="2874556147" sldId="327"/>
        </pc:sldMkLst>
      </pc:sldChg>
      <pc:sldChg chg="del">
        <pc:chgData name="Heumen,Hans J.B.H.M. van" userId="357d3a60-27dc-42a3-bd03-172815e944eb" providerId="ADAL" clId="{864B808E-20C4-4A9A-85D7-3A558A95F7FB}" dt="2024-09-04T07:44:59.761" v="2" actId="47"/>
        <pc:sldMkLst>
          <pc:docMk/>
          <pc:sldMk cId="988072441" sldId="328"/>
        </pc:sldMkLst>
      </pc:sldChg>
      <pc:sldChg chg="del">
        <pc:chgData name="Heumen,Hans J.B.H.M. van" userId="357d3a60-27dc-42a3-bd03-172815e944eb" providerId="ADAL" clId="{864B808E-20C4-4A9A-85D7-3A558A95F7FB}" dt="2024-09-04T07:44:59.761" v="2" actId="47"/>
        <pc:sldMkLst>
          <pc:docMk/>
          <pc:sldMk cId="2029144643" sldId="329"/>
        </pc:sldMkLst>
      </pc:sldChg>
      <pc:sldChg chg="del">
        <pc:chgData name="Heumen,Hans J.B.H.M. van" userId="357d3a60-27dc-42a3-bd03-172815e944eb" providerId="ADAL" clId="{864B808E-20C4-4A9A-85D7-3A558A95F7FB}" dt="2024-09-04T07:44:57.136" v="1" actId="47"/>
        <pc:sldMkLst>
          <pc:docMk/>
          <pc:sldMk cId="1306616737" sldId="333"/>
        </pc:sldMkLst>
      </pc:sldChg>
      <pc:sldChg chg="del">
        <pc:chgData name="Heumen,Hans J.B.H.M. van" userId="357d3a60-27dc-42a3-bd03-172815e944eb" providerId="ADAL" clId="{864B808E-20C4-4A9A-85D7-3A558A95F7FB}" dt="2024-09-04T07:44:57.136" v="1" actId="47"/>
        <pc:sldMkLst>
          <pc:docMk/>
          <pc:sldMk cId="1207798171" sldId="334"/>
        </pc:sldMkLst>
      </pc:sldChg>
      <pc:sldChg chg="del">
        <pc:chgData name="Heumen,Hans J.B.H.M. van" userId="357d3a60-27dc-42a3-bd03-172815e944eb" providerId="ADAL" clId="{864B808E-20C4-4A9A-85D7-3A558A95F7FB}" dt="2024-09-04T07:44:57.136" v="1" actId="47"/>
        <pc:sldMkLst>
          <pc:docMk/>
          <pc:sldMk cId="4177928771" sldId="335"/>
        </pc:sldMkLst>
      </pc:sldChg>
      <pc:sldChg chg="del">
        <pc:chgData name="Heumen,Hans J.B.H.M. van" userId="357d3a60-27dc-42a3-bd03-172815e944eb" providerId="ADAL" clId="{864B808E-20C4-4A9A-85D7-3A558A95F7FB}" dt="2024-09-04T07:44:57.136" v="1" actId="47"/>
        <pc:sldMkLst>
          <pc:docMk/>
          <pc:sldMk cId="1230972904" sldId="336"/>
        </pc:sldMkLst>
      </pc:sldChg>
      <pc:sldChg chg="del">
        <pc:chgData name="Heumen,Hans J.B.H.M. van" userId="357d3a60-27dc-42a3-bd03-172815e944eb" providerId="ADAL" clId="{864B808E-20C4-4A9A-85D7-3A558A95F7FB}" dt="2024-09-04T07:44:57.136" v="1" actId="47"/>
        <pc:sldMkLst>
          <pc:docMk/>
          <pc:sldMk cId="67794999" sldId="339"/>
        </pc:sldMkLst>
      </pc:sldChg>
      <pc:sldChg chg="del">
        <pc:chgData name="Heumen,Hans J.B.H.M. van" userId="357d3a60-27dc-42a3-bd03-172815e944eb" providerId="ADAL" clId="{864B808E-20C4-4A9A-85D7-3A558A95F7FB}" dt="2024-09-04T07:44:57.136" v="1" actId="47"/>
        <pc:sldMkLst>
          <pc:docMk/>
          <pc:sldMk cId="2741171790" sldId="341"/>
        </pc:sldMkLst>
      </pc:sldChg>
      <pc:sldChg chg="modSp new mod">
        <pc:chgData name="Heumen,Hans J.B.H.M. van" userId="357d3a60-27dc-42a3-bd03-172815e944eb" providerId="ADAL" clId="{864B808E-20C4-4A9A-85D7-3A558A95F7FB}" dt="2024-09-04T08:05:20.284" v="253"/>
        <pc:sldMkLst>
          <pc:docMk/>
          <pc:sldMk cId="355741371" sldId="344"/>
        </pc:sldMkLst>
        <pc:spChg chg="mod">
          <ac:chgData name="Heumen,Hans J.B.H.M. van" userId="357d3a60-27dc-42a3-bd03-172815e944eb" providerId="ADAL" clId="{864B808E-20C4-4A9A-85D7-3A558A95F7FB}" dt="2024-09-04T07:54:24.166" v="161" actId="20577"/>
          <ac:spMkLst>
            <pc:docMk/>
            <pc:sldMk cId="355741371" sldId="344"/>
            <ac:spMk id="2" creationId="{FA892FCC-140A-88A3-20FD-B20B29B12C39}"/>
          </ac:spMkLst>
        </pc:spChg>
        <pc:spChg chg="mod">
          <ac:chgData name="Heumen,Hans J.B.H.M. van" userId="357d3a60-27dc-42a3-bd03-172815e944eb" providerId="ADAL" clId="{864B808E-20C4-4A9A-85D7-3A558A95F7FB}" dt="2024-09-04T08:05:20.284" v="253"/>
          <ac:spMkLst>
            <pc:docMk/>
            <pc:sldMk cId="355741371" sldId="344"/>
            <ac:spMk id="3" creationId="{C5022427-E586-BB33-79B8-472D3EFF5DCF}"/>
          </ac:spMkLst>
        </pc:spChg>
      </pc:sldChg>
      <pc:sldChg chg="del">
        <pc:chgData name="Heumen,Hans J.B.H.M. van" userId="357d3a60-27dc-42a3-bd03-172815e944eb" providerId="ADAL" clId="{864B808E-20C4-4A9A-85D7-3A558A95F7FB}" dt="2024-09-04T07:44:53.837" v="0" actId="47"/>
        <pc:sldMkLst>
          <pc:docMk/>
          <pc:sldMk cId="899385015" sldId="344"/>
        </pc:sldMkLst>
      </pc:sldChg>
      <pc:sldChg chg="modSp add mod">
        <pc:chgData name="Heumen,Hans J.B.H.M. van" userId="357d3a60-27dc-42a3-bd03-172815e944eb" providerId="ADAL" clId="{864B808E-20C4-4A9A-85D7-3A558A95F7FB}" dt="2024-09-04T08:08:30.223" v="263" actId="20577"/>
        <pc:sldMkLst>
          <pc:docMk/>
          <pc:sldMk cId="1150393311" sldId="345"/>
        </pc:sldMkLst>
        <pc:spChg chg="mod">
          <ac:chgData name="Heumen,Hans J.B.H.M. van" userId="357d3a60-27dc-42a3-bd03-172815e944eb" providerId="ADAL" clId="{864B808E-20C4-4A9A-85D7-3A558A95F7FB}" dt="2024-09-04T08:02:55.431" v="246" actId="20577"/>
          <ac:spMkLst>
            <pc:docMk/>
            <pc:sldMk cId="1150393311" sldId="345"/>
            <ac:spMk id="2" creationId="{FA892FCC-140A-88A3-20FD-B20B29B12C39}"/>
          </ac:spMkLst>
        </pc:spChg>
        <pc:spChg chg="mod">
          <ac:chgData name="Heumen,Hans J.B.H.M. van" userId="357d3a60-27dc-42a3-bd03-172815e944eb" providerId="ADAL" clId="{864B808E-20C4-4A9A-85D7-3A558A95F7FB}" dt="2024-09-04T08:08:30.223" v="263" actId="20577"/>
          <ac:spMkLst>
            <pc:docMk/>
            <pc:sldMk cId="1150393311" sldId="345"/>
            <ac:spMk id="3" creationId="{C5022427-E586-BB33-79B8-472D3EFF5DCF}"/>
          </ac:spMkLst>
        </pc:spChg>
      </pc:sldChg>
      <pc:sldChg chg="modSp add mod modAnim">
        <pc:chgData name="Heumen,Hans J.B.H.M. van" userId="357d3a60-27dc-42a3-bd03-172815e944eb" providerId="ADAL" clId="{864B808E-20C4-4A9A-85D7-3A558A95F7FB}" dt="2024-09-04T08:34:55.993" v="489" actId="20577"/>
        <pc:sldMkLst>
          <pc:docMk/>
          <pc:sldMk cId="907808500" sldId="346"/>
        </pc:sldMkLst>
        <pc:spChg chg="mod">
          <ac:chgData name="Heumen,Hans J.B.H.M. van" userId="357d3a60-27dc-42a3-bd03-172815e944eb" providerId="ADAL" clId="{864B808E-20C4-4A9A-85D7-3A558A95F7FB}" dt="2024-09-04T08:08:54.758" v="277" actId="20577"/>
          <ac:spMkLst>
            <pc:docMk/>
            <pc:sldMk cId="907808500" sldId="346"/>
            <ac:spMk id="2" creationId="{FA892FCC-140A-88A3-20FD-B20B29B12C39}"/>
          </ac:spMkLst>
        </pc:spChg>
        <pc:spChg chg="mod">
          <ac:chgData name="Heumen,Hans J.B.H.M. van" userId="357d3a60-27dc-42a3-bd03-172815e944eb" providerId="ADAL" clId="{864B808E-20C4-4A9A-85D7-3A558A95F7FB}" dt="2024-09-04T08:34:55.993" v="489" actId="20577"/>
          <ac:spMkLst>
            <pc:docMk/>
            <pc:sldMk cId="907808500" sldId="346"/>
            <ac:spMk id="3" creationId="{C5022427-E586-BB33-79B8-472D3EFF5DCF}"/>
          </ac:spMkLst>
        </pc:spChg>
      </pc:sldChg>
      <pc:sldChg chg="del">
        <pc:chgData name="Heumen,Hans J.B.H.M. van" userId="357d3a60-27dc-42a3-bd03-172815e944eb" providerId="ADAL" clId="{864B808E-20C4-4A9A-85D7-3A558A95F7FB}" dt="2024-09-04T07:45:02.368" v="3" actId="47"/>
        <pc:sldMkLst>
          <pc:docMk/>
          <pc:sldMk cId="192434328" sldId="347"/>
        </pc:sldMkLst>
      </pc:sldChg>
      <pc:sldChg chg="addSp modSp add del mod ord">
        <pc:chgData name="Heumen,Hans J.B.H.M. van" userId="357d3a60-27dc-42a3-bd03-172815e944eb" providerId="ADAL" clId="{864B808E-20C4-4A9A-85D7-3A558A95F7FB}" dt="2024-09-04T08:39:56.053" v="515" actId="47"/>
        <pc:sldMkLst>
          <pc:docMk/>
          <pc:sldMk cId="1491976530" sldId="347"/>
        </pc:sldMkLst>
        <pc:spChg chg="mod">
          <ac:chgData name="Heumen,Hans J.B.H.M. van" userId="357d3a60-27dc-42a3-bd03-172815e944eb" providerId="ADAL" clId="{864B808E-20C4-4A9A-85D7-3A558A95F7FB}" dt="2024-09-04T08:38:18.656" v="504" actId="20577"/>
          <ac:spMkLst>
            <pc:docMk/>
            <pc:sldMk cId="1491976530" sldId="347"/>
            <ac:spMk id="2" creationId="{FA892FCC-140A-88A3-20FD-B20B29B12C39}"/>
          </ac:spMkLst>
        </pc:spChg>
        <pc:spChg chg="mod">
          <ac:chgData name="Heumen,Hans J.B.H.M. van" userId="357d3a60-27dc-42a3-bd03-172815e944eb" providerId="ADAL" clId="{864B808E-20C4-4A9A-85D7-3A558A95F7FB}" dt="2024-09-04T08:39:18.777" v="507" actId="20577"/>
          <ac:spMkLst>
            <pc:docMk/>
            <pc:sldMk cId="1491976530" sldId="347"/>
            <ac:spMk id="3" creationId="{C5022427-E586-BB33-79B8-472D3EFF5DCF}"/>
          </ac:spMkLst>
        </pc:spChg>
        <pc:picChg chg="add">
          <ac:chgData name="Heumen,Hans J.B.H.M. van" userId="357d3a60-27dc-42a3-bd03-172815e944eb" providerId="ADAL" clId="{864B808E-20C4-4A9A-85D7-3A558A95F7FB}" dt="2024-09-04T08:39:18.939" v="508" actId="22"/>
          <ac:picMkLst>
            <pc:docMk/>
            <pc:sldMk cId="1491976530" sldId="347"/>
            <ac:picMk id="5" creationId="{B2A6CAEE-4810-F02B-86FD-5912486C81AB}"/>
          </ac:picMkLst>
        </pc:picChg>
      </pc:sldChg>
      <pc:sldChg chg="addSp delSp modSp new mod">
        <pc:chgData name="Heumen,Hans J.B.H.M. van" userId="357d3a60-27dc-42a3-bd03-172815e944eb" providerId="ADAL" clId="{864B808E-20C4-4A9A-85D7-3A558A95F7FB}" dt="2024-09-04T09:08:21.997" v="743" actId="20577"/>
        <pc:sldMkLst>
          <pc:docMk/>
          <pc:sldMk cId="2378365931" sldId="348"/>
        </pc:sldMkLst>
        <pc:spChg chg="mod">
          <ac:chgData name="Heumen,Hans J.B.H.M. van" userId="357d3a60-27dc-42a3-bd03-172815e944eb" providerId="ADAL" clId="{864B808E-20C4-4A9A-85D7-3A558A95F7FB}" dt="2024-09-04T08:40:06.672" v="523" actId="20577"/>
          <ac:spMkLst>
            <pc:docMk/>
            <pc:sldMk cId="2378365931" sldId="348"/>
            <ac:spMk id="2" creationId="{7DBD3E5C-DD62-B728-98F1-AB0C71E38402}"/>
          </ac:spMkLst>
        </pc:spChg>
        <pc:spChg chg="mod">
          <ac:chgData name="Heumen,Hans J.B.H.M. van" userId="357d3a60-27dc-42a3-bd03-172815e944eb" providerId="ADAL" clId="{864B808E-20C4-4A9A-85D7-3A558A95F7FB}" dt="2024-09-04T09:08:21.997" v="743" actId="20577"/>
          <ac:spMkLst>
            <pc:docMk/>
            <pc:sldMk cId="2378365931" sldId="348"/>
            <ac:spMk id="3" creationId="{16E71CA0-3BF5-2D1F-C05F-F9305FEE79AB}"/>
          </ac:spMkLst>
        </pc:spChg>
        <pc:spChg chg="del">
          <ac:chgData name="Heumen,Hans J.B.H.M. van" userId="357d3a60-27dc-42a3-bd03-172815e944eb" providerId="ADAL" clId="{864B808E-20C4-4A9A-85D7-3A558A95F7FB}" dt="2024-09-04T08:39:47.367" v="514"/>
          <ac:spMkLst>
            <pc:docMk/>
            <pc:sldMk cId="2378365931" sldId="348"/>
            <ac:spMk id="4" creationId="{83E5E68B-AAF8-D2A1-4D22-7CD2AF8ECB9E}"/>
          </ac:spMkLst>
        </pc:spChg>
        <pc:picChg chg="add mod">
          <ac:chgData name="Heumen,Hans J.B.H.M. van" userId="357d3a60-27dc-42a3-bd03-172815e944eb" providerId="ADAL" clId="{864B808E-20C4-4A9A-85D7-3A558A95F7FB}" dt="2024-09-04T08:51:48.689" v="700" actId="14100"/>
          <ac:picMkLst>
            <pc:docMk/>
            <pc:sldMk cId="2378365931" sldId="348"/>
            <ac:picMk id="5" creationId="{AB8572D7-417D-3126-EDCF-AA8D8FA8783B}"/>
          </ac:picMkLst>
        </pc:picChg>
        <pc:picChg chg="add mod">
          <ac:chgData name="Heumen,Hans J.B.H.M. van" userId="357d3a60-27dc-42a3-bd03-172815e944eb" providerId="ADAL" clId="{864B808E-20C4-4A9A-85D7-3A558A95F7FB}" dt="2024-09-04T08:50:45.997" v="636" actId="14100"/>
          <ac:picMkLst>
            <pc:docMk/>
            <pc:sldMk cId="2378365931" sldId="348"/>
            <ac:picMk id="7" creationId="{F597BEB4-E08F-603F-80C3-EA8248400F58}"/>
          </ac:picMkLst>
        </pc:picChg>
      </pc:sldChg>
      <pc:sldChg chg="modSp new mod">
        <pc:chgData name="Heumen,Hans J.B.H.M. van" userId="357d3a60-27dc-42a3-bd03-172815e944eb" providerId="ADAL" clId="{864B808E-20C4-4A9A-85D7-3A558A95F7FB}" dt="2024-09-04T08:57:44.970" v="734" actId="20577"/>
        <pc:sldMkLst>
          <pc:docMk/>
          <pc:sldMk cId="973961204" sldId="349"/>
        </pc:sldMkLst>
        <pc:spChg chg="mod">
          <ac:chgData name="Heumen,Hans J.B.H.M. van" userId="357d3a60-27dc-42a3-bd03-172815e944eb" providerId="ADAL" clId="{864B808E-20C4-4A9A-85D7-3A558A95F7FB}" dt="2024-09-04T08:57:44.970" v="734" actId="20577"/>
          <ac:spMkLst>
            <pc:docMk/>
            <pc:sldMk cId="973961204" sldId="349"/>
            <ac:spMk id="2" creationId="{23D97957-AAB0-E29D-E183-F29F88870DFF}"/>
          </ac:spMkLst>
        </pc:spChg>
      </pc:sldChg>
      <pc:sldChg chg="del">
        <pc:chgData name="Heumen,Hans J.B.H.M. van" userId="357d3a60-27dc-42a3-bd03-172815e944eb" providerId="ADAL" clId="{864B808E-20C4-4A9A-85D7-3A558A95F7FB}" dt="2024-09-04T07:44:59.761" v="2" actId="47"/>
        <pc:sldMkLst>
          <pc:docMk/>
          <pc:sldMk cId="3030877551" sldId="356"/>
        </pc:sldMkLst>
      </pc:sldChg>
      <pc:sldChg chg="del">
        <pc:chgData name="Heumen,Hans J.B.H.M. van" userId="357d3a60-27dc-42a3-bd03-172815e944eb" providerId="ADAL" clId="{864B808E-20C4-4A9A-85D7-3A558A95F7FB}" dt="2024-09-04T07:45:02.368" v="3" actId="47"/>
        <pc:sldMkLst>
          <pc:docMk/>
          <pc:sldMk cId="2021219825" sldId="357"/>
        </pc:sldMkLst>
      </pc:sldChg>
      <pc:sldChg chg="del">
        <pc:chgData name="Heumen,Hans J.B.H.M. van" userId="357d3a60-27dc-42a3-bd03-172815e944eb" providerId="ADAL" clId="{864B808E-20C4-4A9A-85D7-3A558A95F7FB}" dt="2024-09-04T07:45:02.368" v="3" actId="47"/>
        <pc:sldMkLst>
          <pc:docMk/>
          <pc:sldMk cId="1743241677" sldId="358"/>
        </pc:sldMkLst>
      </pc:sldChg>
      <pc:sldChg chg="del">
        <pc:chgData name="Heumen,Hans J.B.H.M. van" userId="357d3a60-27dc-42a3-bd03-172815e944eb" providerId="ADAL" clId="{864B808E-20C4-4A9A-85D7-3A558A95F7FB}" dt="2024-09-04T07:44:53.837" v="0" actId="47"/>
        <pc:sldMkLst>
          <pc:docMk/>
          <pc:sldMk cId="1491618549" sldId="360"/>
        </pc:sldMkLst>
      </pc:sldChg>
      <pc:sldChg chg="del">
        <pc:chgData name="Heumen,Hans J.B.H.M. van" userId="357d3a60-27dc-42a3-bd03-172815e944eb" providerId="ADAL" clId="{864B808E-20C4-4A9A-85D7-3A558A95F7FB}" dt="2024-09-04T07:44:53.837" v="0" actId="47"/>
        <pc:sldMkLst>
          <pc:docMk/>
          <pc:sldMk cId="1375342933" sldId="361"/>
        </pc:sldMkLst>
      </pc:sldChg>
    </pc:docChg>
  </pc:docChgLst>
  <pc:docChgLst>
    <pc:chgData name="Heumen,Hans J.B.H.M. van" userId="357d3a60-27dc-42a3-bd03-172815e944eb" providerId="ADAL" clId="{FBB52F4B-B1C2-407B-B9BB-B19EB80A4F7D}"/>
    <pc:docChg chg="undo custSel addSld delSld modSld">
      <pc:chgData name="Heumen,Hans J.B.H.M. van" userId="357d3a60-27dc-42a3-bd03-172815e944eb" providerId="ADAL" clId="{FBB52F4B-B1C2-407B-B9BB-B19EB80A4F7D}" dt="2024-09-04T09:25:31.799" v="22" actId="404"/>
      <pc:docMkLst>
        <pc:docMk/>
      </pc:docMkLst>
      <pc:sldChg chg="add">
        <pc:chgData name="Heumen,Hans J.B.H.M. van" userId="357d3a60-27dc-42a3-bd03-172815e944eb" providerId="ADAL" clId="{FBB52F4B-B1C2-407B-B9BB-B19EB80A4F7D}" dt="2024-09-04T09:12:29.013" v="9"/>
        <pc:sldMkLst>
          <pc:docMk/>
          <pc:sldMk cId="3833983145" sldId="323"/>
        </pc:sldMkLst>
      </pc:sldChg>
      <pc:sldChg chg="add">
        <pc:chgData name="Heumen,Hans J.B.H.M. van" userId="357d3a60-27dc-42a3-bd03-172815e944eb" providerId="ADAL" clId="{FBB52F4B-B1C2-407B-B9BB-B19EB80A4F7D}" dt="2024-09-04T09:12:29.013" v="9"/>
        <pc:sldMkLst>
          <pc:docMk/>
          <pc:sldMk cId="3334751044" sldId="325"/>
        </pc:sldMkLst>
      </pc:sldChg>
      <pc:sldChg chg="del">
        <pc:chgData name="Heumen,Hans J.B.H.M. van" userId="357d3a60-27dc-42a3-bd03-172815e944eb" providerId="ADAL" clId="{FBB52F4B-B1C2-407B-B9BB-B19EB80A4F7D}" dt="2024-09-04T09:11:43.216" v="5" actId="47"/>
        <pc:sldMkLst>
          <pc:docMk/>
          <pc:sldMk cId="355741371" sldId="344"/>
        </pc:sldMkLst>
      </pc:sldChg>
      <pc:sldChg chg="del">
        <pc:chgData name="Heumen,Hans J.B.H.M. van" userId="357d3a60-27dc-42a3-bd03-172815e944eb" providerId="ADAL" clId="{FBB52F4B-B1C2-407B-B9BB-B19EB80A4F7D}" dt="2024-09-04T09:11:43.697" v="6" actId="47"/>
        <pc:sldMkLst>
          <pc:docMk/>
          <pc:sldMk cId="1150393311" sldId="345"/>
        </pc:sldMkLst>
      </pc:sldChg>
      <pc:sldChg chg="del">
        <pc:chgData name="Heumen,Hans J.B.H.M. van" userId="357d3a60-27dc-42a3-bd03-172815e944eb" providerId="ADAL" clId="{FBB52F4B-B1C2-407B-B9BB-B19EB80A4F7D}" dt="2024-09-04T09:11:43.982" v="7" actId="47"/>
        <pc:sldMkLst>
          <pc:docMk/>
          <pc:sldMk cId="907808500" sldId="346"/>
        </pc:sldMkLst>
      </pc:sldChg>
      <pc:sldChg chg="modSp add mod">
        <pc:chgData name="Heumen,Hans J.B.H.M. van" userId="357d3a60-27dc-42a3-bd03-172815e944eb" providerId="ADAL" clId="{FBB52F4B-B1C2-407B-B9BB-B19EB80A4F7D}" dt="2024-09-04T09:25:31.799" v="22" actId="404"/>
        <pc:sldMkLst>
          <pc:docMk/>
          <pc:sldMk cId="192434328" sldId="347"/>
        </pc:sldMkLst>
        <pc:spChg chg="mod">
          <ac:chgData name="Heumen,Hans J.B.H.M. van" userId="357d3a60-27dc-42a3-bd03-172815e944eb" providerId="ADAL" clId="{FBB52F4B-B1C2-407B-B9BB-B19EB80A4F7D}" dt="2024-09-04T09:25:15.465" v="19" actId="1076"/>
          <ac:spMkLst>
            <pc:docMk/>
            <pc:sldMk cId="192434328" sldId="347"/>
            <ac:spMk id="27" creationId="{00000000-0000-0000-0000-000000000000}"/>
          </ac:spMkLst>
        </pc:spChg>
        <pc:spChg chg="mod">
          <ac:chgData name="Heumen,Hans J.B.H.M. van" userId="357d3a60-27dc-42a3-bd03-172815e944eb" providerId="ADAL" clId="{FBB52F4B-B1C2-407B-B9BB-B19EB80A4F7D}" dt="2024-09-04T09:25:12.131" v="18" actId="1076"/>
          <ac:spMkLst>
            <pc:docMk/>
            <pc:sldMk cId="192434328" sldId="347"/>
            <ac:spMk id="28" creationId="{00000000-0000-0000-0000-000000000000}"/>
          </ac:spMkLst>
        </pc:spChg>
        <pc:spChg chg="mod">
          <ac:chgData name="Heumen,Hans J.B.H.M. van" userId="357d3a60-27dc-42a3-bd03-172815e944eb" providerId="ADAL" clId="{FBB52F4B-B1C2-407B-B9BB-B19EB80A4F7D}" dt="2024-09-04T09:25:31.799" v="22" actId="404"/>
          <ac:spMkLst>
            <pc:docMk/>
            <pc:sldMk cId="192434328" sldId="347"/>
            <ac:spMk id="34" creationId="{00000000-0000-0000-0000-000000000000}"/>
          </ac:spMkLst>
        </pc:spChg>
      </pc:sldChg>
      <pc:sldChg chg="del">
        <pc:chgData name="Heumen,Hans J.B.H.M. van" userId="357d3a60-27dc-42a3-bd03-172815e944eb" providerId="ADAL" clId="{FBB52F4B-B1C2-407B-B9BB-B19EB80A4F7D}" dt="2024-09-04T09:11:44.341" v="8" actId="47"/>
        <pc:sldMkLst>
          <pc:docMk/>
          <pc:sldMk cId="2378365931" sldId="348"/>
        </pc:sldMkLst>
      </pc:sldChg>
      <pc:sldChg chg="modSp mod">
        <pc:chgData name="Heumen,Hans J.B.H.M. van" userId="357d3a60-27dc-42a3-bd03-172815e944eb" providerId="ADAL" clId="{FBB52F4B-B1C2-407B-B9BB-B19EB80A4F7D}" dt="2024-09-04T09:10:29.373" v="4" actId="20577"/>
        <pc:sldMkLst>
          <pc:docMk/>
          <pc:sldMk cId="973961204" sldId="349"/>
        </pc:sldMkLst>
        <pc:spChg chg="mod">
          <ac:chgData name="Heumen,Hans J.B.H.M. van" userId="357d3a60-27dc-42a3-bd03-172815e944eb" providerId="ADAL" clId="{FBB52F4B-B1C2-407B-B9BB-B19EB80A4F7D}" dt="2024-09-04T09:10:29.373" v="4" actId="20577"/>
          <ac:spMkLst>
            <pc:docMk/>
            <pc:sldMk cId="973961204" sldId="349"/>
            <ac:spMk id="2" creationId="{23D97957-AAB0-E29D-E183-F29F88870DF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7F4AA2B-88A4-4800-AA55-5CAF78FD90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97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Klik om de opmaakprofielen van de modeltekst te bewerken</a:t>
            </a:r>
          </a:p>
          <a:p>
            <a:pPr lvl="1"/>
            <a:r>
              <a:rPr lang="en-US" noProof="0"/>
              <a:t>Tweede niveau</a:t>
            </a:r>
          </a:p>
          <a:p>
            <a:pPr lvl="2"/>
            <a:r>
              <a:rPr lang="en-US" noProof="0"/>
              <a:t>Derde niveau</a:t>
            </a:r>
          </a:p>
          <a:p>
            <a:pPr lvl="3"/>
            <a:r>
              <a:rPr lang="en-US" noProof="0"/>
              <a:t>Vierde niveau</a:t>
            </a:r>
          </a:p>
          <a:p>
            <a:pPr lvl="4"/>
            <a:r>
              <a:rPr lang="en-US" noProof="0"/>
              <a:t>Vijfde niveau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96490A4-71D0-43B6-A632-F02D13E6AF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298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ADE1E5C-C5FD-4AD9-BDFF-20822961C996}" type="slidenum">
              <a:rPr lang="en-US" b="0" smtClean="0"/>
              <a:pPr eaLnBrk="1" hangingPunct="1"/>
              <a:t>3</a:t>
            </a:fld>
            <a:endParaRPr lang="en-US" b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7585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ADE1E5C-C5FD-4AD9-BDFF-20822961C996}" type="slidenum">
              <a:rPr lang="en-US" b="0" smtClean="0"/>
              <a:pPr eaLnBrk="1" hangingPunct="1"/>
              <a:t>4</a:t>
            </a:fld>
            <a:endParaRPr lang="en-US" b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8276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nl-NL"/>
              <a:t>Klik om de ondertitelstijl van het model te bewerken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CCD31-1DDD-474A-8076-E82A80468E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0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B5E23-F948-44CB-824A-8981D2A194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8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FB80E-2A7B-4A5F-A594-A1CDC7C6C8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1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64D41-E143-408C-8EB7-7E9879E427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7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EF2A2-2E30-4C73-AB51-987DB599D1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1C2EC-A5A6-480D-84E2-3C65DDD1FB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90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B9F312-F328-4E9B-AFFF-1FAD4B493A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187BB-8327-4FCB-B3B8-6EB8254B0F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2706D-7A7A-4D03-95BC-E42C56A529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2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A29F4-E559-48B6-91B3-B4547481D9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90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2C3C8D-752E-4C5C-8CAB-F2A4C6E4FE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9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het opmaakprofiel te bewerken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de opmaakprofielen van de modeltekst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14BB9BEE-FEB2-43B8-A5E2-FDD7B41D1C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048" y="1476128"/>
            <a:ext cx="5287952" cy="3965966"/>
          </a:xfrm>
          <a:prstGeom prst="rect">
            <a:avLst/>
          </a:prstGeom>
          <a:effectLst>
            <a:glow>
              <a:schemeClr val="accent1">
                <a:alpha val="27000"/>
              </a:schemeClr>
            </a:glow>
            <a:reflection endPos="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8397" y="1699022"/>
            <a:ext cx="4808306" cy="1790700"/>
          </a:xfrm>
        </p:spPr>
        <p:txBody>
          <a:bodyPr/>
          <a:lstStyle/>
          <a:p>
            <a:r>
              <a:rPr lang="en-US" b="1"/>
              <a:t>Automata</a:t>
            </a:r>
            <a:endParaRPr lang="nl-NL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8397" y="3558778"/>
            <a:ext cx="4808306" cy="1241822"/>
          </a:xfrm>
        </p:spPr>
        <p:txBody>
          <a:bodyPr/>
          <a:lstStyle/>
          <a:p>
            <a:r>
              <a:rPr lang="en-US" b="1"/>
              <a:t>languages</a:t>
            </a:r>
          </a:p>
          <a:p>
            <a:r>
              <a:rPr lang="en-US" b="1" err="1"/>
              <a:t>lexers</a:t>
            </a:r>
            <a:r>
              <a:rPr lang="en-US" b="1"/>
              <a:t>, parsers, interpreters</a:t>
            </a:r>
            <a:endParaRPr lang="nl-NL" b="1"/>
          </a:p>
        </p:txBody>
      </p:sp>
    </p:spTree>
    <p:extLst>
      <p:ext uri="{BB962C8B-B14F-4D97-AF65-F5344CB8AC3E}">
        <p14:creationId xmlns:p14="http://schemas.microsoft.com/office/powerpoint/2010/main" val="371016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D97957-AAB0-E29D-E183-F29F88870D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 ANTLR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4546242-28B3-5DD3-8E8D-80964680C7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6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 Box 36"/>
          <p:cNvSpPr txBox="1">
            <a:spLocks noChangeArrowheads="1"/>
          </p:cNvSpPr>
          <p:nvPr/>
        </p:nvSpPr>
        <p:spPr bwMode="auto">
          <a:xfrm>
            <a:off x="0" y="0"/>
            <a:ext cx="9144000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 sz="2400" b="0"/>
          </a:p>
          <a:p>
            <a:pPr algn="ctr" eaLnBrk="1" hangingPunct="1">
              <a:spcBef>
                <a:spcPct val="50000"/>
              </a:spcBef>
            </a:pPr>
            <a:r>
              <a:rPr lang="en-US" sz="2400" b="0"/>
              <a:t>ANTLR</a:t>
            </a:r>
            <a:endParaRPr lang="nl-NL" sz="2400" b="0"/>
          </a:p>
        </p:txBody>
      </p:sp>
      <p:sp>
        <p:nvSpPr>
          <p:cNvPr id="4" name="Rectangle 3"/>
          <p:cNvSpPr/>
          <p:nvPr/>
        </p:nvSpPr>
        <p:spPr>
          <a:xfrm>
            <a:off x="251424" y="1268712"/>
            <a:ext cx="846112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ANTLR</a:t>
            </a:r>
            <a:r>
              <a:rPr lang="en-US"/>
              <a:t> (</a:t>
            </a:r>
            <a:r>
              <a:rPr lang="en-US" err="1"/>
              <a:t>ANother</a:t>
            </a:r>
            <a:r>
              <a:rPr lang="en-US"/>
              <a:t> Tool for Language Recognition) </a:t>
            </a:r>
          </a:p>
          <a:p>
            <a:r>
              <a:rPr lang="en-US"/>
              <a:t>is a powerful parser generator for reading, processing, executing, or translating structured text or binary files. </a:t>
            </a:r>
          </a:p>
          <a:p>
            <a:endParaRPr lang="en-US"/>
          </a:p>
          <a:p>
            <a:r>
              <a:rPr lang="en-US"/>
              <a:t>It's widely used to build languages, tools, and frameworks. </a:t>
            </a:r>
          </a:p>
          <a:p>
            <a:endParaRPr lang="en-US"/>
          </a:p>
          <a:p>
            <a:r>
              <a:rPr lang="en-US"/>
              <a:t>From a grammar, ANTLR generates a parser that can build parse trees and also generates a listener interface (or visitor) that makes it easy to respond to the recognition of phrases of interest.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3983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 Box 36"/>
          <p:cNvSpPr txBox="1">
            <a:spLocks noChangeArrowheads="1"/>
          </p:cNvSpPr>
          <p:nvPr/>
        </p:nvSpPr>
        <p:spPr bwMode="auto">
          <a:xfrm>
            <a:off x="0" y="0"/>
            <a:ext cx="9144000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 sz="2400" b="0"/>
          </a:p>
          <a:p>
            <a:pPr algn="ctr" eaLnBrk="1" hangingPunct="1">
              <a:spcBef>
                <a:spcPct val="50000"/>
              </a:spcBef>
            </a:pPr>
            <a:r>
              <a:rPr lang="en-US" sz="2400" b="0"/>
              <a:t>ANTLR</a:t>
            </a:r>
            <a:endParaRPr lang="nl-NL" sz="2400" b="0"/>
          </a:p>
        </p:txBody>
      </p:sp>
      <p:sp>
        <p:nvSpPr>
          <p:cNvPr id="4" name="Rectangle 3"/>
          <p:cNvSpPr/>
          <p:nvPr/>
        </p:nvSpPr>
        <p:spPr>
          <a:xfrm>
            <a:off x="251424" y="1268712"/>
            <a:ext cx="84611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24292E"/>
                </a:solidFill>
                <a:latin typeface="-apple-system"/>
              </a:rPr>
              <a:t>ANTLR is really two things: </a:t>
            </a:r>
          </a:p>
          <a:p>
            <a:endParaRPr lang="en-US">
              <a:solidFill>
                <a:srgbClr val="24292E"/>
              </a:solidFill>
              <a:latin typeface="-apple-system"/>
            </a:endParaRPr>
          </a:p>
          <a:p>
            <a:pPr marL="342900" indent="-342900">
              <a:buFontTx/>
              <a:buChar char="-"/>
            </a:pPr>
            <a:r>
              <a:rPr lang="en-US">
                <a:solidFill>
                  <a:srgbClr val="24292E"/>
                </a:solidFill>
                <a:latin typeface="-apple-system"/>
              </a:rPr>
              <a:t>a tool that translates your grammar to a parser/</a:t>
            </a:r>
            <a:r>
              <a:rPr lang="en-US" err="1">
                <a:solidFill>
                  <a:srgbClr val="24292E"/>
                </a:solidFill>
                <a:latin typeface="-apple-system"/>
              </a:rPr>
              <a:t>lexer</a:t>
            </a:r>
            <a:r>
              <a:rPr lang="en-US">
                <a:solidFill>
                  <a:srgbClr val="24292E"/>
                </a:solidFill>
                <a:latin typeface="-apple-system"/>
              </a:rPr>
              <a:t> in Java (or other target language) and </a:t>
            </a:r>
          </a:p>
          <a:p>
            <a:pPr marL="342900" indent="-342900">
              <a:buFontTx/>
              <a:buChar char="-"/>
            </a:pPr>
            <a:endParaRPr lang="en-US">
              <a:solidFill>
                <a:srgbClr val="24292E"/>
              </a:solidFill>
              <a:latin typeface="-apple-system"/>
            </a:endParaRPr>
          </a:p>
          <a:p>
            <a:pPr marL="342900" indent="-342900">
              <a:buFontTx/>
              <a:buChar char="-"/>
            </a:pPr>
            <a:r>
              <a:rPr lang="en-US">
                <a:solidFill>
                  <a:srgbClr val="24292E"/>
                </a:solidFill>
                <a:latin typeface="-apple-system"/>
              </a:rPr>
              <a:t>the runtime needed by the generated parsers/</a:t>
            </a:r>
            <a:r>
              <a:rPr lang="en-US" err="1">
                <a:solidFill>
                  <a:srgbClr val="24292E"/>
                </a:solidFill>
                <a:latin typeface="-apple-system"/>
              </a:rPr>
              <a:t>lexers</a:t>
            </a:r>
            <a:r>
              <a:rPr lang="en-US">
                <a:solidFill>
                  <a:srgbClr val="24292E"/>
                </a:solidFill>
                <a:latin typeface="-apple-system"/>
              </a:rPr>
              <a:t>. </a:t>
            </a:r>
            <a:endParaRPr lang="nl-NL"/>
          </a:p>
        </p:txBody>
      </p:sp>
      <p:sp>
        <p:nvSpPr>
          <p:cNvPr id="2" name="Rectangle 1"/>
          <p:cNvSpPr/>
          <p:nvPr/>
        </p:nvSpPr>
        <p:spPr>
          <a:xfrm>
            <a:off x="2051664" y="5049216"/>
            <a:ext cx="44451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/>
              <a:t>https://www.antlr.org/index.html</a:t>
            </a:r>
          </a:p>
        </p:txBody>
      </p:sp>
    </p:spTree>
    <p:extLst>
      <p:ext uri="{BB962C8B-B14F-4D97-AF65-F5344CB8AC3E}">
        <p14:creationId xmlns:p14="http://schemas.microsoft.com/office/powerpoint/2010/main" val="3334751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477989" y="2087405"/>
            <a:ext cx="5989611" cy="3360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800">
                <a:solidFill>
                  <a:schemeClr val="tx1"/>
                </a:solidFill>
              </a:rPr>
              <a:t>application (Java)</a:t>
            </a:r>
            <a:endParaRPr lang="nl-NL" sz="180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43075" y="2562225"/>
            <a:ext cx="3367841" cy="18288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800" err="1">
                <a:solidFill>
                  <a:schemeClr val="tx1"/>
                </a:solidFill>
              </a:rPr>
              <a:t>Antlr</a:t>
            </a:r>
            <a:endParaRPr lang="nl-NL" sz="180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flow</a:t>
            </a:r>
            <a:endParaRPr lang="nl-NL"/>
          </a:p>
        </p:txBody>
      </p:sp>
      <p:sp>
        <p:nvSpPr>
          <p:cNvPr id="5" name="TextBox 4"/>
          <p:cNvSpPr txBox="1"/>
          <p:nvPr/>
        </p:nvSpPr>
        <p:spPr>
          <a:xfrm>
            <a:off x="2743595" y="3278749"/>
            <a:ext cx="211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/>
              <a:t>stream of TOKENs</a:t>
            </a:r>
            <a:endParaRPr lang="nl-NL" sz="1800"/>
          </a:p>
        </p:txBody>
      </p:sp>
      <p:sp>
        <p:nvSpPr>
          <p:cNvPr id="4" name="TextBox 3"/>
          <p:cNvSpPr txBox="1"/>
          <p:nvPr/>
        </p:nvSpPr>
        <p:spPr>
          <a:xfrm>
            <a:off x="354118" y="2126457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/>
              <a:t>text</a:t>
            </a:r>
            <a:endParaRPr lang="nl-NL" sz="1500"/>
          </a:p>
        </p:txBody>
      </p:sp>
      <p:sp>
        <p:nvSpPr>
          <p:cNvPr id="6" name="TextBox 5"/>
          <p:cNvSpPr txBox="1"/>
          <p:nvPr/>
        </p:nvSpPr>
        <p:spPr>
          <a:xfrm>
            <a:off x="5289230" y="420220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/>
              <a:t>parse tree</a:t>
            </a:r>
            <a:endParaRPr lang="nl-NL" sz="1800"/>
          </a:p>
        </p:txBody>
      </p:sp>
      <p:sp>
        <p:nvSpPr>
          <p:cNvPr id="7" name="Rounded Rectangle 6"/>
          <p:cNvSpPr/>
          <p:nvPr/>
        </p:nvSpPr>
        <p:spPr>
          <a:xfrm>
            <a:off x="1921836" y="2721158"/>
            <a:ext cx="861237" cy="6719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/>
              <a:t>lexer</a:t>
            </a:r>
            <a:endParaRPr lang="nl-NL" sz="1800" b="1"/>
          </a:p>
        </p:txBody>
      </p:sp>
      <p:sp>
        <p:nvSpPr>
          <p:cNvPr id="8" name="Rounded Rectangle 7"/>
          <p:cNvSpPr/>
          <p:nvPr/>
        </p:nvSpPr>
        <p:spPr>
          <a:xfrm>
            <a:off x="4141382" y="3571141"/>
            <a:ext cx="861237" cy="6310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/>
              <a:t>parser</a:t>
            </a:r>
            <a:endParaRPr lang="nl-NL" sz="1800" b="1"/>
          </a:p>
        </p:txBody>
      </p:sp>
      <p:sp>
        <p:nvSpPr>
          <p:cNvPr id="9" name="Rounded Rectangle 8"/>
          <p:cNvSpPr/>
          <p:nvPr/>
        </p:nvSpPr>
        <p:spPr>
          <a:xfrm>
            <a:off x="6428048" y="4536115"/>
            <a:ext cx="861237" cy="6350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/>
              <a:t>tree walker</a:t>
            </a:r>
            <a:endParaRPr lang="nl-NL" sz="1800" b="1"/>
          </a:p>
        </p:txBody>
      </p:sp>
      <p:cxnSp>
        <p:nvCxnSpPr>
          <p:cNvPr id="11" name="Straight Arrow Connector 10"/>
          <p:cNvCxnSpPr>
            <a:stCxn id="7" idx="3"/>
            <a:endCxn id="8" idx="1"/>
          </p:cNvCxnSpPr>
          <p:nvPr/>
        </p:nvCxnSpPr>
        <p:spPr>
          <a:xfrm>
            <a:off x="2783073" y="3057137"/>
            <a:ext cx="1358309" cy="829538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7" idx="1"/>
          </p:cNvCxnSpPr>
          <p:nvPr/>
        </p:nvCxnSpPr>
        <p:spPr>
          <a:xfrm>
            <a:off x="797172" y="2411467"/>
            <a:ext cx="1124665" cy="645670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3"/>
            <a:endCxn id="9" idx="1"/>
          </p:cNvCxnSpPr>
          <p:nvPr/>
        </p:nvCxnSpPr>
        <p:spPr>
          <a:xfrm>
            <a:off x="5002619" y="3886675"/>
            <a:ext cx="1425429" cy="966967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3"/>
          </p:cNvCxnSpPr>
          <p:nvPr/>
        </p:nvCxnSpPr>
        <p:spPr>
          <a:xfrm>
            <a:off x="7289285" y="4853642"/>
            <a:ext cx="712715" cy="38156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44219" y="5171168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/>
              <a:t>actions</a:t>
            </a:r>
            <a:r>
              <a:rPr lang="en-US" sz="1800"/>
              <a:t>!</a:t>
            </a:r>
            <a:endParaRPr lang="nl-NL" sz="1800"/>
          </a:p>
        </p:txBody>
      </p:sp>
      <p:sp>
        <p:nvSpPr>
          <p:cNvPr id="27" name="Folded Corner 26"/>
          <p:cNvSpPr/>
          <p:nvPr/>
        </p:nvSpPr>
        <p:spPr>
          <a:xfrm>
            <a:off x="910681" y="3186812"/>
            <a:ext cx="1160920" cy="621229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TOKEN</a:t>
            </a:r>
          </a:p>
          <a:p>
            <a:pPr algn="ctr"/>
            <a:r>
              <a:rPr lang="en-US" sz="1600" err="1"/>
              <a:t>reg.expr</a:t>
            </a:r>
            <a:r>
              <a:rPr lang="en-US" sz="1600"/>
              <a:t>.</a:t>
            </a:r>
            <a:endParaRPr lang="nl-NL" sz="1600"/>
          </a:p>
        </p:txBody>
      </p:sp>
      <p:sp>
        <p:nvSpPr>
          <p:cNvPr id="28" name="Folded Corner 27"/>
          <p:cNvSpPr/>
          <p:nvPr/>
        </p:nvSpPr>
        <p:spPr>
          <a:xfrm>
            <a:off x="3136713" y="4085117"/>
            <a:ext cx="1148101" cy="598301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grammar rules</a:t>
            </a:r>
            <a:endParaRPr lang="nl-NL" sz="1600"/>
          </a:p>
        </p:txBody>
      </p:sp>
      <p:sp>
        <p:nvSpPr>
          <p:cNvPr id="34" name="Folded Corner 33"/>
          <p:cNvSpPr/>
          <p:nvPr/>
        </p:nvSpPr>
        <p:spPr>
          <a:xfrm>
            <a:off x="5025110" y="5088594"/>
            <a:ext cx="1497551" cy="518337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your Java methods</a:t>
            </a:r>
            <a:endParaRPr lang="nl-NL" sz="160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418" y="3081577"/>
            <a:ext cx="1516188" cy="1090529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243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5" grpId="0" animBg="1"/>
      <p:bldP spid="5" grpId="0"/>
      <p:bldP spid="6" grpId="0"/>
      <p:bldP spid="7" grpId="0" animBg="1"/>
      <p:bldP spid="8" grpId="0" animBg="1"/>
      <p:bldP spid="9" grpId="0" animBg="1"/>
      <p:bldP spid="27" grpId="0" animBg="1"/>
      <p:bldP spid="28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4EA956-ADFB-41CD-6491-DF84BFB4B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DEMO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9913E96-6D8B-D22D-330A-7B0743BE9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65570295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ardontwerp">
  <a:themeElements>
    <a:clrScheme name="Standaardontwe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ardontwer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ardontwe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934CFCC658D048BFAD706E4E30707E" ma:contentTypeVersion="0" ma:contentTypeDescription="Create a new document." ma:contentTypeScope="" ma:versionID="2b58cac721d56c791cd09e4a3cfdeb2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67e30616eeadeb776f014c5fbcfd8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AD6984BB-E88B-4694-9FA0-49EC1F2DF5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7B733D-BE6B-40B3-A404-47AA97FD1508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93FC8A3-6587-40B8-8C07-DD6853736ADF}">
  <ds:schemaRefs>
    <ds:schemaRef ds:uri="c50ae0a0-5225-49ca-816d-fa9d7d7ed806"/>
    <ds:schemaRef ds:uri="fbda534c-2e95-4822-892f-e4ca2919e06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Standaardontwerp</vt:lpstr>
      <vt:lpstr>Automata</vt:lpstr>
      <vt:lpstr>Introduction ANTLR</vt:lpstr>
      <vt:lpstr>PowerPoint Presentation</vt:lpstr>
      <vt:lpstr>PowerPoint Presentation</vt:lpstr>
      <vt:lpstr>data flow</vt:lpstr>
      <vt:lpstr>DEMO</vt:lpstr>
    </vt:vector>
  </TitlesOfParts>
  <Company>Fontys Hogescholen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Languages, grammars and automata.</dc:title>
  <dc:creator>Addie de Fluiter</dc:creator>
  <cp:revision>1</cp:revision>
  <dcterms:created xsi:type="dcterms:W3CDTF">2008-02-27T16:33:19Z</dcterms:created>
  <dcterms:modified xsi:type="dcterms:W3CDTF">2024-09-04T11:18:45Z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0x010100E4934CFCC658D048BFAD706E4E30707E</vt:lpwstr>
  </property>
</Properties>
</file>