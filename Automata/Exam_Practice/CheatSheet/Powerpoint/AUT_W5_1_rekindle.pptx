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5"/>
  </p:notesMasterIdLst>
  <p:handoutMasterIdLst>
    <p:handoutMasterId r:id="rId16"/>
  </p:handoutMasterIdLst>
  <p:sldIdLst>
    <p:sldId id="343" r:id="rId5"/>
    <p:sldId id="344" r:id="rId6"/>
    <p:sldId id="345" r:id="rId7"/>
    <p:sldId id="346" r:id="rId8"/>
    <p:sldId id="347" r:id="rId9"/>
    <p:sldId id="348" r:id="rId10"/>
    <p:sldId id="349" r:id="rId11"/>
    <p:sldId id="351" r:id="rId12"/>
    <p:sldId id="350" r:id="rId13"/>
    <p:sldId id="352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25" d="100"/>
          <a:sy n="125" d="100"/>
        </p:scale>
        <p:origin x="114" y="576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  <pc:spChg chg="mod">
          <ac:chgData name="Heumen,Hans J.B.H.M. van" userId="357d3a60-27dc-42a3-bd03-172815e944eb" providerId="ADAL" clId="{0E113807-9CA3-445F-A5CD-0A567570384E}" dt="2024-09-02T12:46:50.434" v="25" actId="20577"/>
          <ac:spMkLst>
            <pc:docMk/>
            <pc:sldMk cId="1375342933" sldId="361"/>
            <ac:spMk id="2" creationId="{F1E682E0-D54A-6F3D-3F4A-9A2B789C61DE}"/>
          </ac:spMkLst>
        </pc:spChg>
        <pc:spChg chg="mod">
          <ac:chgData name="Heumen,Hans J.B.H.M. van" userId="357d3a60-27dc-42a3-bd03-172815e944eb" providerId="ADAL" clId="{0E113807-9CA3-445F-A5CD-0A567570384E}" dt="2024-09-02T12:33:30.260" v="24" actId="20577"/>
          <ac:spMkLst>
            <pc:docMk/>
            <pc:sldMk cId="1375342933" sldId="361"/>
            <ac:spMk id="3" creationId="{D8BAC8ED-5EED-0ACD-23FC-4E48BC89C992}"/>
          </ac:spMkLst>
        </pc:spChg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4T09:12:44.759" v="296" actId="47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  <pc:spChg chg="mod">
          <ac:chgData name="Heumen,Hans J.B.H.M. van" userId="357d3a60-27dc-42a3-bd03-172815e944eb" providerId="ADAL" clId="{602527C1-0509-4B58-8E1C-2D6B4B375E02}" dt="2024-09-02T09:20:05.828" v="185" actId="1076"/>
          <ac:spMkLst>
            <pc:docMk/>
            <pc:sldMk cId="2860095100" sldId="312"/>
            <ac:spMk id="36" creationId="{00000000-0000-0000-0000-000000000000}"/>
          </ac:spMkLst>
        </pc:spChg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del mod">
        <pc:chgData name="Heumen,Hans J.B.H.M. van" userId="357d3a60-27dc-42a3-bd03-172815e944eb" providerId="ADAL" clId="{602527C1-0509-4B58-8E1C-2D6B4B375E02}" dt="2024-09-04T09:12:42.028" v="294" actId="47"/>
        <pc:sldMkLst>
          <pc:docMk/>
          <pc:sldMk cId="3833983145" sldId="323"/>
        </pc:sldMkLst>
        <pc:spChg chg="del mod">
          <ac:chgData name="Heumen,Hans J.B.H.M. van" userId="357d3a60-27dc-42a3-bd03-172815e944eb" providerId="ADAL" clId="{602527C1-0509-4B58-8E1C-2D6B4B375E02}" dt="2024-09-02T09:58:37.862" v="293" actId="478"/>
          <ac:spMkLst>
            <pc:docMk/>
            <pc:sldMk cId="3833983145" sldId="323"/>
            <ac:spMk id="2" creationId="{00000000-0000-0000-0000-000000000000}"/>
          </ac:spMkLst>
        </pc:spChg>
      </pc:sldChg>
      <pc:sldChg chg="del">
        <pc:chgData name="Heumen,Hans J.B.H.M. van" userId="357d3a60-27dc-42a3-bd03-172815e944eb" providerId="ADAL" clId="{602527C1-0509-4B58-8E1C-2D6B4B375E02}" dt="2024-09-04T09:12:43.674" v="295" actId="47"/>
        <pc:sldMkLst>
          <pc:docMk/>
          <pc:sldMk cId="3334751044" sldId="325"/>
        </pc:sldMkLst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  <pc:spChg chg="mod">
          <ac:chgData name="Heumen,Hans J.B.H.M. van" userId="357d3a60-27dc-42a3-bd03-172815e944eb" providerId="ADAL" clId="{602527C1-0509-4B58-8E1C-2D6B4B375E02}" dt="2024-09-02T09:48:54.427" v="285" actId="14100"/>
          <ac:spMkLst>
            <pc:docMk/>
            <pc:sldMk cId="2741171790" sldId="341"/>
            <ac:spMk id="2" creationId="{00000000-0000-0000-0000-000000000000}"/>
          </ac:spMkLst>
        </pc:spChg>
        <pc:spChg chg="add">
          <ac:chgData name="Heumen,Hans J.B.H.M. van" userId="357d3a60-27dc-42a3-bd03-172815e944eb" providerId="ADAL" clId="{602527C1-0509-4B58-8E1C-2D6B4B375E02}" dt="2024-09-02T09:45:29.075" v="197"/>
          <ac:spMkLst>
            <pc:docMk/>
            <pc:sldMk cId="2741171790" sldId="341"/>
            <ac:spMk id="3" creationId="{1DF12E3E-2967-0D3A-82C5-B724BAE62374}"/>
          </ac:spMkLst>
        </pc:spChg>
        <pc:picChg chg="add mod">
          <ac:chgData name="Heumen,Hans J.B.H.M. van" userId="357d3a60-27dc-42a3-bd03-172815e944eb" providerId="ADAL" clId="{602527C1-0509-4B58-8E1C-2D6B4B375E02}" dt="2024-09-02T09:49:06.485" v="287" actId="1076"/>
          <ac:picMkLst>
            <pc:docMk/>
            <pc:sldMk cId="2741171790" sldId="341"/>
            <ac:picMk id="1027" creationId="{72A8FE23-5264-2814-00F9-7BB9434C5966}"/>
          </ac:picMkLst>
        </pc:picChg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  <pc:spChg chg="mod">
          <ac:chgData name="Heumen,Hans J.B.H.M. van" userId="357d3a60-27dc-42a3-bd03-172815e944eb" providerId="ADAL" clId="{602527C1-0509-4B58-8E1C-2D6B4B375E02}" dt="2024-09-02T09:53:17.878" v="289" actId="20577"/>
          <ac:spMkLst>
            <pc:docMk/>
            <pc:sldMk cId="899385015" sldId="344"/>
            <ac:spMk id="3" creationId="{00000000-0000-0000-0000-000000000000}"/>
          </ac:spMkLst>
        </pc:spChg>
        <pc:spChg chg="add mod">
          <ac:chgData name="Heumen,Hans J.B.H.M. van" userId="357d3a60-27dc-42a3-bd03-172815e944eb" providerId="ADAL" clId="{602527C1-0509-4B58-8E1C-2D6B4B375E02}" dt="2024-09-01T11:34:21.378" v="6" actId="1035"/>
          <ac:spMkLst>
            <pc:docMk/>
            <pc:sldMk cId="899385015" sldId="344"/>
            <ac:spMk id="4" creationId="{54C9765D-BE72-AF94-C017-94520CC9390C}"/>
          </ac:spMkLst>
        </pc:spChg>
        <pc:spChg chg="add mod">
          <ac:chgData name="Heumen,Hans J.B.H.M. van" userId="357d3a60-27dc-42a3-bd03-172815e944eb" providerId="ADAL" clId="{602527C1-0509-4B58-8E1C-2D6B4B375E02}" dt="2024-09-01T11:34:31.213" v="8" actId="1076"/>
          <ac:spMkLst>
            <pc:docMk/>
            <pc:sldMk cId="899385015" sldId="344"/>
            <ac:spMk id="5" creationId="{8F0901DB-FC2F-9F77-2EEF-7E53B3A689C3}"/>
          </ac:spMkLst>
        </pc:spChg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4T09:12:44.759" v="296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  <pc:spChg chg="mod">
          <ac:chgData name="Heumen,Hans J.B.H.M. van" userId="357d3a60-27dc-42a3-bd03-172815e944eb" providerId="ADAL" clId="{602527C1-0509-4B58-8E1C-2D6B4B375E02}" dt="2024-09-02T09:05:30.979" v="71" actId="20577"/>
          <ac:spMkLst>
            <pc:docMk/>
            <pc:sldMk cId="1491618549" sldId="360"/>
            <ac:spMk id="2" creationId="{47A75DA6-3F96-27FA-74BB-47B48895E676}"/>
          </ac:spMkLst>
        </pc:spChg>
        <pc:spChg chg="mod">
          <ac:chgData name="Heumen,Hans J.B.H.M. van" userId="357d3a60-27dc-42a3-bd03-172815e944eb" providerId="ADAL" clId="{602527C1-0509-4B58-8E1C-2D6B4B375E02}" dt="2024-09-02T09:09:29.603" v="184" actId="20578"/>
          <ac:spMkLst>
            <pc:docMk/>
            <pc:sldMk cId="1491618549" sldId="360"/>
            <ac:spMk id="3" creationId="{14DD1305-9F36-DA3A-47C1-B199C0483808}"/>
          </ac:spMkLst>
        </pc:spChg>
      </pc:sldChg>
    </pc:docChg>
  </pc:docChgLst>
  <pc:docChgLst>
    <pc:chgData name="Heumen,Hans J.B.H.M. van" userId="357d3a60-27dc-42a3-bd03-172815e944eb" providerId="ADAL" clId="{0BC3AD57-20B8-4B3A-A723-6D2FCFA735B8}"/>
    <pc:docChg chg="undo custSel addSld delSld modSld">
      <pc:chgData name="Heumen,Hans J.B.H.M. van" userId="357d3a60-27dc-42a3-bd03-172815e944eb" providerId="ADAL" clId="{0BC3AD57-20B8-4B3A-A723-6D2FCFA735B8}" dt="2024-09-22T09:19:00.572" v="923" actId="20577"/>
      <pc:docMkLst>
        <pc:docMk/>
      </pc:docMkLst>
      <pc:sldChg chg="modSp add mod">
        <pc:chgData name="Heumen,Hans J.B.H.M. van" userId="357d3a60-27dc-42a3-bd03-172815e944eb" providerId="ADAL" clId="{0BC3AD57-20B8-4B3A-A723-6D2FCFA735B8}" dt="2024-09-21T07:04:43.114" v="851" actId="20577"/>
        <pc:sldMkLst>
          <pc:docMk/>
          <pc:sldMk cId="876110591" sldId="280"/>
        </pc:sldMkLst>
        <pc:spChg chg="mod">
          <ac:chgData name="Heumen,Hans J.B.H.M. van" userId="357d3a60-27dc-42a3-bd03-172815e944eb" providerId="ADAL" clId="{0BC3AD57-20B8-4B3A-A723-6D2FCFA735B8}" dt="2024-09-20T09:20:58.008" v="28" actId="20577"/>
          <ac:spMkLst>
            <pc:docMk/>
            <pc:sldMk cId="876110591" sldId="280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1T07:04:43.114" v="851" actId="20577"/>
          <ac:spMkLst>
            <pc:docMk/>
            <pc:sldMk cId="876110591" sldId="280"/>
            <ac:spMk id="3" creationId="{00000000-0000-0000-0000-000000000000}"/>
          </ac:spMkLst>
        </pc:spChg>
      </pc:sldChg>
      <pc:sldChg chg="modSp new mod">
        <pc:chgData name="Heumen,Hans J.B.H.M. van" userId="357d3a60-27dc-42a3-bd03-172815e944eb" providerId="ADAL" clId="{0BC3AD57-20B8-4B3A-A723-6D2FCFA735B8}" dt="2024-09-22T09:19:00.572" v="923" actId="20577"/>
        <pc:sldMkLst>
          <pc:docMk/>
          <pc:sldMk cId="1316010198" sldId="344"/>
        </pc:sldMkLst>
        <pc:spChg chg="mod">
          <ac:chgData name="Heumen,Hans J.B.H.M. van" userId="357d3a60-27dc-42a3-bd03-172815e944eb" providerId="ADAL" clId="{0BC3AD57-20B8-4B3A-A723-6D2FCFA735B8}" dt="2024-09-22T09:19:00.572" v="923" actId="20577"/>
          <ac:spMkLst>
            <pc:docMk/>
            <pc:sldMk cId="1316010198" sldId="344"/>
            <ac:spMk id="2" creationId="{88D5E08B-79B1-F30F-A901-678953728568}"/>
          </ac:spMkLst>
        </pc:spChg>
        <pc:spChg chg="mod">
          <ac:chgData name="Heumen,Hans J.B.H.M. van" userId="357d3a60-27dc-42a3-bd03-172815e944eb" providerId="ADAL" clId="{0BC3AD57-20B8-4B3A-A723-6D2FCFA735B8}" dt="2024-09-20T09:20:42.839" v="26" actId="20577"/>
          <ac:spMkLst>
            <pc:docMk/>
            <pc:sldMk cId="1316010198" sldId="344"/>
            <ac:spMk id="3" creationId="{18F1533B-28AA-AAB5-4C67-A7143DF4133A}"/>
          </ac:spMkLst>
        </pc:spChg>
      </pc:sldChg>
      <pc:sldChg chg="modSp add mod">
        <pc:chgData name="Heumen,Hans J.B.H.M. van" userId="357d3a60-27dc-42a3-bd03-172815e944eb" providerId="ADAL" clId="{0BC3AD57-20B8-4B3A-A723-6D2FCFA735B8}" dt="2024-09-21T07:05:11.674" v="853" actId="20577"/>
        <pc:sldMkLst>
          <pc:docMk/>
          <pc:sldMk cId="3679204214" sldId="345"/>
        </pc:sldMkLst>
        <pc:spChg chg="mod">
          <ac:chgData name="Heumen,Hans J.B.H.M. van" userId="357d3a60-27dc-42a3-bd03-172815e944eb" providerId="ADAL" clId="{0BC3AD57-20B8-4B3A-A723-6D2FCFA735B8}" dt="2024-09-20T09:34:39.772" v="315" actId="313"/>
          <ac:spMkLst>
            <pc:docMk/>
            <pc:sldMk cId="3679204214" sldId="345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1T07:05:11.674" v="853" actId="20577"/>
          <ac:spMkLst>
            <pc:docMk/>
            <pc:sldMk cId="3679204214" sldId="345"/>
            <ac:spMk id="3" creationId="{00000000-0000-0000-0000-000000000000}"/>
          </ac:spMkLst>
        </pc:spChg>
      </pc:sldChg>
      <pc:sldChg chg="modSp add mod">
        <pc:chgData name="Heumen,Hans J.B.H.M. van" userId="357d3a60-27dc-42a3-bd03-172815e944eb" providerId="ADAL" clId="{0BC3AD57-20B8-4B3A-A723-6D2FCFA735B8}" dt="2024-09-20T09:32:04.494" v="256" actId="20577"/>
        <pc:sldMkLst>
          <pc:docMk/>
          <pc:sldMk cId="3099931907" sldId="346"/>
        </pc:sldMkLst>
        <pc:spChg chg="mod">
          <ac:chgData name="Heumen,Hans J.B.H.M. van" userId="357d3a60-27dc-42a3-bd03-172815e944eb" providerId="ADAL" clId="{0BC3AD57-20B8-4B3A-A723-6D2FCFA735B8}" dt="2024-09-20T09:30:43.070" v="231" actId="20577"/>
          <ac:spMkLst>
            <pc:docMk/>
            <pc:sldMk cId="3099931907" sldId="346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0T09:32:04.494" v="256" actId="20577"/>
          <ac:spMkLst>
            <pc:docMk/>
            <pc:sldMk cId="3099931907" sldId="346"/>
            <ac:spMk id="3" creationId="{00000000-0000-0000-0000-000000000000}"/>
          </ac:spMkLst>
        </pc:spChg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343771398" sldId="347"/>
        </pc:sldMkLst>
      </pc:sldChg>
      <pc:sldChg chg="modSp add mod">
        <pc:chgData name="Heumen,Hans J.B.H.M. van" userId="357d3a60-27dc-42a3-bd03-172815e944eb" providerId="ADAL" clId="{0BC3AD57-20B8-4B3A-A723-6D2FCFA735B8}" dt="2024-09-21T06:47:10.611" v="813"/>
        <pc:sldMkLst>
          <pc:docMk/>
          <pc:sldMk cId="1741734347" sldId="347"/>
        </pc:sldMkLst>
        <pc:spChg chg="mod">
          <ac:chgData name="Heumen,Hans J.B.H.M. van" userId="357d3a60-27dc-42a3-bd03-172815e944eb" providerId="ADAL" clId="{0BC3AD57-20B8-4B3A-A723-6D2FCFA735B8}" dt="2024-09-20T09:37:43.726" v="335" actId="20577"/>
          <ac:spMkLst>
            <pc:docMk/>
            <pc:sldMk cId="1741734347" sldId="347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1T06:47:10.611" v="813"/>
          <ac:spMkLst>
            <pc:docMk/>
            <pc:sldMk cId="1741734347" sldId="347"/>
            <ac:spMk id="3" creationId="{00000000-0000-0000-0000-000000000000}"/>
          </ac:spMkLst>
        </pc:spChg>
      </pc:sldChg>
      <pc:sldChg chg="modSp add mod">
        <pc:chgData name="Heumen,Hans J.B.H.M. van" userId="357d3a60-27dc-42a3-bd03-172815e944eb" providerId="ADAL" clId="{0BC3AD57-20B8-4B3A-A723-6D2FCFA735B8}" dt="2024-09-20T09:47:23.647" v="607" actId="20577"/>
        <pc:sldMkLst>
          <pc:docMk/>
          <pc:sldMk cId="950063441" sldId="348"/>
        </pc:sldMkLst>
        <pc:spChg chg="mod">
          <ac:chgData name="Heumen,Hans J.B.H.M. van" userId="357d3a60-27dc-42a3-bd03-172815e944eb" providerId="ADAL" clId="{0BC3AD57-20B8-4B3A-A723-6D2FCFA735B8}" dt="2024-09-20T09:44:49.504" v="500" actId="20577"/>
          <ac:spMkLst>
            <pc:docMk/>
            <pc:sldMk cId="950063441" sldId="348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0T09:47:23.647" v="607" actId="20577"/>
          <ac:spMkLst>
            <pc:docMk/>
            <pc:sldMk cId="950063441" sldId="348"/>
            <ac:spMk id="3" creationId="{00000000-0000-0000-0000-000000000000}"/>
          </ac:spMkLst>
        </pc:spChg>
      </pc:sldChg>
      <pc:sldChg chg="modSp add mod">
        <pc:chgData name="Heumen,Hans J.B.H.M. van" userId="357d3a60-27dc-42a3-bd03-172815e944eb" providerId="ADAL" clId="{0BC3AD57-20B8-4B3A-A723-6D2FCFA735B8}" dt="2024-09-21T08:05:59.180" v="921" actId="20577"/>
        <pc:sldMkLst>
          <pc:docMk/>
          <pc:sldMk cId="3315515129" sldId="349"/>
        </pc:sldMkLst>
        <pc:spChg chg="mod">
          <ac:chgData name="Heumen,Hans J.B.H.M. van" userId="357d3a60-27dc-42a3-bd03-172815e944eb" providerId="ADAL" clId="{0BC3AD57-20B8-4B3A-A723-6D2FCFA735B8}" dt="2024-09-20T09:47:39.598" v="626" actId="20577"/>
          <ac:spMkLst>
            <pc:docMk/>
            <pc:sldMk cId="3315515129" sldId="349"/>
            <ac:spMk id="2" creationId="{00000000-0000-0000-0000-000000000000}"/>
          </ac:spMkLst>
        </pc:spChg>
        <pc:spChg chg="mod">
          <ac:chgData name="Heumen,Hans J.B.H.M. van" userId="357d3a60-27dc-42a3-bd03-172815e944eb" providerId="ADAL" clId="{0BC3AD57-20B8-4B3A-A723-6D2FCFA735B8}" dt="2024-09-21T08:05:59.180" v="921" actId="20577"/>
          <ac:spMkLst>
            <pc:docMk/>
            <pc:sldMk cId="3315515129" sldId="349"/>
            <ac:spMk id="3" creationId="{00000000-0000-0000-0000-000000000000}"/>
          </ac:spMkLst>
        </pc:spChg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215228781" sldId="351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792390290" sldId="353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2966997610" sldId="354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444087917" sldId="355"/>
        </pc:sldMkLst>
      </pc:sldChg>
      <pc:sldChg chg="del">
        <pc:chgData name="Heumen,Hans J.B.H.M. van" userId="357d3a60-27dc-42a3-bd03-172815e944eb" providerId="ADAL" clId="{0BC3AD57-20B8-4B3A-A723-6D2FCFA735B8}" dt="2024-09-20T08:23:24.622" v="0" actId="47"/>
        <pc:sldMkLst>
          <pc:docMk/>
          <pc:sldMk cId="1729248243" sldId="356"/>
        </pc:sldMkLst>
      </pc:sldChg>
    </pc:docChg>
  </pc:docChgLst>
  <pc:docChgLst>
    <pc:chgData name="Heumen,Hans J.B.H.M. van" userId="357d3a60-27dc-42a3-bd03-172815e944eb" providerId="ADAL" clId="{CCBAF4AD-5676-474A-A1B4-F01B4586C517}"/>
    <pc:docChg chg="custSel modSld">
      <pc:chgData name="Heumen,Hans J.B.H.M. van" userId="357d3a60-27dc-42a3-bd03-172815e944eb" providerId="ADAL" clId="{CCBAF4AD-5676-474A-A1B4-F01B4586C517}" dt="2024-09-10T12:59:20.651" v="8" actId="1076"/>
      <pc:docMkLst>
        <pc:docMk/>
      </pc:docMkLst>
      <pc:sldChg chg="addSp delSp modSp mod">
        <pc:chgData name="Heumen,Hans J.B.H.M. van" userId="357d3a60-27dc-42a3-bd03-172815e944eb" providerId="ADAL" clId="{CCBAF4AD-5676-474A-A1B4-F01B4586C517}" dt="2024-09-10T12:59:20.651" v="8" actId="1076"/>
        <pc:sldMkLst>
          <pc:docMk/>
          <pc:sldMk cId="1978844259" sldId="345"/>
        </pc:sldMkLst>
        <pc:picChg chg="add del mod">
          <ac:chgData name="Heumen,Hans J.B.H.M. van" userId="357d3a60-27dc-42a3-bd03-172815e944eb" providerId="ADAL" clId="{CCBAF4AD-5676-474A-A1B4-F01B4586C517}" dt="2024-09-10T12:59:17.161" v="6" actId="478"/>
          <ac:picMkLst>
            <pc:docMk/>
            <pc:sldMk cId="1978844259" sldId="345"/>
            <ac:picMk id="4" creationId="{DAABFECE-4275-73DA-D1EF-BA165C309031}"/>
          </ac:picMkLst>
        </pc:picChg>
        <pc:picChg chg="mod">
          <ac:chgData name="Heumen,Hans J.B.H.M. van" userId="357d3a60-27dc-42a3-bd03-172815e944eb" providerId="ADAL" clId="{CCBAF4AD-5676-474A-A1B4-F01B4586C517}" dt="2024-09-10T12:54:50.379" v="0" actId="1076"/>
          <ac:picMkLst>
            <pc:docMk/>
            <pc:sldMk cId="1978844259" sldId="345"/>
            <ac:picMk id="5" creationId="{9B7987D3-56B9-508A-C30F-B31169DAE1FE}"/>
          </ac:picMkLst>
        </pc:picChg>
        <pc:picChg chg="add mod">
          <ac:chgData name="Heumen,Hans J.B.H.M. van" userId="357d3a60-27dc-42a3-bd03-172815e944eb" providerId="ADAL" clId="{CCBAF4AD-5676-474A-A1B4-F01B4586C517}" dt="2024-09-10T12:59:20.651" v="8" actId="1076"/>
          <ac:picMkLst>
            <pc:docMk/>
            <pc:sldMk cId="1978844259" sldId="345"/>
            <ac:picMk id="6" creationId="{273E8616-17A2-4BD6-0CBF-444C8DA57F24}"/>
          </ac:picMkLst>
        </pc:picChg>
      </pc:sldChg>
      <pc:sldChg chg="addSp delSp modSp mod">
        <pc:chgData name="Heumen,Hans J.B.H.M. van" userId="357d3a60-27dc-42a3-bd03-172815e944eb" providerId="ADAL" clId="{CCBAF4AD-5676-474A-A1B4-F01B4586C517}" dt="2024-09-10T12:59:13.350" v="5" actId="21"/>
        <pc:sldMkLst>
          <pc:docMk/>
          <pc:sldMk cId="779908004" sldId="346"/>
        </pc:sldMkLst>
        <pc:picChg chg="add del mod">
          <ac:chgData name="Heumen,Hans J.B.H.M. van" userId="357d3a60-27dc-42a3-bd03-172815e944eb" providerId="ADAL" clId="{CCBAF4AD-5676-474A-A1B4-F01B4586C517}" dt="2024-09-10T12:59:13.350" v="5" actId="21"/>
          <ac:picMkLst>
            <pc:docMk/>
            <pc:sldMk cId="779908004" sldId="346"/>
            <ac:picMk id="4" creationId="{273E8616-17A2-4BD6-0CBF-444C8DA57F24}"/>
          </ac:picMkLst>
        </pc:picChg>
      </pc:sldChg>
    </pc:docChg>
  </pc:docChgLst>
  <pc:docChgLst>
    <pc:chgData name="Heumen,Hans J.B.H.M. van" userId="357d3a60-27dc-42a3-bd03-172815e944eb" providerId="ADAL" clId="{0ED251DA-114D-43BC-821F-8AC0ED795253}"/>
    <pc:docChg chg="undo custSel addSld delSld modSld">
      <pc:chgData name="Heumen,Hans J.B.H.M. van" userId="357d3a60-27dc-42a3-bd03-172815e944eb" providerId="ADAL" clId="{0ED251DA-114D-43BC-821F-8AC0ED795253}" dt="2024-09-10T15:43:11.561" v="316" actId="208"/>
      <pc:docMkLst>
        <pc:docMk/>
      </pc:docMkLst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899385015" sldId="344"/>
        </pc:sldMkLst>
      </pc:sldChg>
      <pc:sldChg chg="modSp new mod">
        <pc:chgData name="Heumen,Hans J.B.H.M. van" userId="357d3a60-27dc-42a3-bd03-172815e944eb" providerId="ADAL" clId="{0ED251DA-114D-43BC-821F-8AC0ED795253}" dt="2024-09-09T11:49:16.084" v="16" actId="20577"/>
        <pc:sldMkLst>
          <pc:docMk/>
          <pc:sldMk cId="2749120552" sldId="344"/>
        </pc:sldMkLst>
        <pc:spChg chg="mod">
          <ac:chgData name="Heumen,Hans J.B.H.M. van" userId="357d3a60-27dc-42a3-bd03-172815e944eb" providerId="ADAL" clId="{0ED251DA-114D-43BC-821F-8AC0ED795253}" dt="2024-09-09T11:48:55.182" v="10" actId="20577"/>
          <ac:spMkLst>
            <pc:docMk/>
            <pc:sldMk cId="2749120552" sldId="344"/>
            <ac:spMk id="2" creationId="{399D54A7-DC30-F901-9866-1D309DD19DF1}"/>
          </ac:spMkLst>
        </pc:spChg>
        <pc:spChg chg="mod">
          <ac:chgData name="Heumen,Hans J.B.H.M. van" userId="357d3a60-27dc-42a3-bd03-172815e944eb" providerId="ADAL" clId="{0ED251DA-114D-43BC-821F-8AC0ED795253}" dt="2024-09-09T11:49:16.084" v="16" actId="20577"/>
          <ac:spMkLst>
            <pc:docMk/>
            <pc:sldMk cId="2749120552" sldId="344"/>
            <ac:spMk id="3" creationId="{5F3F30C3-5818-8CBA-665D-77492062F7F2}"/>
          </ac:spMkLst>
        </pc:spChg>
      </pc:sldChg>
      <pc:sldChg chg="addSp delSp modSp new del mod">
        <pc:chgData name="Heumen,Hans J.B.H.M. van" userId="357d3a60-27dc-42a3-bd03-172815e944eb" providerId="ADAL" clId="{0ED251DA-114D-43BC-821F-8AC0ED795253}" dt="2024-09-10T15:40:08.608" v="314" actId="47"/>
        <pc:sldMkLst>
          <pc:docMk/>
          <pc:sldMk cId="1978844259" sldId="345"/>
        </pc:sldMkLst>
        <pc:spChg chg="mod">
          <ac:chgData name="Heumen,Hans J.B.H.M. van" userId="357d3a60-27dc-42a3-bd03-172815e944eb" providerId="ADAL" clId="{0ED251DA-114D-43BC-821F-8AC0ED795253}" dt="2024-09-09T11:51:25.292" v="52" actId="20577"/>
          <ac:spMkLst>
            <pc:docMk/>
            <pc:sldMk cId="1978844259" sldId="345"/>
            <ac:spMk id="2" creationId="{FCBD3D7B-9A6D-2C89-B912-D720C2ED6374}"/>
          </ac:spMkLst>
        </pc:spChg>
        <pc:spChg chg="del">
          <ac:chgData name="Heumen,Hans J.B.H.M. van" userId="357d3a60-27dc-42a3-bd03-172815e944eb" providerId="ADAL" clId="{0ED251DA-114D-43BC-821F-8AC0ED795253}" dt="2024-09-09T11:50:58.662" v="18" actId="22"/>
          <ac:spMkLst>
            <pc:docMk/>
            <pc:sldMk cId="1978844259" sldId="345"/>
            <ac:spMk id="3" creationId="{8A806A3D-B18E-E0DD-A339-236D338A352B}"/>
          </ac:spMkLst>
        </pc:spChg>
        <pc:picChg chg="add mod ord">
          <ac:chgData name="Heumen,Hans J.B.H.M. van" userId="357d3a60-27dc-42a3-bd03-172815e944eb" providerId="ADAL" clId="{0ED251DA-114D-43BC-821F-8AC0ED795253}" dt="2024-09-09T11:50:58.662" v="18" actId="22"/>
          <ac:picMkLst>
            <pc:docMk/>
            <pc:sldMk cId="1978844259" sldId="345"/>
            <ac:picMk id="5" creationId="{9B7987D3-56B9-508A-C30F-B31169DAE1FE}"/>
          </ac:picMkLst>
        </pc:picChg>
      </pc:sldChg>
      <pc:sldChg chg="addSp delSp modSp new del mod">
        <pc:chgData name="Heumen,Hans J.B.H.M. van" userId="357d3a60-27dc-42a3-bd03-172815e944eb" providerId="ADAL" clId="{0ED251DA-114D-43BC-821F-8AC0ED795253}" dt="2024-09-10T15:40:22.543" v="315" actId="47"/>
        <pc:sldMkLst>
          <pc:docMk/>
          <pc:sldMk cId="779908004" sldId="346"/>
        </pc:sldMkLst>
        <pc:spChg chg="mod">
          <ac:chgData name="Heumen,Hans J.B.H.M. van" userId="357d3a60-27dc-42a3-bd03-172815e944eb" providerId="ADAL" clId="{0ED251DA-114D-43BC-821F-8AC0ED795253}" dt="2024-09-10T15:31:13.823" v="182" actId="20577"/>
          <ac:spMkLst>
            <pc:docMk/>
            <pc:sldMk cId="779908004" sldId="346"/>
            <ac:spMk id="2" creationId="{15D45CDF-73F6-AC0E-3F42-061CA8185C69}"/>
          </ac:spMkLst>
        </pc:spChg>
        <pc:spChg chg="del">
          <ac:chgData name="Heumen,Hans J.B.H.M. van" userId="357d3a60-27dc-42a3-bd03-172815e944eb" providerId="ADAL" clId="{0ED251DA-114D-43BC-821F-8AC0ED795253}" dt="2024-09-09T11:52:05.412" v="54" actId="22"/>
          <ac:spMkLst>
            <pc:docMk/>
            <pc:sldMk cId="779908004" sldId="346"/>
            <ac:spMk id="3" creationId="{5D320D2F-7BD1-DD30-D3CC-AA469E3B9EFA}"/>
          </ac:spMkLst>
        </pc:spChg>
        <pc:picChg chg="add mod ord">
          <ac:chgData name="Heumen,Hans J.B.H.M. van" userId="357d3a60-27dc-42a3-bd03-172815e944eb" providerId="ADAL" clId="{0ED251DA-114D-43BC-821F-8AC0ED795253}" dt="2024-09-09T11:52:05.412" v="54" actId="22"/>
          <ac:picMkLst>
            <pc:docMk/>
            <pc:sldMk cId="779908004" sldId="346"/>
            <ac:picMk id="5" creationId="{EA9002D5-B7B1-FBC6-27D8-E77F7C29FF72}"/>
          </ac:picMkLst>
        </pc:picChg>
      </pc:sldChg>
      <pc:sldChg chg="modSp new mod">
        <pc:chgData name="Heumen,Hans J.B.H.M. van" userId="357d3a60-27dc-42a3-bd03-172815e944eb" providerId="ADAL" clId="{0ED251DA-114D-43BC-821F-8AC0ED795253}" dt="2024-09-09T11:53:01.644" v="100" actId="20577"/>
        <pc:sldMkLst>
          <pc:docMk/>
          <pc:sldMk cId="343771398" sldId="347"/>
        </pc:sldMkLst>
        <pc:spChg chg="mod">
          <ac:chgData name="Heumen,Hans J.B.H.M. van" userId="357d3a60-27dc-42a3-bd03-172815e944eb" providerId="ADAL" clId="{0ED251DA-114D-43BC-821F-8AC0ED795253}" dt="2024-09-09T11:52:48.691" v="94" actId="20577"/>
          <ac:spMkLst>
            <pc:docMk/>
            <pc:sldMk cId="343771398" sldId="347"/>
            <ac:spMk id="2" creationId="{FAF4996D-1146-550E-DE6E-C04877E51BCC}"/>
          </ac:spMkLst>
        </pc:spChg>
        <pc:spChg chg="mod">
          <ac:chgData name="Heumen,Hans J.B.H.M. van" userId="357d3a60-27dc-42a3-bd03-172815e944eb" providerId="ADAL" clId="{0ED251DA-114D-43BC-821F-8AC0ED795253}" dt="2024-09-09T11:53:01.644" v="100" actId="20577"/>
          <ac:spMkLst>
            <pc:docMk/>
            <pc:sldMk cId="343771398" sldId="347"/>
            <ac:spMk id="3" creationId="{EA204CC6-675D-4F4B-E7F5-4F6F576779E9}"/>
          </ac:spMkLst>
        </pc:spChg>
      </pc:sldChg>
      <pc:sldChg chg="addSp delSp modSp new del mod">
        <pc:chgData name="Heumen,Hans J.B.H.M. van" userId="357d3a60-27dc-42a3-bd03-172815e944eb" providerId="ADAL" clId="{0ED251DA-114D-43BC-821F-8AC0ED795253}" dt="2024-09-10T15:40:07.362" v="313" actId="47"/>
        <pc:sldMkLst>
          <pc:docMk/>
          <pc:sldMk cId="2225486896" sldId="348"/>
        </pc:sldMkLst>
        <pc:spChg chg="del">
          <ac:chgData name="Heumen,Hans J.B.H.M. van" userId="357d3a60-27dc-42a3-bd03-172815e944eb" providerId="ADAL" clId="{0ED251DA-114D-43BC-821F-8AC0ED795253}" dt="2024-09-10T15:13:50.148" v="102"/>
          <ac:spMkLst>
            <pc:docMk/>
            <pc:sldMk cId="2225486896" sldId="348"/>
            <ac:spMk id="3" creationId="{43989B71-76BD-CED6-6E5D-498B58ABC315}"/>
          </ac:spMkLst>
        </pc:spChg>
        <pc:spChg chg="add del mod">
          <ac:chgData name="Heumen,Hans J.B.H.M. van" userId="357d3a60-27dc-42a3-bd03-172815e944eb" providerId="ADAL" clId="{0ED251DA-114D-43BC-821F-8AC0ED795253}" dt="2024-09-10T15:15:05.814" v="107" actId="478"/>
          <ac:spMkLst>
            <pc:docMk/>
            <pc:sldMk cId="2225486896" sldId="348"/>
            <ac:spMk id="6" creationId="{D3020F01-DFDA-6CDA-165F-0CF26C8E097E}"/>
          </ac:spMkLst>
        </pc:spChg>
        <pc:picChg chg="add del mod">
          <ac:chgData name="Heumen,Hans J.B.H.M. van" userId="357d3a60-27dc-42a3-bd03-172815e944eb" providerId="ADAL" clId="{0ED251DA-114D-43BC-821F-8AC0ED795253}" dt="2024-09-10T15:13:59.447" v="104" actId="478"/>
          <ac:picMkLst>
            <pc:docMk/>
            <pc:sldMk cId="2225486896" sldId="348"/>
            <ac:picMk id="5" creationId="{AEA9708A-8D6D-B195-C500-718142585F25}"/>
          </ac:picMkLst>
        </pc:picChg>
        <pc:picChg chg="add mod">
          <ac:chgData name="Heumen,Hans J.B.H.M. van" userId="357d3a60-27dc-42a3-bd03-172815e944eb" providerId="ADAL" clId="{0ED251DA-114D-43BC-821F-8AC0ED795253}" dt="2024-09-10T15:14:56.480" v="106" actId="931"/>
          <ac:picMkLst>
            <pc:docMk/>
            <pc:sldMk cId="2225486896" sldId="348"/>
            <ac:picMk id="8" creationId="{A2B6C2E2-FCBA-B8D8-1E4B-3A0444F8B716}"/>
          </ac:picMkLst>
        </pc:picChg>
        <pc:picChg chg="add del mod">
          <ac:chgData name="Heumen,Hans J.B.H.M. van" userId="357d3a60-27dc-42a3-bd03-172815e944eb" providerId="ADAL" clId="{0ED251DA-114D-43BC-821F-8AC0ED795253}" dt="2024-09-10T15:15:13.896" v="109" actId="478"/>
          <ac:picMkLst>
            <pc:docMk/>
            <pc:sldMk cId="2225486896" sldId="348"/>
            <ac:picMk id="10" creationId="{726C1F19-890A-6CB1-3310-764A0B1AFF49}"/>
          </ac:picMkLst>
        </pc:picChg>
        <pc:picChg chg="add mod">
          <ac:chgData name="Heumen,Hans J.B.H.M. van" userId="357d3a60-27dc-42a3-bd03-172815e944eb" providerId="ADAL" clId="{0ED251DA-114D-43BC-821F-8AC0ED795253}" dt="2024-09-10T15:21:06.142" v="136" actId="1076"/>
          <ac:picMkLst>
            <pc:docMk/>
            <pc:sldMk cId="2225486896" sldId="348"/>
            <ac:picMk id="12" creationId="{2765E449-4193-3FD5-2EE2-2A7B367448E8}"/>
          </ac:picMkLst>
        </pc:picChg>
        <pc:picChg chg="add del mod">
          <ac:chgData name="Heumen,Hans J.B.H.M. van" userId="357d3a60-27dc-42a3-bd03-172815e944eb" providerId="ADAL" clId="{0ED251DA-114D-43BC-821F-8AC0ED795253}" dt="2024-09-10T15:18:31.270" v="114" actId="478"/>
          <ac:picMkLst>
            <pc:docMk/>
            <pc:sldMk cId="2225486896" sldId="348"/>
            <ac:picMk id="14" creationId="{5B05444E-1C13-F51E-BBE6-5195423CE1DE}"/>
          </ac:picMkLst>
        </pc:picChg>
      </pc:sldChg>
      <pc:sldChg chg="addSp delSp modSp new mod">
        <pc:chgData name="Heumen,Hans J.B.H.M. van" userId="357d3a60-27dc-42a3-bd03-172815e944eb" providerId="ADAL" clId="{0ED251DA-114D-43BC-821F-8AC0ED795253}" dt="2024-09-10T15:43:11.561" v="316" actId="208"/>
        <pc:sldMkLst>
          <pc:docMk/>
          <pc:sldMk cId="4218566992" sldId="349"/>
        </pc:sldMkLst>
        <pc:spChg chg="mod">
          <ac:chgData name="Heumen,Hans J.B.H.M. van" userId="357d3a60-27dc-42a3-bd03-172815e944eb" providerId="ADAL" clId="{0ED251DA-114D-43BC-821F-8AC0ED795253}" dt="2024-09-10T15:30:04.471" v="174" actId="20577"/>
          <ac:spMkLst>
            <pc:docMk/>
            <pc:sldMk cId="4218566992" sldId="349"/>
            <ac:spMk id="2" creationId="{74DA37F1-9370-B253-9C36-ECAC6BCC7DA2}"/>
          </ac:spMkLst>
        </pc:spChg>
        <pc:spChg chg="del">
          <ac:chgData name="Heumen,Hans J.B.H.M. van" userId="357d3a60-27dc-42a3-bd03-172815e944eb" providerId="ADAL" clId="{0ED251DA-114D-43BC-821F-8AC0ED795253}" dt="2024-09-10T15:20:41.050" v="132" actId="22"/>
          <ac:spMkLst>
            <pc:docMk/>
            <pc:sldMk cId="4218566992" sldId="349"/>
            <ac:spMk id="3" creationId="{68BEBDF7-7354-4BC1-D3C8-8CA556EC1CC6}"/>
          </ac:spMkLst>
        </pc:spChg>
        <pc:spChg chg="add del mod">
          <ac:chgData name="Heumen,Hans J.B.H.M. van" userId="357d3a60-27dc-42a3-bd03-172815e944eb" providerId="ADAL" clId="{0ED251DA-114D-43BC-821F-8AC0ED795253}" dt="2024-09-10T15:21:51.832" v="137" actId="22"/>
          <ac:spMkLst>
            <pc:docMk/>
            <pc:sldMk cId="4218566992" sldId="349"/>
            <ac:spMk id="8" creationId="{47E3B320-FE82-951E-32B2-6201B30A8EC8}"/>
          </ac:spMkLst>
        </pc:spChg>
        <pc:spChg chg="add del">
          <ac:chgData name="Heumen,Hans J.B.H.M. van" userId="357d3a60-27dc-42a3-bd03-172815e944eb" providerId="ADAL" clId="{0ED251DA-114D-43BC-821F-8AC0ED795253}" dt="2024-09-10T15:22:48.864" v="141" actId="11529"/>
          <ac:spMkLst>
            <pc:docMk/>
            <pc:sldMk cId="4218566992" sldId="349"/>
            <ac:spMk id="11" creationId="{6F74CFE2-E942-5B62-A75A-DECAB90BD1B6}"/>
          </ac:spMkLst>
        </pc:spChg>
        <pc:spChg chg="add del">
          <ac:chgData name="Heumen,Hans J.B.H.M. van" userId="357d3a60-27dc-42a3-bd03-172815e944eb" providerId="ADAL" clId="{0ED251DA-114D-43BC-821F-8AC0ED795253}" dt="2024-09-10T15:23:38.034" v="144" actId="11529"/>
          <ac:spMkLst>
            <pc:docMk/>
            <pc:sldMk cId="4218566992" sldId="349"/>
            <ac:spMk id="12" creationId="{FDF8C245-0FF6-4071-1289-92464F6A192B}"/>
          </ac:spMkLst>
        </pc:spChg>
        <pc:spChg chg="add del mod">
          <ac:chgData name="Heumen,Hans J.B.H.M. van" userId="357d3a60-27dc-42a3-bd03-172815e944eb" providerId="ADAL" clId="{0ED251DA-114D-43BC-821F-8AC0ED795253}" dt="2024-09-10T15:28:10.760" v="152" actId="478"/>
          <ac:spMkLst>
            <pc:docMk/>
            <pc:sldMk cId="4218566992" sldId="349"/>
            <ac:spMk id="13" creationId="{CE684570-7A11-3B91-B8C9-D82FFB62F907}"/>
          </ac:spMkLst>
        </pc:spChg>
        <pc:spChg chg="add del">
          <ac:chgData name="Heumen,Hans J.B.H.M. van" userId="357d3a60-27dc-42a3-bd03-172815e944eb" providerId="ADAL" clId="{0ED251DA-114D-43BC-821F-8AC0ED795253}" dt="2024-09-10T15:28:33.473" v="155" actId="11529"/>
          <ac:spMkLst>
            <pc:docMk/>
            <pc:sldMk cId="4218566992" sldId="349"/>
            <ac:spMk id="14" creationId="{9D851FBD-A572-6AD9-ADF3-91096E784E47}"/>
          </ac:spMkLst>
        </pc:spChg>
        <pc:spChg chg="add mod">
          <ac:chgData name="Heumen,Hans J.B.H.M. van" userId="357d3a60-27dc-42a3-bd03-172815e944eb" providerId="ADAL" clId="{0ED251DA-114D-43BC-821F-8AC0ED795253}" dt="2024-09-10T15:43:11.561" v="316" actId="208"/>
          <ac:spMkLst>
            <pc:docMk/>
            <pc:sldMk cId="4218566992" sldId="349"/>
            <ac:spMk id="15" creationId="{52399FB2-6E8B-CFB5-8DB1-6F361EA444A0}"/>
          </ac:spMkLst>
        </pc:spChg>
        <pc:picChg chg="add del">
          <ac:chgData name="Heumen,Hans J.B.H.M. van" userId="357d3a60-27dc-42a3-bd03-172815e944eb" providerId="ADAL" clId="{0ED251DA-114D-43BC-821F-8AC0ED795253}" dt="2024-09-10T15:20:38.543" v="131" actId="22"/>
          <ac:picMkLst>
            <pc:docMk/>
            <pc:sldMk cId="4218566992" sldId="349"/>
            <ac:picMk id="5" creationId="{A2BEE57D-BE7F-778F-3C59-610267FFE9A0}"/>
          </ac:picMkLst>
        </pc:picChg>
        <pc:picChg chg="add del mod ord">
          <ac:chgData name="Heumen,Hans J.B.H.M. van" userId="357d3a60-27dc-42a3-bd03-172815e944eb" providerId="ADAL" clId="{0ED251DA-114D-43BC-821F-8AC0ED795253}" dt="2024-09-10T15:20:56.615" v="134" actId="478"/>
          <ac:picMkLst>
            <pc:docMk/>
            <pc:sldMk cId="4218566992" sldId="349"/>
            <ac:picMk id="7" creationId="{44F27F87-9199-94EC-D21A-392AC163434A}"/>
          </ac:picMkLst>
        </pc:picChg>
        <pc:picChg chg="add mod ord">
          <ac:chgData name="Heumen,Hans J.B.H.M. van" userId="357d3a60-27dc-42a3-bd03-172815e944eb" providerId="ADAL" clId="{0ED251DA-114D-43BC-821F-8AC0ED795253}" dt="2024-09-10T15:28:14.838" v="153" actId="1076"/>
          <ac:picMkLst>
            <pc:docMk/>
            <pc:sldMk cId="4218566992" sldId="349"/>
            <ac:picMk id="10" creationId="{F8DD9CE9-25E3-8F63-9E5B-749AC253BD87}"/>
          </ac:picMkLst>
        </pc:picChg>
      </pc:sldChg>
      <pc:sldChg chg="addSp delSp modSp add mod">
        <pc:chgData name="Heumen,Hans J.B.H.M. van" userId="357d3a60-27dc-42a3-bd03-172815e944eb" providerId="ADAL" clId="{0ED251DA-114D-43BC-821F-8AC0ED795253}" dt="2024-09-10T15:39:49.968" v="312" actId="208"/>
        <pc:sldMkLst>
          <pc:docMk/>
          <pc:sldMk cId="466776547" sldId="350"/>
        </pc:sldMkLst>
        <pc:spChg chg="mod">
          <ac:chgData name="Heumen,Hans J.B.H.M. van" userId="357d3a60-27dc-42a3-bd03-172815e944eb" providerId="ADAL" clId="{0ED251DA-114D-43BC-821F-8AC0ED795253}" dt="2024-09-10T15:31:30.808" v="208" actId="20577"/>
          <ac:spMkLst>
            <pc:docMk/>
            <pc:sldMk cId="466776547" sldId="350"/>
            <ac:spMk id="2" creationId="{74DA37F1-9370-B253-9C36-ECAC6BCC7DA2}"/>
          </ac:spMkLst>
        </pc:spChg>
        <pc:spChg chg="add del mod">
          <ac:chgData name="Heumen,Hans J.B.H.M. van" userId="357d3a60-27dc-42a3-bd03-172815e944eb" providerId="ADAL" clId="{0ED251DA-114D-43BC-821F-8AC0ED795253}" dt="2024-09-10T15:35:28.675" v="243" actId="21"/>
          <ac:spMkLst>
            <pc:docMk/>
            <pc:sldMk cId="466776547" sldId="350"/>
            <ac:spMk id="4" creationId="{0A0DBF85-10F8-E0F6-9447-CA9A9CBE1418}"/>
          </ac:spMkLst>
        </pc:spChg>
        <pc:spChg chg="add mod">
          <ac:chgData name="Heumen,Hans J.B.H.M. van" userId="357d3a60-27dc-42a3-bd03-172815e944eb" providerId="ADAL" clId="{0ED251DA-114D-43BC-821F-8AC0ED795253}" dt="2024-09-10T15:34:29.188" v="241" actId="404"/>
          <ac:spMkLst>
            <pc:docMk/>
            <pc:sldMk cId="466776547" sldId="350"/>
            <ac:spMk id="5" creationId="{16376F12-371B-344B-CD59-9B0B5E0860B4}"/>
          </ac:spMkLst>
        </pc:spChg>
        <pc:spChg chg="add mod">
          <ac:chgData name="Heumen,Hans J.B.H.M. van" userId="357d3a60-27dc-42a3-bd03-172815e944eb" providerId="ADAL" clId="{0ED251DA-114D-43BC-821F-8AC0ED795253}" dt="2024-09-10T15:37:41.575" v="290" actId="1076"/>
          <ac:spMkLst>
            <pc:docMk/>
            <pc:sldMk cId="466776547" sldId="350"/>
            <ac:spMk id="6" creationId="{1E31D25D-3D0C-5277-FCDD-BC724468E9EA}"/>
          </ac:spMkLst>
        </pc:spChg>
        <pc:spChg chg="add del mod">
          <ac:chgData name="Heumen,Hans J.B.H.M. van" userId="357d3a60-27dc-42a3-bd03-172815e944eb" providerId="ADAL" clId="{0ED251DA-114D-43BC-821F-8AC0ED795253}" dt="2024-09-10T15:37:49.431" v="292" actId="478"/>
          <ac:spMkLst>
            <pc:docMk/>
            <pc:sldMk cId="466776547" sldId="350"/>
            <ac:spMk id="7" creationId="{31D43C27-0825-020A-EFFC-EA32AEEB65DB}"/>
          </ac:spMkLst>
        </pc:spChg>
        <pc:spChg chg="add del mod">
          <ac:chgData name="Heumen,Hans J.B.H.M. van" userId="357d3a60-27dc-42a3-bd03-172815e944eb" providerId="ADAL" clId="{0ED251DA-114D-43BC-821F-8AC0ED795253}" dt="2024-09-10T15:37:47.175" v="291" actId="478"/>
          <ac:spMkLst>
            <pc:docMk/>
            <pc:sldMk cId="466776547" sldId="350"/>
            <ac:spMk id="8" creationId="{3AC55738-AA99-33EB-511F-01103DCEB2AF}"/>
          </ac:spMkLst>
        </pc:spChg>
        <pc:spChg chg="add mod">
          <ac:chgData name="Heumen,Hans J.B.H.M. van" userId="357d3a60-27dc-42a3-bd03-172815e944eb" providerId="ADAL" clId="{0ED251DA-114D-43BC-821F-8AC0ED795253}" dt="2024-09-10T15:38:13.916" v="298" actId="1076"/>
          <ac:spMkLst>
            <pc:docMk/>
            <pc:sldMk cId="466776547" sldId="350"/>
            <ac:spMk id="9" creationId="{3B0A40DF-2D06-02B6-DAC0-CB9C8815E771}"/>
          </ac:spMkLst>
        </pc:spChg>
        <pc:spChg chg="add mod">
          <ac:chgData name="Heumen,Hans J.B.H.M. van" userId="357d3a60-27dc-42a3-bd03-172815e944eb" providerId="ADAL" clId="{0ED251DA-114D-43BC-821F-8AC0ED795253}" dt="2024-09-10T15:38:04.652" v="297" actId="1076"/>
          <ac:spMkLst>
            <pc:docMk/>
            <pc:sldMk cId="466776547" sldId="350"/>
            <ac:spMk id="11" creationId="{C03037C5-92E2-FB81-E051-9060AA8B1E58}"/>
          </ac:spMkLst>
        </pc:spChg>
        <pc:spChg chg="add mod">
          <ac:chgData name="Heumen,Hans J.B.H.M. van" userId="357d3a60-27dc-42a3-bd03-172815e944eb" providerId="ADAL" clId="{0ED251DA-114D-43BC-821F-8AC0ED795253}" dt="2024-09-10T15:38:00.374" v="296" actId="1076"/>
          <ac:spMkLst>
            <pc:docMk/>
            <pc:sldMk cId="466776547" sldId="350"/>
            <ac:spMk id="12" creationId="{92FF15FD-E884-D2CF-2D26-A029D67DF541}"/>
          </ac:spMkLst>
        </pc:spChg>
        <pc:spChg chg="add mod">
          <ac:chgData name="Heumen,Hans J.B.H.M. van" userId="357d3a60-27dc-42a3-bd03-172815e944eb" providerId="ADAL" clId="{0ED251DA-114D-43BC-821F-8AC0ED795253}" dt="2024-09-10T15:38:28.832" v="300" actId="1076"/>
          <ac:spMkLst>
            <pc:docMk/>
            <pc:sldMk cId="466776547" sldId="350"/>
            <ac:spMk id="13" creationId="{C5D19969-D462-BDC5-7FD0-EA657C4B4A8C}"/>
          </ac:spMkLst>
        </pc:spChg>
        <pc:spChg chg="mod">
          <ac:chgData name="Heumen,Hans J.B.H.M. van" userId="357d3a60-27dc-42a3-bd03-172815e944eb" providerId="ADAL" clId="{0ED251DA-114D-43BC-821F-8AC0ED795253}" dt="2024-09-10T15:33:55.728" v="237" actId="208"/>
          <ac:spMkLst>
            <pc:docMk/>
            <pc:sldMk cId="466776547" sldId="350"/>
            <ac:spMk id="15" creationId="{52399FB2-6E8B-CFB5-8DB1-6F361EA444A0}"/>
          </ac:spMkLst>
        </pc:spChg>
        <pc:picChg chg="mod">
          <ac:chgData name="Heumen,Hans J.B.H.M. van" userId="357d3a60-27dc-42a3-bd03-172815e944eb" providerId="ADAL" clId="{0ED251DA-114D-43BC-821F-8AC0ED795253}" dt="2024-09-10T15:33:16.692" v="236" actId="1076"/>
          <ac:picMkLst>
            <pc:docMk/>
            <pc:sldMk cId="466776547" sldId="350"/>
            <ac:picMk id="10" creationId="{F8DD9CE9-25E3-8F63-9E5B-749AC253BD87}"/>
          </ac:picMkLst>
        </pc:picChg>
        <pc:cxnChg chg="add mod">
          <ac:chgData name="Heumen,Hans J.B.H.M. van" userId="357d3a60-27dc-42a3-bd03-172815e944eb" providerId="ADAL" clId="{0ED251DA-114D-43BC-821F-8AC0ED795253}" dt="2024-09-10T15:39:42.311" v="311" actId="208"/>
          <ac:cxnSpMkLst>
            <pc:docMk/>
            <pc:sldMk cId="466776547" sldId="350"/>
            <ac:cxnSpMk id="16" creationId="{A993E2D6-4B0C-4075-C9CE-6639E4A45F3F}"/>
          </ac:cxnSpMkLst>
        </pc:cxnChg>
        <pc:cxnChg chg="add mod">
          <ac:chgData name="Heumen,Hans J.B.H.M. van" userId="357d3a60-27dc-42a3-bd03-172815e944eb" providerId="ADAL" clId="{0ED251DA-114D-43BC-821F-8AC0ED795253}" dt="2024-09-10T15:39:49.968" v="312" actId="208"/>
          <ac:cxnSpMkLst>
            <pc:docMk/>
            <pc:sldMk cId="466776547" sldId="350"/>
            <ac:cxnSpMk id="18" creationId="{838D53B0-4DA4-590A-CF96-F1CF4730D87E}"/>
          </ac:cxnSpMkLst>
        </pc:cxnChg>
        <pc:cxnChg chg="add mod">
          <ac:chgData name="Heumen,Hans J.B.H.M. van" userId="357d3a60-27dc-42a3-bd03-172815e944eb" providerId="ADAL" clId="{0ED251DA-114D-43BC-821F-8AC0ED795253}" dt="2024-09-10T15:39:49.968" v="312" actId="208"/>
          <ac:cxnSpMkLst>
            <pc:docMk/>
            <pc:sldMk cId="466776547" sldId="350"/>
            <ac:cxnSpMk id="19" creationId="{98845FD1-B5C3-FE56-F254-5827438ACF57}"/>
          </ac:cxnSpMkLst>
        </pc:cxnChg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9716AE7F-0305-4876-8C54-FF4C03455214}"/>
    <pc:docChg chg="undo custSel addSld delSld modSld sldOrd">
      <pc:chgData name="Heumen,Hans J.B.H.M. van" userId="357d3a60-27dc-42a3-bd03-172815e944eb" providerId="ADAL" clId="{9716AE7F-0305-4876-8C54-FF4C03455214}" dt="2024-09-30T14:59:59.673" v="399" actId="20577"/>
      <pc:docMkLst>
        <pc:docMk/>
      </pc:docMkLst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876110591" sldId="280"/>
        </pc:sldMkLst>
      </pc:sldChg>
      <pc:sldChg chg="add del">
        <pc:chgData name="Heumen,Hans J.B.H.M. van" userId="357d3a60-27dc-42a3-bd03-172815e944eb" providerId="ADAL" clId="{9716AE7F-0305-4876-8C54-FF4C03455214}" dt="2024-09-30T08:18:32.265" v="2" actId="47"/>
        <pc:sldMkLst>
          <pc:docMk/>
          <pc:sldMk cId="1086025263" sldId="344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316010198" sldId="344"/>
        </pc:sldMkLst>
      </pc:sldChg>
      <pc:sldChg chg="modSp new mod">
        <pc:chgData name="Heumen,Hans J.B.H.M. van" userId="357d3a60-27dc-42a3-bd03-172815e944eb" providerId="ADAL" clId="{9716AE7F-0305-4876-8C54-FF4C03455214}" dt="2024-09-30T08:34:07.591" v="124" actId="5793"/>
        <pc:sldMkLst>
          <pc:docMk/>
          <pc:sldMk cId="2747973922" sldId="344"/>
        </pc:sldMkLst>
        <pc:spChg chg="mod">
          <ac:chgData name="Heumen,Hans J.B.H.M. van" userId="357d3a60-27dc-42a3-bd03-172815e944eb" providerId="ADAL" clId="{9716AE7F-0305-4876-8C54-FF4C03455214}" dt="2024-09-30T08:21:28.109" v="61" actId="20577"/>
          <ac:spMkLst>
            <pc:docMk/>
            <pc:sldMk cId="2747973922" sldId="344"/>
            <ac:spMk id="2" creationId="{DA94CBB7-3929-BA6C-00CC-78393BC47236}"/>
          </ac:spMkLst>
        </pc:spChg>
        <pc:spChg chg="mod">
          <ac:chgData name="Heumen,Hans J.B.H.M. van" userId="357d3a60-27dc-42a3-bd03-172815e944eb" providerId="ADAL" clId="{9716AE7F-0305-4876-8C54-FF4C03455214}" dt="2024-09-30T08:34:07.591" v="124" actId="5793"/>
          <ac:spMkLst>
            <pc:docMk/>
            <pc:sldMk cId="2747973922" sldId="344"/>
            <ac:spMk id="3" creationId="{40A5020D-14EE-B5F6-472F-584576321CB8}"/>
          </ac:spMkLst>
        </pc:spChg>
      </pc:sldChg>
      <pc:sldChg chg="add">
        <pc:chgData name="Heumen,Hans J.B.H.M. van" userId="357d3a60-27dc-42a3-bd03-172815e944eb" providerId="ADAL" clId="{9716AE7F-0305-4876-8C54-FF4C03455214}" dt="2024-09-30T08:24:34.716" v="62"/>
        <pc:sldMkLst>
          <pc:docMk/>
          <pc:sldMk cId="1150393311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679204214" sldId="345"/>
        </pc:sldMkLst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099931907" sldId="346"/>
        </pc:sldMkLst>
      </pc:sldChg>
      <pc:sldChg chg="modSp new mod modNotesTx">
        <pc:chgData name="Heumen,Hans J.B.H.M. van" userId="357d3a60-27dc-42a3-bd03-172815e944eb" providerId="ADAL" clId="{9716AE7F-0305-4876-8C54-FF4C03455214}" dt="2024-09-30T09:14:13.618" v="310" actId="20577"/>
        <pc:sldMkLst>
          <pc:docMk/>
          <pc:sldMk cId="4167207510" sldId="346"/>
        </pc:sldMkLst>
        <pc:spChg chg="mod">
          <ac:chgData name="Heumen,Hans J.B.H.M. van" userId="357d3a60-27dc-42a3-bd03-172815e944eb" providerId="ADAL" clId="{9716AE7F-0305-4876-8C54-FF4C03455214}" dt="2024-09-30T08:45:55.344" v="251" actId="20577"/>
          <ac:spMkLst>
            <pc:docMk/>
            <pc:sldMk cId="4167207510" sldId="346"/>
            <ac:spMk id="2" creationId="{9A93829F-8932-977E-EB7E-597063CECDB4}"/>
          </ac:spMkLst>
        </pc:spChg>
        <pc:spChg chg="mod">
          <ac:chgData name="Heumen,Hans J.B.H.M. van" userId="357d3a60-27dc-42a3-bd03-172815e944eb" providerId="ADAL" clId="{9716AE7F-0305-4876-8C54-FF4C03455214}" dt="2024-09-30T09:09:02.100" v="276" actId="20577"/>
          <ac:spMkLst>
            <pc:docMk/>
            <pc:sldMk cId="4167207510" sldId="346"/>
            <ac:spMk id="3" creationId="{F219BD32-1144-F1D7-0915-C4D6F8476CA8}"/>
          </ac:spMkLst>
        </pc:spChg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1741734347" sldId="347"/>
        </pc:sldMkLst>
      </pc:sldChg>
      <pc:sldChg chg="modSp add mod">
        <pc:chgData name="Heumen,Hans J.B.H.M. van" userId="357d3a60-27dc-42a3-bd03-172815e944eb" providerId="ADAL" clId="{9716AE7F-0305-4876-8C54-FF4C03455214}" dt="2024-09-30T14:59:59.673" v="399" actId="20577"/>
        <pc:sldMkLst>
          <pc:docMk/>
          <pc:sldMk cId="2278843272" sldId="347"/>
        </pc:sldMkLst>
        <pc:spChg chg="mod">
          <ac:chgData name="Heumen,Hans J.B.H.M. van" userId="357d3a60-27dc-42a3-bd03-172815e944eb" providerId="ADAL" clId="{9716AE7F-0305-4876-8C54-FF4C03455214}" dt="2024-09-30T14:56:59.822" v="386" actId="6549"/>
          <ac:spMkLst>
            <pc:docMk/>
            <pc:sldMk cId="2278843272" sldId="347"/>
            <ac:spMk id="2" creationId="{9A93829F-8932-977E-EB7E-597063CECDB4}"/>
          </ac:spMkLst>
        </pc:spChg>
        <pc:spChg chg="mod">
          <ac:chgData name="Heumen,Hans J.B.H.M. van" userId="357d3a60-27dc-42a3-bd03-172815e944eb" providerId="ADAL" clId="{9716AE7F-0305-4876-8C54-FF4C03455214}" dt="2024-09-30T14:59:59.673" v="399" actId="20577"/>
          <ac:spMkLst>
            <pc:docMk/>
            <pc:sldMk cId="2278843272" sldId="347"/>
            <ac:spMk id="3" creationId="{F219BD32-1144-F1D7-0915-C4D6F8476CA8}"/>
          </ac:spMkLst>
        </pc:spChg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950063441" sldId="348"/>
        </pc:sldMkLst>
      </pc:sldChg>
      <pc:sldChg chg="modSp add mod">
        <pc:chgData name="Heumen,Hans J.B.H.M. van" userId="357d3a60-27dc-42a3-bd03-172815e944eb" providerId="ADAL" clId="{9716AE7F-0305-4876-8C54-FF4C03455214}" dt="2024-09-30T14:57:07.097" v="387" actId="6549"/>
        <pc:sldMkLst>
          <pc:docMk/>
          <pc:sldMk cId="3152089915" sldId="348"/>
        </pc:sldMkLst>
        <pc:spChg chg="mod">
          <ac:chgData name="Heumen,Hans J.B.H.M. van" userId="357d3a60-27dc-42a3-bd03-172815e944eb" providerId="ADAL" clId="{9716AE7F-0305-4876-8C54-FF4C03455214}" dt="2024-09-30T14:57:07.097" v="387" actId="6549"/>
          <ac:spMkLst>
            <pc:docMk/>
            <pc:sldMk cId="3152089915" sldId="348"/>
            <ac:spMk id="2" creationId="{9A93829F-8932-977E-EB7E-597063CECDB4}"/>
          </ac:spMkLst>
        </pc:spChg>
      </pc:sldChg>
      <pc:sldChg chg="del">
        <pc:chgData name="Heumen,Hans J.B.H.M. van" userId="357d3a60-27dc-42a3-bd03-172815e944eb" providerId="ADAL" clId="{9716AE7F-0305-4876-8C54-FF4C03455214}" dt="2024-09-30T08:11:01.886" v="0" actId="47"/>
        <pc:sldMkLst>
          <pc:docMk/>
          <pc:sldMk cId="3315515129" sldId="349"/>
        </pc:sldMkLst>
      </pc:sldChg>
      <pc:sldChg chg="modSp new mod">
        <pc:chgData name="Heumen,Hans J.B.H.M. van" userId="357d3a60-27dc-42a3-bd03-172815e944eb" providerId="ADAL" clId="{9716AE7F-0305-4876-8C54-FF4C03455214}" dt="2024-09-30T09:42:48.958" v="345" actId="113"/>
        <pc:sldMkLst>
          <pc:docMk/>
          <pc:sldMk cId="3386208238" sldId="349"/>
        </pc:sldMkLst>
        <pc:spChg chg="mod">
          <ac:chgData name="Heumen,Hans J.B.H.M. van" userId="357d3a60-27dc-42a3-bd03-172815e944eb" providerId="ADAL" clId="{9716AE7F-0305-4876-8C54-FF4C03455214}" dt="2024-09-30T09:39:05.971" v="321" actId="20577"/>
          <ac:spMkLst>
            <pc:docMk/>
            <pc:sldMk cId="3386208238" sldId="349"/>
            <ac:spMk id="2" creationId="{E4639F93-2539-4268-3D15-95DBC908F7D9}"/>
          </ac:spMkLst>
        </pc:spChg>
        <pc:spChg chg="mod">
          <ac:chgData name="Heumen,Hans J.B.H.M. van" userId="357d3a60-27dc-42a3-bd03-172815e944eb" providerId="ADAL" clId="{9716AE7F-0305-4876-8C54-FF4C03455214}" dt="2024-09-30T09:42:48.958" v="345" actId="113"/>
          <ac:spMkLst>
            <pc:docMk/>
            <pc:sldMk cId="3386208238" sldId="349"/>
            <ac:spMk id="3" creationId="{64A23AA9-8810-FD76-1830-4FFF57672571}"/>
          </ac:spMkLst>
        </pc:spChg>
      </pc:sldChg>
      <pc:sldChg chg="modSp add mod">
        <pc:chgData name="Heumen,Hans J.B.H.M. van" userId="357d3a60-27dc-42a3-bd03-172815e944eb" providerId="ADAL" clId="{9716AE7F-0305-4876-8C54-FF4C03455214}" dt="2024-09-30T09:43:22.645" v="346" actId="113"/>
        <pc:sldMkLst>
          <pc:docMk/>
          <pc:sldMk cId="1197420485" sldId="350"/>
        </pc:sldMkLst>
        <pc:spChg chg="mod">
          <ac:chgData name="Heumen,Hans J.B.H.M. van" userId="357d3a60-27dc-42a3-bd03-172815e944eb" providerId="ADAL" clId="{9716AE7F-0305-4876-8C54-FF4C03455214}" dt="2024-09-30T09:43:22.645" v="346" actId="113"/>
          <ac:spMkLst>
            <pc:docMk/>
            <pc:sldMk cId="1197420485" sldId="350"/>
            <ac:spMk id="3" creationId="{64A23AA9-8810-FD76-1830-4FFF57672571}"/>
          </ac:spMkLst>
        </pc:spChg>
      </pc:sldChg>
      <pc:sldChg chg="addSp delSp modSp new mod ord">
        <pc:chgData name="Heumen,Hans J.B.H.M. van" userId="357d3a60-27dc-42a3-bd03-172815e944eb" providerId="ADAL" clId="{9716AE7F-0305-4876-8C54-FF4C03455214}" dt="2024-09-30T09:50:35.611" v="366"/>
        <pc:sldMkLst>
          <pc:docMk/>
          <pc:sldMk cId="2659735761" sldId="351"/>
        </pc:sldMkLst>
        <pc:spChg chg="mod">
          <ac:chgData name="Heumen,Hans J.B.H.M. van" userId="357d3a60-27dc-42a3-bd03-172815e944eb" providerId="ADAL" clId="{9716AE7F-0305-4876-8C54-FF4C03455214}" dt="2024-09-30T09:50:04.757" v="364" actId="20577"/>
          <ac:spMkLst>
            <pc:docMk/>
            <pc:sldMk cId="2659735761" sldId="351"/>
            <ac:spMk id="2" creationId="{8D4DA4C4-419D-3C57-B309-308145D6C691}"/>
          </ac:spMkLst>
        </pc:spChg>
        <pc:spChg chg="del">
          <ac:chgData name="Heumen,Hans J.B.H.M. van" userId="357d3a60-27dc-42a3-bd03-172815e944eb" providerId="ADAL" clId="{9716AE7F-0305-4876-8C54-FF4C03455214}" dt="2024-09-30T09:48:26.918" v="348" actId="22"/>
          <ac:spMkLst>
            <pc:docMk/>
            <pc:sldMk cId="2659735761" sldId="351"/>
            <ac:spMk id="3" creationId="{1C359998-B4EB-5F9D-363F-A2B58DEA28D1}"/>
          </ac:spMkLst>
        </pc:spChg>
        <pc:picChg chg="add mod ord">
          <ac:chgData name="Heumen,Hans J.B.H.M. van" userId="357d3a60-27dc-42a3-bd03-172815e944eb" providerId="ADAL" clId="{9716AE7F-0305-4876-8C54-FF4C03455214}" dt="2024-09-30T09:48:26.918" v="348" actId="22"/>
          <ac:picMkLst>
            <pc:docMk/>
            <pc:sldMk cId="2659735761" sldId="351"/>
            <ac:picMk id="5" creationId="{A1F0D56A-29BD-B672-47D5-A686556A95F6}"/>
          </ac:picMkLst>
        </pc:picChg>
      </pc:sldChg>
      <pc:sldChg chg="modSp new mod">
        <pc:chgData name="Heumen,Hans J.B.H.M. van" userId="357d3a60-27dc-42a3-bd03-172815e944eb" providerId="ADAL" clId="{9716AE7F-0305-4876-8C54-FF4C03455214}" dt="2024-09-30T14:57:11.728" v="388" actId="6549"/>
        <pc:sldMkLst>
          <pc:docMk/>
          <pc:sldMk cId="746154050" sldId="352"/>
        </pc:sldMkLst>
        <pc:spChg chg="mod">
          <ac:chgData name="Heumen,Hans J.B.H.M. van" userId="357d3a60-27dc-42a3-bd03-172815e944eb" providerId="ADAL" clId="{9716AE7F-0305-4876-8C54-FF4C03455214}" dt="2024-09-30T14:57:11.728" v="388" actId="6549"/>
          <ac:spMkLst>
            <pc:docMk/>
            <pc:sldMk cId="746154050" sldId="352"/>
            <ac:spMk id="2" creationId="{4886ABDC-410C-DC9C-4D8A-495B5BD7D90D}"/>
          </ac:spMkLst>
        </pc:spChg>
        <pc:spChg chg="mod">
          <ac:chgData name="Heumen,Hans J.B.H.M. van" userId="357d3a60-27dc-42a3-bd03-172815e944eb" providerId="ADAL" clId="{9716AE7F-0305-4876-8C54-FF4C03455214}" dt="2024-09-30T10:03:26.542" v="372" actId="20577"/>
          <ac:spMkLst>
            <pc:docMk/>
            <pc:sldMk cId="746154050" sldId="352"/>
            <ac:spMk id="3" creationId="{96A9FD35-26CC-F58B-1225-BE661BB77E8B}"/>
          </ac:spMkLst>
        </pc:spChg>
      </pc:sldChg>
    </pc:docChg>
  </pc:docChgLst>
  <pc:docChgLst>
    <pc:chgData name="Heumen,Hans J.B.H.M. van" userId="357d3a60-27dc-42a3-bd03-172815e944eb" providerId="ADAL" clId="{80A42D41-846A-445D-844C-FC2E603BED72}"/>
    <pc:docChg chg="undo custSel addSld delSld modSld sldOrd">
      <pc:chgData name="Heumen,Hans J.B.H.M. van" userId="357d3a60-27dc-42a3-bd03-172815e944eb" providerId="ADAL" clId="{80A42D41-846A-445D-844C-FC2E603BED72}" dt="2024-09-16T14:57:50.697" v="581" actId="20577"/>
      <pc:docMkLst>
        <pc:docMk/>
      </pc:docMkLst>
      <pc:sldChg chg="modSp del mod">
        <pc:chgData name="Heumen,Hans J.B.H.M. van" userId="357d3a60-27dc-42a3-bd03-172815e944eb" providerId="ADAL" clId="{80A42D41-846A-445D-844C-FC2E603BED72}" dt="2024-09-16T14:56:18.955" v="573" actId="47"/>
        <pc:sldMkLst>
          <pc:docMk/>
          <pc:sldMk cId="2749120552" sldId="344"/>
        </pc:sldMkLst>
        <pc:spChg chg="mod">
          <ac:chgData name="Heumen,Hans J.B.H.M. van" userId="357d3a60-27dc-42a3-bd03-172815e944eb" providerId="ADAL" clId="{80A42D41-846A-445D-844C-FC2E603BED72}" dt="2024-09-16T08:08:40.976" v="356" actId="20577"/>
          <ac:spMkLst>
            <pc:docMk/>
            <pc:sldMk cId="2749120552" sldId="344"/>
            <ac:spMk id="2" creationId="{399D54A7-DC30-F901-9866-1D309DD19DF1}"/>
          </ac:spMkLst>
        </pc:spChg>
      </pc:sldChg>
      <pc:sldChg chg="modSp add del mod">
        <pc:chgData name="Heumen,Hans J.B.H.M. van" userId="357d3a60-27dc-42a3-bd03-172815e944eb" providerId="ADAL" clId="{80A42D41-846A-445D-844C-FC2E603BED72}" dt="2024-09-15T14:29:32.900" v="302" actId="20577"/>
        <pc:sldMkLst>
          <pc:docMk/>
          <pc:sldMk cId="343771398" sldId="347"/>
        </pc:sldMkLst>
        <pc:spChg chg="mod">
          <ac:chgData name="Heumen,Hans J.B.H.M. van" userId="357d3a60-27dc-42a3-bd03-172815e944eb" providerId="ADAL" clId="{80A42D41-846A-445D-844C-FC2E603BED72}" dt="2024-09-15T14:29:32.900" v="302" actId="20577"/>
          <ac:spMkLst>
            <pc:docMk/>
            <pc:sldMk cId="343771398" sldId="347"/>
            <ac:spMk id="2" creationId="{FAF4996D-1146-550E-DE6E-C04877E51BCC}"/>
          </ac:spMkLst>
        </pc:spChg>
      </pc:sldChg>
      <pc:sldChg chg="del">
        <pc:chgData name="Heumen,Hans J.B.H.M. van" userId="357d3a60-27dc-42a3-bd03-172815e944eb" providerId="ADAL" clId="{80A42D41-846A-445D-844C-FC2E603BED72}" dt="2024-09-15T12:10:31.342" v="9" actId="47"/>
        <pc:sldMkLst>
          <pc:docMk/>
          <pc:sldMk cId="4218566992" sldId="349"/>
        </pc:sldMkLst>
      </pc:sldChg>
      <pc:sldChg chg="addSp delSp modSp del mod ord">
        <pc:chgData name="Heumen,Hans J.B.H.M. van" userId="357d3a60-27dc-42a3-bd03-172815e944eb" providerId="ADAL" clId="{80A42D41-846A-445D-844C-FC2E603BED72}" dt="2024-09-16T08:41:13.473" v="525" actId="47"/>
        <pc:sldMkLst>
          <pc:docMk/>
          <pc:sldMk cId="466776547" sldId="350"/>
        </pc:sldMkLst>
        <pc:spChg chg="mod">
          <ac:chgData name="Heumen,Hans J.B.H.M. van" userId="357d3a60-27dc-42a3-bd03-172815e944eb" providerId="ADAL" clId="{80A42D41-846A-445D-844C-FC2E603BED72}" dt="2024-09-15T12:10:37.795" v="17" actId="20577"/>
          <ac:spMkLst>
            <pc:docMk/>
            <pc:sldMk cId="466776547" sldId="350"/>
            <ac:spMk id="2" creationId="{74DA37F1-9370-B253-9C36-ECAC6BCC7DA2}"/>
          </ac:spMkLst>
        </pc:spChg>
        <pc:spChg chg="add mod">
          <ac:chgData name="Heumen,Hans J.B.H.M. van" userId="357d3a60-27dc-42a3-bd03-172815e944eb" providerId="ADAL" clId="{80A42D41-846A-445D-844C-FC2E603BED72}" dt="2024-09-15T13:39:34.529" v="73" actId="1076"/>
          <ac:spMkLst>
            <pc:docMk/>
            <pc:sldMk cId="466776547" sldId="350"/>
            <ac:spMk id="3" creationId="{938D4BD4-C2FD-ABD3-84B7-3E4882389A08}"/>
          </ac:spMkLst>
        </pc:spChg>
        <pc:spChg chg="add mod">
          <ac:chgData name="Heumen,Hans J.B.H.M. van" userId="357d3a60-27dc-42a3-bd03-172815e944eb" providerId="ADAL" clId="{80A42D41-846A-445D-844C-FC2E603BED72}" dt="2024-09-15T13:41:27.406" v="107" actId="1076"/>
          <ac:spMkLst>
            <pc:docMk/>
            <pc:sldMk cId="466776547" sldId="350"/>
            <ac:spMk id="7" creationId="{FECB7045-6103-F04F-C58C-B1B914DE3911}"/>
          </ac:spMkLst>
        </pc:spChg>
        <pc:spChg chg="add del mod">
          <ac:chgData name="Heumen,Hans J.B.H.M. van" userId="357d3a60-27dc-42a3-bd03-172815e944eb" providerId="ADAL" clId="{80A42D41-846A-445D-844C-FC2E603BED72}" dt="2024-09-15T13:41:39.633" v="110" actId="478"/>
          <ac:spMkLst>
            <pc:docMk/>
            <pc:sldMk cId="466776547" sldId="350"/>
            <ac:spMk id="8" creationId="{F434BE2A-EAED-5DAD-C3B9-3861DE40FE8C}"/>
          </ac:spMkLst>
        </pc:spChg>
        <pc:spChg chg="mod">
          <ac:chgData name="Heumen,Hans J.B.H.M. van" userId="357d3a60-27dc-42a3-bd03-172815e944eb" providerId="ADAL" clId="{80A42D41-846A-445D-844C-FC2E603BED72}" dt="2024-09-15T13:40:22.776" v="84" actId="113"/>
          <ac:spMkLst>
            <pc:docMk/>
            <pc:sldMk cId="466776547" sldId="350"/>
            <ac:spMk id="11" creationId="{C03037C5-92E2-FB81-E051-9060AA8B1E58}"/>
          </ac:spMkLst>
        </pc:spChg>
        <pc:spChg chg="del">
          <ac:chgData name="Heumen,Hans J.B.H.M. van" userId="357d3a60-27dc-42a3-bd03-172815e944eb" providerId="ADAL" clId="{80A42D41-846A-445D-844C-FC2E603BED72}" dt="2024-09-15T13:38:43.585" v="49" actId="478"/>
          <ac:spMkLst>
            <pc:docMk/>
            <pc:sldMk cId="466776547" sldId="350"/>
            <ac:spMk id="13" creationId="{C5D19969-D462-BDC5-7FD0-EA657C4B4A8C}"/>
          </ac:spMkLst>
        </pc:spChg>
        <pc:spChg chg="add mod">
          <ac:chgData name="Heumen,Hans J.B.H.M. van" userId="357d3a60-27dc-42a3-bd03-172815e944eb" providerId="ADAL" clId="{80A42D41-846A-445D-844C-FC2E603BED72}" dt="2024-09-15T13:41:06.342" v="95" actId="1076"/>
          <ac:spMkLst>
            <pc:docMk/>
            <pc:sldMk cId="466776547" sldId="350"/>
            <ac:spMk id="23" creationId="{350EB8CB-C89C-3469-5C3B-787007341B1F}"/>
          </ac:spMkLst>
        </pc:spChg>
        <pc:picChg chg="mod">
          <ac:chgData name="Heumen,Hans J.B.H.M. van" userId="357d3a60-27dc-42a3-bd03-172815e944eb" providerId="ADAL" clId="{80A42D41-846A-445D-844C-FC2E603BED72}" dt="2024-09-15T13:39:39.059" v="75" actId="1076"/>
          <ac:picMkLst>
            <pc:docMk/>
            <pc:sldMk cId="466776547" sldId="350"/>
            <ac:picMk id="10" creationId="{F8DD9CE9-25E3-8F63-9E5B-749AC253BD87}"/>
          </ac:picMkLst>
        </pc:picChg>
        <pc:cxnChg chg="mod">
          <ac:chgData name="Heumen,Hans J.B.H.M. van" userId="357d3a60-27dc-42a3-bd03-172815e944eb" providerId="ADAL" clId="{80A42D41-846A-445D-844C-FC2E603BED72}" dt="2024-09-15T13:39:55.985" v="78" actId="14100"/>
          <ac:cxnSpMkLst>
            <pc:docMk/>
            <pc:sldMk cId="466776547" sldId="350"/>
            <ac:cxnSpMk id="16" creationId="{A993E2D6-4B0C-4075-C9CE-6639E4A45F3F}"/>
          </ac:cxnSpMkLst>
        </pc:cxnChg>
        <pc:cxnChg chg="mod">
          <ac:chgData name="Heumen,Hans J.B.H.M. van" userId="357d3a60-27dc-42a3-bd03-172815e944eb" providerId="ADAL" clId="{80A42D41-846A-445D-844C-FC2E603BED72}" dt="2024-09-15T13:41:14.715" v="97" actId="14100"/>
          <ac:cxnSpMkLst>
            <pc:docMk/>
            <pc:sldMk cId="466776547" sldId="350"/>
            <ac:cxnSpMk id="18" creationId="{838D53B0-4DA4-590A-CF96-F1CF4730D87E}"/>
          </ac:cxnSpMkLst>
        </pc:cxnChg>
        <pc:cxnChg chg="mod">
          <ac:chgData name="Heumen,Hans J.B.H.M. van" userId="357d3a60-27dc-42a3-bd03-172815e944eb" providerId="ADAL" clId="{80A42D41-846A-445D-844C-FC2E603BED72}" dt="2024-09-15T13:41:35.925" v="109" actId="14100"/>
          <ac:cxnSpMkLst>
            <pc:docMk/>
            <pc:sldMk cId="466776547" sldId="350"/>
            <ac:cxnSpMk id="19" creationId="{98845FD1-B5C3-FE56-F254-5827438ACF57}"/>
          </ac:cxnSpMkLst>
        </pc:cxnChg>
        <pc:cxnChg chg="add mod">
          <ac:chgData name="Heumen,Hans J.B.H.M. van" userId="357d3a60-27dc-42a3-bd03-172815e944eb" providerId="ADAL" clId="{80A42D41-846A-445D-844C-FC2E603BED72}" dt="2024-09-15T13:40:35.923" v="86" actId="14100"/>
          <ac:cxnSpMkLst>
            <pc:docMk/>
            <pc:sldMk cId="466776547" sldId="350"/>
            <ac:cxnSpMk id="20" creationId="{B0F0E110-9FA0-8FDB-35AF-9D9CD612B875}"/>
          </ac:cxnSpMkLst>
        </pc:cxnChg>
      </pc:sldChg>
      <pc:sldChg chg="addSp delSp modSp add mod modAnim">
        <pc:chgData name="Heumen,Hans J.B.H.M. van" userId="357d3a60-27dc-42a3-bd03-172815e944eb" providerId="ADAL" clId="{80A42D41-846A-445D-844C-FC2E603BED72}" dt="2024-09-16T08:49:56.669" v="572"/>
        <pc:sldMkLst>
          <pc:docMk/>
          <pc:sldMk cId="1215228781" sldId="351"/>
        </pc:sldMkLst>
        <pc:spChg chg="mod">
          <ac:chgData name="Heumen,Hans J.B.H.M. van" userId="357d3a60-27dc-42a3-bd03-172815e944eb" providerId="ADAL" clId="{80A42D41-846A-445D-844C-FC2E603BED72}" dt="2024-09-15T12:12:14.524" v="31" actId="20577"/>
          <ac:spMkLst>
            <pc:docMk/>
            <pc:sldMk cId="1215228781" sldId="351"/>
            <ac:spMk id="2" creationId="{74DA37F1-9370-B253-9C36-ECAC6BCC7DA2}"/>
          </ac:spMkLst>
        </pc:spChg>
        <pc:spChg chg="add 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3" creationId="{C6E15DBA-BD64-89AF-BEC4-FAB49257527B}"/>
          </ac:spMkLst>
        </pc:spChg>
        <pc:spChg chg="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4" creationId="{0A0DBF85-10F8-E0F6-9447-CA9A9CBE1418}"/>
          </ac:spMkLst>
        </pc:spChg>
        <pc:spChg chg="del">
          <ac:chgData name="Heumen,Hans J.B.H.M. van" userId="357d3a60-27dc-42a3-bd03-172815e944eb" providerId="ADAL" clId="{80A42D41-846A-445D-844C-FC2E603BED72}" dt="2024-09-15T12:27:16.572" v="36" actId="478"/>
          <ac:spMkLst>
            <pc:docMk/>
            <pc:sldMk cId="1215228781" sldId="351"/>
            <ac:spMk id="5" creationId="{16376F12-371B-344B-CD59-9B0B5E0860B4}"/>
          </ac:spMkLst>
        </pc:spChg>
        <pc:spChg chg="del">
          <ac:chgData name="Heumen,Hans J.B.H.M. van" userId="357d3a60-27dc-42a3-bd03-172815e944eb" providerId="ADAL" clId="{80A42D41-846A-445D-844C-FC2E603BED72}" dt="2024-09-15T13:44:24.401" v="112" actId="478"/>
          <ac:spMkLst>
            <pc:docMk/>
            <pc:sldMk cId="1215228781" sldId="351"/>
            <ac:spMk id="6" creationId="{1E31D25D-3D0C-5277-FCDD-BC724468E9EA}"/>
          </ac:spMkLst>
        </pc:spChg>
        <pc:spChg chg="add 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7" creationId="{A1579909-1E1D-0381-E0B1-8E697CFA6362}"/>
          </ac:spMkLst>
        </pc:spChg>
        <pc:spChg chg="add mod">
          <ac:chgData name="Heumen,Hans J.B.H.M. van" userId="357d3a60-27dc-42a3-bd03-172815e944eb" providerId="ADAL" clId="{80A42D41-846A-445D-844C-FC2E603BED72}" dt="2024-09-16T08:49:11.880" v="571" actId="1076"/>
          <ac:spMkLst>
            <pc:docMk/>
            <pc:sldMk cId="1215228781" sldId="351"/>
            <ac:spMk id="8" creationId="{22C99B3B-7AA4-6318-5084-295768E118C0}"/>
          </ac:spMkLst>
        </pc:spChg>
        <pc:spChg chg="del">
          <ac:chgData name="Heumen,Hans J.B.H.M. van" userId="357d3a60-27dc-42a3-bd03-172815e944eb" providerId="ADAL" clId="{80A42D41-846A-445D-844C-FC2E603BED72}" dt="2024-09-15T12:27:20.436" v="38" actId="478"/>
          <ac:spMkLst>
            <pc:docMk/>
            <pc:sldMk cId="1215228781" sldId="351"/>
            <ac:spMk id="9" creationId="{3B0A40DF-2D06-02B6-DAC0-CB9C8815E771}"/>
          </ac:spMkLst>
        </pc:spChg>
        <pc:spChg chg="del mod">
          <ac:chgData name="Heumen,Hans J.B.H.M. van" userId="357d3a60-27dc-42a3-bd03-172815e944eb" providerId="ADAL" clId="{80A42D41-846A-445D-844C-FC2E603BED72}" dt="2024-09-15T14:24:31.580" v="262" actId="478"/>
          <ac:spMkLst>
            <pc:docMk/>
            <pc:sldMk cId="1215228781" sldId="351"/>
            <ac:spMk id="11" creationId="{C03037C5-92E2-FB81-E051-9060AA8B1E58}"/>
          </ac:spMkLst>
        </pc:spChg>
        <pc:spChg chg="del mod">
          <ac:chgData name="Heumen,Hans J.B.H.M. van" userId="357d3a60-27dc-42a3-bd03-172815e944eb" providerId="ADAL" clId="{80A42D41-846A-445D-844C-FC2E603BED72}" dt="2024-09-15T12:27:22.756" v="39" actId="478"/>
          <ac:spMkLst>
            <pc:docMk/>
            <pc:sldMk cId="1215228781" sldId="351"/>
            <ac:spMk id="12" creationId="{92FF15FD-E884-D2CF-2D26-A029D67DF541}"/>
          </ac:spMkLst>
        </pc:spChg>
        <pc:spChg chg="del">
          <ac:chgData name="Heumen,Hans J.B.H.M. van" userId="357d3a60-27dc-42a3-bd03-172815e944eb" providerId="ADAL" clId="{80A42D41-846A-445D-844C-FC2E603BED72}" dt="2024-09-15T12:12:30.828" v="32" actId="478"/>
          <ac:spMkLst>
            <pc:docMk/>
            <pc:sldMk cId="1215228781" sldId="351"/>
            <ac:spMk id="13" creationId="{C5D19969-D462-BDC5-7FD0-EA657C4B4A8C}"/>
          </ac:spMkLst>
        </pc:spChg>
        <pc:spChg chg="add mod">
          <ac:chgData name="Heumen,Hans J.B.H.M. van" userId="357d3a60-27dc-42a3-bd03-172815e944eb" providerId="ADAL" clId="{80A42D41-846A-445D-844C-FC2E603BED72}" dt="2024-09-16T08:49:00.118" v="569" actId="404"/>
          <ac:spMkLst>
            <pc:docMk/>
            <pc:sldMk cId="1215228781" sldId="351"/>
            <ac:spMk id="14" creationId="{0DA79C86-1ED4-E712-06E7-312FC8750BC8}"/>
          </ac:spMkLst>
        </pc:spChg>
        <pc:spChg chg="mod">
          <ac:chgData name="Heumen,Hans J.B.H.M. van" userId="357d3a60-27dc-42a3-bd03-172815e944eb" providerId="ADAL" clId="{80A42D41-846A-445D-844C-FC2E603BED72}" dt="2024-09-16T08:45:45.104" v="526" actId="1076"/>
          <ac:spMkLst>
            <pc:docMk/>
            <pc:sldMk cId="1215228781" sldId="351"/>
            <ac:spMk id="15" creationId="{52399FB2-6E8B-CFB5-8DB1-6F361EA444A0}"/>
          </ac:spMkLst>
        </pc:spChg>
        <pc:picChg chg="mod">
          <ac:chgData name="Heumen,Hans J.B.H.M. van" userId="357d3a60-27dc-42a3-bd03-172815e944eb" providerId="ADAL" clId="{80A42D41-846A-445D-844C-FC2E603BED72}" dt="2024-09-16T08:45:45.104" v="526" actId="1076"/>
          <ac:picMkLst>
            <pc:docMk/>
            <pc:sldMk cId="1215228781" sldId="351"/>
            <ac:picMk id="10" creationId="{F8DD9CE9-25E3-8F63-9E5B-749AC253BD87}"/>
          </ac:picMkLst>
        </pc:picChg>
        <pc:cxnChg chg="add mod">
          <ac:chgData name="Heumen,Hans J.B.H.M. van" userId="357d3a60-27dc-42a3-bd03-172815e944eb" providerId="ADAL" clId="{80A42D41-846A-445D-844C-FC2E603BED72}" dt="2024-09-16T08:46:40.691" v="528" actId="17032"/>
          <ac:cxnSpMkLst>
            <pc:docMk/>
            <pc:sldMk cId="1215228781" sldId="351"/>
            <ac:cxnSpMk id="6" creationId="{556EC3BF-83C6-8C63-704F-90C827F8BF2D}"/>
          </ac:cxnSpMkLst>
        </pc:cxnChg>
        <pc:cxnChg chg="add mod">
          <ac:chgData name="Heumen,Hans J.B.H.M. van" userId="357d3a60-27dc-42a3-bd03-172815e944eb" providerId="ADAL" clId="{80A42D41-846A-445D-844C-FC2E603BED72}" dt="2024-09-16T08:48:07.429" v="541" actId="13822"/>
          <ac:cxnSpMkLst>
            <pc:docMk/>
            <pc:sldMk cId="1215228781" sldId="351"/>
            <ac:cxnSpMk id="11" creationId="{152C37CD-3B1D-5186-E836-DEC8BC49980D}"/>
          </ac:cxnSpMkLst>
        </pc:cxnChg>
        <pc:cxnChg chg="add mod">
          <ac:chgData name="Heumen,Hans J.B.H.M. van" userId="357d3a60-27dc-42a3-bd03-172815e944eb" providerId="ADAL" clId="{80A42D41-846A-445D-844C-FC2E603BED72}" dt="2024-09-16T08:48:21.116" v="545" actId="1076"/>
          <ac:cxnSpMkLst>
            <pc:docMk/>
            <pc:sldMk cId="1215228781" sldId="351"/>
            <ac:cxnSpMk id="12" creationId="{C9937909-4569-B550-F733-C0ED54E862C7}"/>
          </ac:cxnSpMkLst>
        </pc:cxnChg>
        <pc:cxnChg chg="add mod">
          <ac:chgData name="Heumen,Hans J.B.H.M. van" userId="357d3a60-27dc-42a3-bd03-172815e944eb" providerId="ADAL" clId="{80A42D41-846A-445D-844C-FC2E603BED72}" dt="2024-09-16T08:48:17.118" v="544" actId="1076"/>
          <ac:cxnSpMkLst>
            <pc:docMk/>
            <pc:sldMk cId="1215228781" sldId="351"/>
            <ac:cxnSpMk id="13" creationId="{32837B26-5C5A-3DFC-184D-E3D23C2E8501}"/>
          </ac:cxnSpMkLst>
        </pc:cxnChg>
        <pc:cxnChg chg="del">
          <ac:chgData name="Heumen,Hans J.B.H.M. van" userId="357d3a60-27dc-42a3-bd03-172815e944eb" providerId="ADAL" clId="{80A42D41-846A-445D-844C-FC2E603BED72}" dt="2024-09-15T12:12:33.323" v="34" actId="478"/>
          <ac:cxnSpMkLst>
            <pc:docMk/>
            <pc:sldMk cId="1215228781" sldId="351"/>
            <ac:cxnSpMk id="16" creationId="{A993E2D6-4B0C-4075-C9CE-6639E4A45F3F}"/>
          </ac:cxnSpMkLst>
        </pc:cxnChg>
        <pc:cxnChg chg="del">
          <ac:chgData name="Heumen,Hans J.B.H.M. van" userId="357d3a60-27dc-42a3-bd03-172815e944eb" providerId="ADAL" clId="{80A42D41-846A-445D-844C-FC2E603BED72}" dt="2024-09-15T12:12:34.107" v="35" actId="478"/>
          <ac:cxnSpMkLst>
            <pc:docMk/>
            <pc:sldMk cId="1215228781" sldId="351"/>
            <ac:cxnSpMk id="18" creationId="{838D53B0-4DA4-590A-CF96-F1CF4730D87E}"/>
          </ac:cxnSpMkLst>
        </pc:cxnChg>
        <pc:cxnChg chg="del mod">
          <ac:chgData name="Heumen,Hans J.B.H.M. van" userId="357d3a60-27dc-42a3-bd03-172815e944eb" providerId="ADAL" clId="{80A42D41-846A-445D-844C-FC2E603BED72}" dt="2024-09-15T12:12:32.239" v="33" actId="478"/>
          <ac:cxnSpMkLst>
            <pc:docMk/>
            <pc:sldMk cId="1215228781" sldId="351"/>
            <ac:cxnSpMk id="19" creationId="{98845FD1-B5C3-FE56-F254-5827438ACF57}"/>
          </ac:cxnSpMkLst>
        </pc:cxnChg>
      </pc:sldChg>
      <pc:sldChg chg="new del">
        <pc:chgData name="Heumen,Hans J.B.H.M. van" userId="357d3a60-27dc-42a3-bd03-172815e944eb" providerId="ADAL" clId="{80A42D41-846A-445D-844C-FC2E603BED72}" dt="2024-09-15T13:45:34.975" v="118" actId="47"/>
        <pc:sldMkLst>
          <pc:docMk/>
          <pc:sldMk cId="4067768406" sldId="352"/>
        </pc:sldMkLst>
      </pc:sldChg>
      <pc:sldChg chg="addSp delSp modSp new mod">
        <pc:chgData name="Heumen,Hans J.B.H.M. van" userId="357d3a60-27dc-42a3-bd03-172815e944eb" providerId="ADAL" clId="{80A42D41-846A-445D-844C-FC2E603BED72}" dt="2024-09-15T14:22:36.842" v="228" actId="1076"/>
        <pc:sldMkLst>
          <pc:docMk/>
          <pc:sldMk cId="2792390290" sldId="353"/>
        </pc:sldMkLst>
        <pc:spChg chg="mod">
          <ac:chgData name="Heumen,Hans J.B.H.M. van" userId="357d3a60-27dc-42a3-bd03-172815e944eb" providerId="ADAL" clId="{80A42D41-846A-445D-844C-FC2E603BED72}" dt="2024-09-15T13:45:41.969" v="133" actId="20577"/>
          <ac:spMkLst>
            <pc:docMk/>
            <pc:sldMk cId="2792390290" sldId="353"/>
            <ac:spMk id="2" creationId="{8F1B868B-234D-FF56-9DAE-F92ED1597300}"/>
          </ac:spMkLst>
        </pc:spChg>
        <pc:spChg chg="del">
          <ac:chgData name="Heumen,Hans J.B.H.M. van" userId="357d3a60-27dc-42a3-bd03-172815e944eb" providerId="ADAL" clId="{80A42D41-846A-445D-844C-FC2E603BED72}" dt="2024-09-15T13:46:56.903" v="140"/>
          <ac:spMkLst>
            <pc:docMk/>
            <pc:sldMk cId="2792390290" sldId="353"/>
            <ac:spMk id="3" creationId="{8029FDEC-5E6C-9AB2-88E9-94FC51BC4EC0}"/>
          </ac:spMkLst>
        </pc:spChg>
        <pc:spChg chg="add del mod">
          <ac:chgData name="Heumen,Hans J.B.H.M. van" userId="357d3a60-27dc-42a3-bd03-172815e944eb" providerId="ADAL" clId="{80A42D41-846A-445D-844C-FC2E603BED72}" dt="2024-09-15T13:46:54.365" v="139" actId="21"/>
          <ac:spMkLst>
            <pc:docMk/>
            <pc:sldMk cId="2792390290" sldId="353"/>
            <ac:spMk id="4" creationId="{3F19E649-BC9B-8B21-555D-A9D6A7644263}"/>
          </ac:spMkLst>
        </pc:spChg>
        <pc:spChg chg="add mod">
          <ac:chgData name="Heumen,Hans J.B.H.M. van" userId="357d3a60-27dc-42a3-bd03-172815e944eb" providerId="ADAL" clId="{80A42D41-846A-445D-844C-FC2E603BED72}" dt="2024-09-15T14:22:36.842" v="228" actId="1076"/>
          <ac:spMkLst>
            <pc:docMk/>
            <pc:sldMk cId="2792390290" sldId="353"/>
            <ac:spMk id="5" creationId="{3F19E649-BC9B-8B21-555D-A9D6A7644263}"/>
          </ac:spMkLst>
        </pc:spChg>
        <pc:spChg chg="add del mod">
          <ac:chgData name="Heumen,Hans J.B.H.M. van" userId="357d3a60-27dc-42a3-bd03-172815e944eb" providerId="ADAL" clId="{80A42D41-846A-445D-844C-FC2E603BED72}" dt="2024-09-15T14:22:33.155" v="227" actId="478"/>
          <ac:spMkLst>
            <pc:docMk/>
            <pc:sldMk cId="2792390290" sldId="353"/>
            <ac:spMk id="8" creationId="{3194864E-455E-EECF-145F-FD87CEC1C1D4}"/>
          </ac:spMkLst>
        </pc:spChg>
        <pc:graphicFrameChg chg="add mod modGraphic">
          <ac:chgData name="Heumen,Hans J.B.H.M. van" userId="357d3a60-27dc-42a3-bd03-172815e944eb" providerId="ADAL" clId="{80A42D41-846A-445D-844C-FC2E603BED72}" dt="2024-09-15T14:19:53.156" v="206" actId="20577"/>
          <ac:graphicFrameMkLst>
            <pc:docMk/>
            <pc:sldMk cId="2792390290" sldId="353"/>
            <ac:graphicFrameMk id="6" creationId="{3AFAE46F-9BD7-A005-BFB0-C390252D62AF}"/>
          </ac:graphicFrameMkLst>
        </pc:graphicFrameChg>
        <pc:graphicFrameChg chg="add mod modGraphic">
          <ac:chgData name="Heumen,Hans J.B.H.M. van" userId="357d3a60-27dc-42a3-bd03-172815e944eb" providerId="ADAL" clId="{80A42D41-846A-445D-844C-FC2E603BED72}" dt="2024-09-15T14:19:16.198" v="202" actId="6549"/>
          <ac:graphicFrameMkLst>
            <pc:docMk/>
            <pc:sldMk cId="2792390290" sldId="353"/>
            <ac:graphicFrameMk id="7" creationId="{08372063-9A71-C7BB-36AA-655E4B6D1CDF}"/>
          </ac:graphicFrameMkLst>
        </pc:graphicFrameChg>
      </pc:sldChg>
      <pc:sldChg chg="addSp modSp new mod ord">
        <pc:chgData name="Heumen,Hans J.B.H.M. van" userId="357d3a60-27dc-42a3-bd03-172815e944eb" providerId="ADAL" clId="{80A42D41-846A-445D-844C-FC2E603BED72}" dt="2024-09-16T08:34:58.635" v="434" actId="20577"/>
        <pc:sldMkLst>
          <pc:docMk/>
          <pc:sldMk cId="2966997610" sldId="354"/>
        </pc:sldMkLst>
        <pc:spChg chg="mod">
          <ac:chgData name="Heumen,Hans J.B.H.M. van" userId="357d3a60-27dc-42a3-bd03-172815e944eb" providerId="ADAL" clId="{80A42D41-846A-445D-844C-FC2E603BED72}" dt="2024-09-16T08:07:35.225" v="331" actId="20577"/>
          <ac:spMkLst>
            <pc:docMk/>
            <pc:sldMk cId="2966997610" sldId="354"/>
            <ac:spMk id="2" creationId="{B8DCF46E-B448-5FAB-F78F-AF7C27A81F2F}"/>
          </ac:spMkLst>
        </pc:spChg>
        <pc:spChg chg="mod">
          <ac:chgData name="Heumen,Hans J.B.H.M. van" userId="357d3a60-27dc-42a3-bd03-172815e944eb" providerId="ADAL" clId="{80A42D41-846A-445D-844C-FC2E603BED72}" dt="2024-09-16T08:34:58.635" v="434" actId="20577"/>
          <ac:spMkLst>
            <pc:docMk/>
            <pc:sldMk cId="2966997610" sldId="354"/>
            <ac:spMk id="3" creationId="{0A4F7777-88F1-A4AB-74A4-299E4B3EFFEC}"/>
          </ac:spMkLst>
        </pc:spChg>
        <pc:spChg chg="add mod">
          <ac:chgData name="Heumen,Hans J.B.H.M. van" userId="357d3a60-27dc-42a3-bd03-172815e944eb" providerId="ADAL" clId="{80A42D41-846A-445D-844C-FC2E603BED72}" dt="2024-09-16T08:31:40.902" v="364" actId="404"/>
          <ac:spMkLst>
            <pc:docMk/>
            <pc:sldMk cId="2966997610" sldId="354"/>
            <ac:spMk id="5" creationId="{08AD3296-B97A-D2E7-F30D-D9C3D184388E}"/>
          </ac:spMkLst>
        </pc:spChg>
      </pc:sldChg>
      <pc:sldChg chg="modSp new mod">
        <pc:chgData name="Heumen,Hans J.B.H.M. van" userId="357d3a60-27dc-42a3-bd03-172815e944eb" providerId="ADAL" clId="{80A42D41-846A-445D-844C-FC2E603BED72}" dt="2024-09-16T08:39:39.292" v="522" actId="113"/>
        <pc:sldMkLst>
          <pc:docMk/>
          <pc:sldMk cId="1444087917" sldId="355"/>
        </pc:sldMkLst>
        <pc:spChg chg="mod">
          <ac:chgData name="Heumen,Hans J.B.H.M. van" userId="357d3a60-27dc-42a3-bd03-172815e944eb" providerId="ADAL" clId="{80A42D41-846A-445D-844C-FC2E603BED72}" dt="2024-09-16T08:36:17.435" v="467" actId="20577"/>
          <ac:spMkLst>
            <pc:docMk/>
            <pc:sldMk cId="1444087917" sldId="355"/>
            <ac:spMk id="2" creationId="{7E9249F8-BFC0-0FFD-2AAE-FFD8011822B1}"/>
          </ac:spMkLst>
        </pc:spChg>
        <pc:spChg chg="mod">
          <ac:chgData name="Heumen,Hans J.B.H.M. van" userId="357d3a60-27dc-42a3-bd03-172815e944eb" providerId="ADAL" clId="{80A42D41-846A-445D-844C-FC2E603BED72}" dt="2024-09-16T08:39:39.292" v="522" actId="113"/>
          <ac:spMkLst>
            <pc:docMk/>
            <pc:sldMk cId="1444087917" sldId="355"/>
            <ac:spMk id="3" creationId="{DA0E5B41-C722-BBEE-6647-D7359618994C}"/>
          </ac:spMkLst>
        </pc:spChg>
      </pc:sldChg>
      <pc:sldChg chg="modSp add mod">
        <pc:chgData name="Heumen,Hans J.B.H.M. van" userId="357d3a60-27dc-42a3-bd03-172815e944eb" providerId="ADAL" clId="{80A42D41-846A-445D-844C-FC2E603BED72}" dt="2024-09-16T14:57:50.697" v="581" actId="20577"/>
        <pc:sldMkLst>
          <pc:docMk/>
          <pc:sldMk cId="1729248243" sldId="356"/>
        </pc:sldMkLst>
        <pc:spChg chg="mod">
          <ac:chgData name="Heumen,Hans J.B.H.M. van" userId="357d3a60-27dc-42a3-bd03-172815e944eb" providerId="ADAL" clId="{80A42D41-846A-445D-844C-FC2E603BED72}" dt="2024-09-16T14:57:50.697" v="581" actId="20577"/>
          <ac:spMkLst>
            <pc:docMk/>
            <pc:sldMk cId="1729248243" sldId="356"/>
            <ac:spMk id="2" creationId="{74DA37F1-9370-B253-9C36-ECAC6BCC7D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00050" lvl="1" indent="0">
              <a:buFont typeface="+mj-lt"/>
              <a:buNone/>
            </a:pPr>
            <a:r>
              <a:rPr lang="en-US" dirty="0"/>
              <a:t>Ab aa baa ab aa</a:t>
            </a:r>
          </a:p>
          <a:p>
            <a:pPr marL="400050" lvl="1" indent="0">
              <a:buFont typeface="+mj-lt"/>
              <a:buNone/>
            </a:pPr>
            <a:r>
              <a:rPr lang="en-US" dirty="0"/>
              <a:t>Aa </a:t>
            </a:r>
            <a:r>
              <a:rPr lang="en-US" dirty="0" err="1"/>
              <a:t>aa</a:t>
            </a:r>
            <a:r>
              <a:rPr lang="en-US" dirty="0"/>
              <a:t> baa aa</a:t>
            </a:r>
          </a:p>
          <a:p>
            <a:pPr marL="400050" lvl="1" indent="0">
              <a:buFont typeface="+mj-lt"/>
              <a:buNone/>
            </a:pPr>
            <a:r>
              <a:rPr lang="en-US" dirty="0"/>
              <a:t>Baa aa ab aa </a:t>
            </a:r>
            <a:r>
              <a:rPr lang="en-US" dirty="0" err="1"/>
              <a:t>aab</a:t>
            </a:r>
            <a:endParaRPr lang="en-US" dirty="0"/>
          </a:p>
          <a:p>
            <a:pPr marL="400050" lvl="1" indent="0">
              <a:buFont typeface="+mj-lt"/>
              <a:buNone/>
            </a:pPr>
            <a:r>
              <a:rPr lang="en-US" dirty="0"/>
              <a:t>Baa aa ab aa</a:t>
            </a:r>
            <a:endParaRPr lang="en-US" baseline="0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6490A4-71D0-43B6-A632-F02D13E6AF8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57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94CBB7-3929-BA6C-00CC-78393BC4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Rekindle chapter 1 and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0A5020D-14EE-B5F6-472F-584576321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An Introduction to Formal Languages and Automata 6th Edition</a:t>
            </a:r>
          </a:p>
        </p:txBody>
      </p:sp>
    </p:spTree>
    <p:extLst>
      <p:ext uri="{BB962C8B-B14F-4D97-AF65-F5344CB8AC3E}">
        <p14:creationId xmlns:p14="http://schemas.microsoft.com/office/powerpoint/2010/main" val="274797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892FCC-140A-88A3-20FD-B20B29B1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Grammar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022427-E586-BB33-79B8-472D3EFF5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 =(V, T, S, P),</a:t>
            </a:r>
          </a:p>
          <a:p>
            <a:pPr lvl="1"/>
            <a:r>
              <a:rPr lang="en-US" sz="2400" dirty="0"/>
              <a:t>V is a finite set of objects called variables,</a:t>
            </a:r>
          </a:p>
          <a:p>
            <a:pPr lvl="1"/>
            <a:r>
              <a:rPr lang="en-US" sz="2400" dirty="0"/>
              <a:t>T is a finite set of objects called terminal symbols,</a:t>
            </a:r>
          </a:p>
          <a:p>
            <a:pPr lvl="1"/>
            <a:r>
              <a:rPr lang="en-US" sz="2400" dirty="0"/>
              <a:t>S ∈ V is a special symbol called the start variable,</a:t>
            </a:r>
          </a:p>
          <a:p>
            <a:pPr lvl="1"/>
            <a:r>
              <a:rPr lang="en-US" sz="2400" dirty="0"/>
              <a:t>P is a finite set of productions.</a:t>
            </a:r>
          </a:p>
          <a:p>
            <a:pPr marL="57150" indent="0">
              <a:buNone/>
            </a:pPr>
            <a:endParaRPr lang="en-US" dirty="0"/>
          </a:p>
          <a:p>
            <a:pPr marL="57150" indent="0">
              <a:buNone/>
            </a:pPr>
            <a:r>
              <a:rPr lang="en-US" dirty="0"/>
              <a:t>The set of all such terminal strings is the language defined or generated by the grammar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93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3829F-8932-977E-EB7E-597063CE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Excercise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19BD32-1144-F1D7-0915-C4D6F847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L = {ab, aa, baa}. </a:t>
            </a:r>
          </a:p>
          <a:p>
            <a:pPr marL="0" indent="0">
              <a:buNone/>
            </a:pPr>
            <a:r>
              <a:rPr lang="en-US" dirty="0"/>
              <a:t>Which of the following strings are in L*: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abaabaaabaa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aaaabaaaa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baaaaabaaaab</a:t>
            </a:r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 err="1"/>
              <a:t>baaaaabaa</a:t>
            </a:r>
            <a:r>
              <a:rPr lang="en-US" dirty="0"/>
              <a:t>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Which strings are in L4?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20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3829F-8932-977E-EB7E-597063CE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19BD32-1144-F1D7-0915-C4D6F847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 a simple description of the language generated by the grammar with productions generate?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 → </a:t>
            </a:r>
            <a:r>
              <a:rPr lang="en-US" dirty="0" err="1"/>
              <a:t>aaA</a:t>
            </a:r>
            <a:r>
              <a:rPr lang="en-US" dirty="0"/>
              <a:t>,</a:t>
            </a:r>
          </a:p>
          <a:p>
            <a:r>
              <a:rPr lang="en-US" dirty="0"/>
              <a:t>A → </a:t>
            </a:r>
            <a:r>
              <a:rPr lang="en-US" dirty="0" err="1"/>
              <a:t>bS</a:t>
            </a:r>
            <a:r>
              <a:rPr lang="en-US" dirty="0"/>
              <a:t>,</a:t>
            </a:r>
          </a:p>
          <a:p>
            <a:r>
              <a:rPr lang="en-US"/>
              <a:t>S </a:t>
            </a:r>
            <a:r>
              <a:rPr lang="en-US" dirty="0"/>
              <a:t>→ </a:t>
            </a:r>
            <a:r>
              <a:rPr lang="el-GR" dirty="0"/>
              <a:t>λ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4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93829F-8932-977E-EB7E-597063CE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219BD32-1144-F1D7-0915-C4D6F8476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 a simple description of the language generated by the grammar with productions generate?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 → Aa,</a:t>
            </a:r>
          </a:p>
          <a:p>
            <a:r>
              <a:rPr lang="en-US" dirty="0"/>
              <a:t>A → B,</a:t>
            </a:r>
          </a:p>
          <a:p>
            <a:r>
              <a:rPr lang="en-US" dirty="0"/>
              <a:t>B → Aa.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8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9F93-2539-4268-3D15-95DBC908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A23AA9-8810-FD76-1830-4FFF57672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 deterministic finite </a:t>
            </a:r>
            <a:r>
              <a:rPr lang="en-US" sz="2800" b="1" dirty="0"/>
              <a:t>accepter</a:t>
            </a:r>
            <a:r>
              <a:rPr lang="en-US" sz="2800" dirty="0"/>
              <a:t> or </a:t>
            </a:r>
            <a:r>
              <a:rPr lang="en-US" sz="2800" b="1" dirty="0" err="1"/>
              <a:t>dfa</a:t>
            </a:r>
            <a:r>
              <a:rPr lang="en-US" sz="2800" dirty="0"/>
              <a:t> is defined by the quintuple M = (Q, Σ, δ, q0, F),</a:t>
            </a:r>
          </a:p>
          <a:p>
            <a:pPr marL="0" indent="0">
              <a:buNone/>
            </a:pPr>
            <a:r>
              <a:rPr lang="en-US" sz="2800" dirty="0"/>
              <a:t>where</a:t>
            </a:r>
          </a:p>
          <a:p>
            <a:pPr marL="0" indent="0">
              <a:buNone/>
            </a:pPr>
            <a:r>
              <a:rPr lang="en-US" sz="2800" dirty="0"/>
              <a:t>Q is a finite set of </a:t>
            </a:r>
            <a:r>
              <a:rPr lang="en-US" sz="2800" b="1" dirty="0"/>
              <a:t>internal states</a:t>
            </a:r>
            <a:r>
              <a:rPr lang="en-US" sz="2800" dirty="0"/>
              <a:t>, Σ is a finite set of symbols called the </a:t>
            </a:r>
            <a:r>
              <a:rPr lang="en-US" sz="2800" b="1" dirty="0"/>
              <a:t>input alphabet</a:t>
            </a:r>
            <a:r>
              <a:rPr lang="en-US" sz="2800" dirty="0"/>
              <a:t>, δ : Q × Σ → Q is a total function called the </a:t>
            </a:r>
            <a:r>
              <a:rPr lang="en-US" sz="2800" b="1" dirty="0"/>
              <a:t>transition function</a:t>
            </a:r>
            <a:r>
              <a:rPr lang="en-US" sz="2800" dirty="0"/>
              <a:t>, q0 ∈ Q is the </a:t>
            </a:r>
            <a:r>
              <a:rPr lang="en-US" sz="2800" b="1" dirty="0"/>
              <a:t>initial state</a:t>
            </a:r>
            <a:r>
              <a:rPr lang="en-US" sz="2800" dirty="0"/>
              <a:t>, F ⊆ Q is a set of </a:t>
            </a:r>
            <a:r>
              <a:rPr lang="en-US" sz="2800" b="1" dirty="0"/>
              <a:t>final states.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86208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DA4C4-419D-3C57-B309-308145D6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graph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A1F0D56A-29BD-B672-47D5-A686556A9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3495" y="2415179"/>
            <a:ext cx="6697010" cy="2896004"/>
          </a:xfrm>
        </p:spPr>
      </p:pic>
    </p:spTree>
    <p:extLst>
      <p:ext uri="{BB962C8B-B14F-4D97-AF65-F5344CB8AC3E}">
        <p14:creationId xmlns:p14="http://schemas.microsoft.com/office/powerpoint/2010/main" val="265973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639F93-2539-4268-3D15-95DBC908F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A23AA9-8810-FD76-1830-4FFF57672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language L is called </a:t>
            </a:r>
            <a:r>
              <a:rPr lang="en-US" b="1" dirty="0"/>
              <a:t>regular</a:t>
            </a:r>
            <a:r>
              <a:rPr lang="en-US" dirty="0"/>
              <a:t> if and only if there exists some deterministic finite accepter M such that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L = L (M).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42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6ABDC-410C-DC9C-4D8A-495B5BD7D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A9FD35-26CC-F58B-1225-BE661BB77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For Σ = {a, b}, construct </a:t>
            </a:r>
            <a:r>
              <a:rPr lang="en-US" dirty="0" err="1"/>
              <a:t>dfa’s</a:t>
            </a:r>
            <a:r>
              <a:rPr lang="en-US" dirty="0"/>
              <a:t> that accept the sets consisting of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(a) all strings of even length.</a:t>
            </a:r>
          </a:p>
          <a:p>
            <a:r>
              <a:rPr lang="en-US" dirty="0"/>
              <a:t>(b) all strings of length greater than 5.</a:t>
            </a:r>
          </a:p>
          <a:p>
            <a:r>
              <a:rPr lang="en-US" dirty="0"/>
              <a:t>(c) all strings with an even number of a’s.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154050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2074</TotalTime>
  <Words>354</Words>
  <Application>Microsoft Office PowerPoint</Application>
  <PresentationFormat>Diavoorstelling (4:3)</PresentationFormat>
  <Paragraphs>55</Paragraphs>
  <Slides>10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2" baseType="lpstr">
      <vt:lpstr>Arial</vt:lpstr>
      <vt:lpstr>Standaardontwerp</vt:lpstr>
      <vt:lpstr>Automata</vt:lpstr>
      <vt:lpstr>Rekindle chapter 1 and 2</vt:lpstr>
      <vt:lpstr>Grammar</vt:lpstr>
      <vt:lpstr>Excercise</vt:lpstr>
      <vt:lpstr>Exercise</vt:lpstr>
      <vt:lpstr>Exercise</vt:lpstr>
      <vt:lpstr>Definition</vt:lpstr>
      <vt:lpstr>Transition graph</vt:lpstr>
      <vt:lpstr>Definition</vt:lpstr>
      <vt:lpstr>Exercise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2024-09-30T15:00:00Z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