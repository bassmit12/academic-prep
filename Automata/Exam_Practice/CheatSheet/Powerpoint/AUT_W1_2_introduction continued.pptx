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11"/>
  </p:notesMasterIdLst>
  <p:handoutMasterIdLst>
    <p:handoutMasterId r:id="rId12"/>
  </p:handoutMasterIdLst>
  <p:sldIdLst>
    <p:sldId id="343" r:id="rId5"/>
    <p:sldId id="349" r:id="rId6"/>
    <p:sldId id="344" r:id="rId7"/>
    <p:sldId id="345" r:id="rId8"/>
    <p:sldId id="346" r:id="rId9"/>
    <p:sldId id="34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1039" autoAdjust="0"/>
  </p:normalViewPr>
  <p:slideViewPr>
    <p:cSldViewPr>
      <p:cViewPr varScale="1">
        <p:scale>
          <a:sx n="133" d="100"/>
          <a:sy n="133" d="100"/>
        </p:scale>
        <p:origin x="126" y="630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  <pc:spChg chg="mod">
          <ac:chgData name="Heumen,Hans J.B.H.M. van" userId="357d3a60-27dc-42a3-bd03-172815e944eb" providerId="ADAL" clId="{0E113807-9CA3-445F-A5CD-0A567570384E}" dt="2024-09-02T12:46:50.434" v="25" actId="20577"/>
          <ac:spMkLst>
            <pc:docMk/>
            <pc:sldMk cId="1375342933" sldId="361"/>
            <ac:spMk id="2" creationId="{F1E682E0-D54A-6F3D-3F4A-9A2B789C61DE}"/>
          </ac:spMkLst>
        </pc:spChg>
        <pc:spChg chg="mod">
          <ac:chgData name="Heumen,Hans J.B.H.M. van" userId="357d3a60-27dc-42a3-bd03-172815e944eb" providerId="ADAL" clId="{0E113807-9CA3-445F-A5CD-0A567570384E}" dt="2024-09-02T12:33:30.260" v="24" actId="20577"/>
          <ac:spMkLst>
            <pc:docMk/>
            <pc:sldMk cId="1375342933" sldId="361"/>
            <ac:spMk id="3" creationId="{D8BAC8ED-5EED-0ACD-23FC-4E48BC89C992}"/>
          </ac:spMkLst>
        </pc:spChg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2T09:58:37.862" v="293" actId="478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  <pc:spChg chg="mod">
          <ac:chgData name="Heumen,Hans J.B.H.M. van" userId="357d3a60-27dc-42a3-bd03-172815e944eb" providerId="ADAL" clId="{602527C1-0509-4B58-8E1C-2D6B4B375E02}" dt="2024-09-02T09:20:05.828" v="185" actId="1076"/>
          <ac:spMkLst>
            <pc:docMk/>
            <pc:sldMk cId="2860095100" sldId="312"/>
            <ac:spMk id="36" creationId="{00000000-0000-0000-0000-000000000000}"/>
          </ac:spMkLst>
        </pc:spChg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mod">
        <pc:chgData name="Heumen,Hans J.B.H.M. van" userId="357d3a60-27dc-42a3-bd03-172815e944eb" providerId="ADAL" clId="{602527C1-0509-4B58-8E1C-2D6B4B375E02}" dt="2024-09-02T09:58:37.862" v="293" actId="478"/>
        <pc:sldMkLst>
          <pc:docMk/>
          <pc:sldMk cId="3833983145" sldId="323"/>
        </pc:sldMkLst>
        <pc:spChg chg="del mod">
          <ac:chgData name="Heumen,Hans J.B.H.M. van" userId="357d3a60-27dc-42a3-bd03-172815e944eb" providerId="ADAL" clId="{602527C1-0509-4B58-8E1C-2D6B4B375E02}" dt="2024-09-02T09:58:37.862" v="293" actId="478"/>
          <ac:spMkLst>
            <pc:docMk/>
            <pc:sldMk cId="3833983145" sldId="323"/>
            <ac:spMk id="2" creationId="{00000000-0000-0000-0000-000000000000}"/>
          </ac:spMkLst>
        </pc:spChg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  <pc:spChg chg="mod">
          <ac:chgData name="Heumen,Hans J.B.H.M. van" userId="357d3a60-27dc-42a3-bd03-172815e944eb" providerId="ADAL" clId="{602527C1-0509-4B58-8E1C-2D6B4B375E02}" dt="2024-09-02T09:48:54.427" v="285" actId="14100"/>
          <ac:spMkLst>
            <pc:docMk/>
            <pc:sldMk cId="2741171790" sldId="341"/>
            <ac:spMk id="2" creationId="{00000000-0000-0000-0000-000000000000}"/>
          </ac:spMkLst>
        </pc:spChg>
        <pc:spChg chg="add">
          <ac:chgData name="Heumen,Hans J.B.H.M. van" userId="357d3a60-27dc-42a3-bd03-172815e944eb" providerId="ADAL" clId="{602527C1-0509-4B58-8E1C-2D6B4B375E02}" dt="2024-09-02T09:45:29.075" v="197"/>
          <ac:spMkLst>
            <pc:docMk/>
            <pc:sldMk cId="2741171790" sldId="341"/>
            <ac:spMk id="3" creationId="{1DF12E3E-2967-0D3A-82C5-B724BAE62374}"/>
          </ac:spMkLst>
        </pc:spChg>
        <pc:picChg chg="add mod">
          <ac:chgData name="Heumen,Hans J.B.H.M. van" userId="357d3a60-27dc-42a3-bd03-172815e944eb" providerId="ADAL" clId="{602527C1-0509-4B58-8E1C-2D6B4B375E02}" dt="2024-09-02T09:49:06.485" v="287" actId="1076"/>
          <ac:picMkLst>
            <pc:docMk/>
            <pc:sldMk cId="2741171790" sldId="341"/>
            <ac:picMk id="1027" creationId="{72A8FE23-5264-2814-00F9-7BB9434C5966}"/>
          </ac:picMkLst>
        </pc:picChg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  <pc:spChg chg="mod">
          <ac:chgData name="Heumen,Hans J.B.H.M. van" userId="357d3a60-27dc-42a3-bd03-172815e944eb" providerId="ADAL" clId="{602527C1-0509-4B58-8E1C-2D6B4B375E02}" dt="2024-09-02T09:53:17.878" v="289" actId="20577"/>
          <ac:spMkLst>
            <pc:docMk/>
            <pc:sldMk cId="899385015" sldId="344"/>
            <ac:spMk id="3" creationId="{00000000-0000-0000-0000-000000000000}"/>
          </ac:spMkLst>
        </pc:spChg>
        <pc:spChg chg="add mod">
          <ac:chgData name="Heumen,Hans J.B.H.M. van" userId="357d3a60-27dc-42a3-bd03-172815e944eb" providerId="ADAL" clId="{602527C1-0509-4B58-8E1C-2D6B4B375E02}" dt="2024-09-01T11:34:21.378" v="6" actId="1035"/>
          <ac:spMkLst>
            <pc:docMk/>
            <pc:sldMk cId="899385015" sldId="344"/>
            <ac:spMk id="4" creationId="{54C9765D-BE72-AF94-C017-94520CC9390C}"/>
          </ac:spMkLst>
        </pc:spChg>
        <pc:spChg chg="add mod">
          <ac:chgData name="Heumen,Hans J.B.H.M. van" userId="357d3a60-27dc-42a3-bd03-172815e944eb" providerId="ADAL" clId="{602527C1-0509-4B58-8E1C-2D6B4B375E02}" dt="2024-09-01T11:34:31.213" v="8" actId="1076"/>
          <ac:spMkLst>
            <pc:docMk/>
            <pc:sldMk cId="899385015" sldId="344"/>
            <ac:spMk id="5" creationId="{8F0901DB-FC2F-9F77-2EEF-7E53B3A689C3}"/>
          </ac:spMkLst>
        </pc:spChg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  <pc:spChg chg="mod">
          <ac:chgData name="Heumen,Hans J.B.H.M. van" userId="357d3a60-27dc-42a3-bd03-172815e944eb" providerId="ADAL" clId="{602527C1-0509-4B58-8E1C-2D6B4B375E02}" dt="2024-09-02T09:05:30.979" v="71" actId="20577"/>
          <ac:spMkLst>
            <pc:docMk/>
            <pc:sldMk cId="1491618549" sldId="360"/>
            <ac:spMk id="2" creationId="{47A75DA6-3F96-27FA-74BB-47B48895E676}"/>
          </ac:spMkLst>
        </pc:spChg>
        <pc:spChg chg="mod">
          <ac:chgData name="Heumen,Hans J.B.H.M. van" userId="357d3a60-27dc-42a3-bd03-172815e944eb" providerId="ADAL" clId="{602527C1-0509-4B58-8E1C-2D6B4B375E02}" dt="2024-09-02T09:09:29.603" v="184" actId="20578"/>
          <ac:spMkLst>
            <pc:docMk/>
            <pc:sldMk cId="1491618549" sldId="360"/>
            <ac:spMk id="3" creationId="{14DD1305-9F36-DA3A-47C1-B199C0483808}"/>
          </ac:spMkLst>
        </pc:spChg>
      </pc:sldChg>
    </pc:docChg>
  </pc:docChgLst>
  <pc:docChgLst>
    <pc:chgData name="Heumen,Hans J.B.H.M. van" userId="357d3a60-27dc-42a3-bd03-172815e944eb" providerId="ADAL" clId="{864B808E-20C4-4A9A-85D7-3A558A95F7FB}"/>
    <pc:docChg chg="undo custSel addSld delSld modSld sldOrd">
      <pc:chgData name="Heumen,Hans J.B.H.M. van" userId="357d3a60-27dc-42a3-bd03-172815e944eb" providerId="ADAL" clId="{864B808E-20C4-4A9A-85D7-3A558A95F7FB}" dt="2024-09-04T09:08:21.997" v="743" actId="20577"/>
      <pc:docMkLst>
        <pc:docMk/>
      </pc:docMkLst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3833983145" sldId="323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3334751044" sldId="325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2741171790" sldId="341"/>
        </pc:sldMkLst>
      </pc:sldChg>
      <pc:sldChg chg="modSp new mod">
        <pc:chgData name="Heumen,Hans J.B.H.M. van" userId="357d3a60-27dc-42a3-bd03-172815e944eb" providerId="ADAL" clId="{864B808E-20C4-4A9A-85D7-3A558A95F7FB}" dt="2024-09-04T08:05:20.284" v="253"/>
        <pc:sldMkLst>
          <pc:docMk/>
          <pc:sldMk cId="355741371" sldId="344"/>
        </pc:sldMkLst>
        <pc:spChg chg="mod">
          <ac:chgData name="Heumen,Hans J.B.H.M. van" userId="357d3a60-27dc-42a3-bd03-172815e944eb" providerId="ADAL" clId="{864B808E-20C4-4A9A-85D7-3A558A95F7FB}" dt="2024-09-04T07:54:24.166" v="161" actId="20577"/>
          <ac:spMkLst>
            <pc:docMk/>
            <pc:sldMk cId="355741371" sldId="344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05:20.284" v="253"/>
          <ac:spMkLst>
            <pc:docMk/>
            <pc:sldMk cId="355741371" sldId="344"/>
            <ac:spMk id="3" creationId="{C5022427-E586-BB33-79B8-472D3EFF5DCF}"/>
          </ac:spMkLst>
        </pc:spChg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899385015" sldId="344"/>
        </pc:sldMkLst>
      </pc:sldChg>
      <pc:sldChg chg="modSp add mod">
        <pc:chgData name="Heumen,Hans J.B.H.M. van" userId="357d3a60-27dc-42a3-bd03-172815e944eb" providerId="ADAL" clId="{864B808E-20C4-4A9A-85D7-3A558A95F7FB}" dt="2024-09-04T08:08:30.223" v="263" actId="20577"/>
        <pc:sldMkLst>
          <pc:docMk/>
          <pc:sldMk cId="1150393311" sldId="345"/>
        </pc:sldMkLst>
        <pc:spChg chg="mod">
          <ac:chgData name="Heumen,Hans J.B.H.M. van" userId="357d3a60-27dc-42a3-bd03-172815e944eb" providerId="ADAL" clId="{864B808E-20C4-4A9A-85D7-3A558A95F7FB}" dt="2024-09-04T08:02:55.431" v="246" actId="20577"/>
          <ac:spMkLst>
            <pc:docMk/>
            <pc:sldMk cId="1150393311" sldId="345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08:30.223" v="263" actId="20577"/>
          <ac:spMkLst>
            <pc:docMk/>
            <pc:sldMk cId="1150393311" sldId="345"/>
            <ac:spMk id="3" creationId="{C5022427-E586-BB33-79B8-472D3EFF5DCF}"/>
          </ac:spMkLst>
        </pc:spChg>
      </pc:sldChg>
      <pc:sldChg chg="modSp add mod modAnim">
        <pc:chgData name="Heumen,Hans J.B.H.M. van" userId="357d3a60-27dc-42a3-bd03-172815e944eb" providerId="ADAL" clId="{864B808E-20C4-4A9A-85D7-3A558A95F7FB}" dt="2024-09-04T08:34:55.993" v="489" actId="20577"/>
        <pc:sldMkLst>
          <pc:docMk/>
          <pc:sldMk cId="907808500" sldId="346"/>
        </pc:sldMkLst>
        <pc:spChg chg="mod">
          <ac:chgData name="Heumen,Hans J.B.H.M. van" userId="357d3a60-27dc-42a3-bd03-172815e944eb" providerId="ADAL" clId="{864B808E-20C4-4A9A-85D7-3A558A95F7FB}" dt="2024-09-04T08:08:54.758" v="277" actId="20577"/>
          <ac:spMkLst>
            <pc:docMk/>
            <pc:sldMk cId="907808500" sldId="346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34:55.993" v="489" actId="20577"/>
          <ac:spMkLst>
            <pc:docMk/>
            <pc:sldMk cId="907808500" sldId="346"/>
            <ac:spMk id="3" creationId="{C5022427-E586-BB33-79B8-472D3EFF5DCF}"/>
          </ac:spMkLst>
        </pc:spChg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192434328" sldId="347"/>
        </pc:sldMkLst>
      </pc:sldChg>
      <pc:sldChg chg="addSp modSp add del mod ord">
        <pc:chgData name="Heumen,Hans J.B.H.M. van" userId="357d3a60-27dc-42a3-bd03-172815e944eb" providerId="ADAL" clId="{864B808E-20C4-4A9A-85D7-3A558A95F7FB}" dt="2024-09-04T08:39:56.053" v="515" actId="47"/>
        <pc:sldMkLst>
          <pc:docMk/>
          <pc:sldMk cId="1491976530" sldId="347"/>
        </pc:sldMkLst>
        <pc:spChg chg="mod">
          <ac:chgData name="Heumen,Hans J.B.H.M. van" userId="357d3a60-27dc-42a3-bd03-172815e944eb" providerId="ADAL" clId="{864B808E-20C4-4A9A-85D7-3A558A95F7FB}" dt="2024-09-04T08:38:18.656" v="504" actId="20577"/>
          <ac:spMkLst>
            <pc:docMk/>
            <pc:sldMk cId="1491976530" sldId="347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39:18.777" v="507" actId="20577"/>
          <ac:spMkLst>
            <pc:docMk/>
            <pc:sldMk cId="1491976530" sldId="347"/>
            <ac:spMk id="3" creationId="{C5022427-E586-BB33-79B8-472D3EFF5DCF}"/>
          </ac:spMkLst>
        </pc:spChg>
        <pc:picChg chg="add">
          <ac:chgData name="Heumen,Hans J.B.H.M. van" userId="357d3a60-27dc-42a3-bd03-172815e944eb" providerId="ADAL" clId="{864B808E-20C4-4A9A-85D7-3A558A95F7FB}" dt="2024-09-04T08:39:18.939" v="508" actId="22"/>
          <ac:picMkLst>
            <pc:docMk/>
            <pc:sldMk cId="1491976530" sldId="347"/>
            <ac:picMk id="5" creationId="{B2A6CAEE-4810-F02B-86FD-5912486C81AB}"/>
          </ac:picMkLst>
        </pc:picChg>
      </pc:sldChg>
      <pc:sldChg chg="addSp delSp modSp new mod">
        <pc:chgData name="Heumen,Hans J.B.H.M. van" userId="357d3a60-27dc-42a3-bd03-172815e944eb" providerId="ADAL" clId="{864B808E-20C4-4A9A-85D7-3A558A95F7FB}" dt="2024-09-04T09:08:21.997" v="743" actId="20577"/>
        <pc:sldMkLst>
          <pc:docMk/>
          <pc:sldMk cId="2378365931" sldId="348"/>
        </pc:sldMkLst>
        <pc:spChg chg="mod">
          <ac:chgData name="Heumen,Hans J.B.H.M. van" userId="357d3a60-27dc-42a3-bd03-172815e944eb" providerId="ADAL" clId="{864B808E-20C4-4A9A-85D7-3A558A95F7FB}" dt="2024-09-04T08:40:06.672" v="523" actId="20577"/>
          <ac:spMkLst>
            <pc:docMk/>
            <pc:sldMk cId="2378365931" sldId="348"/>
            <ac:spMk id="2" creationId="{7DBD3E5C-DD62-B728-98F1-AB0C71E38402}"/>
          </ac:spMkLst>
        </pc:spChg>
        <pc:spChg chg="mod">
          <ac:chgData name="Heumen,Hans J.B.H.M. van" userId="357d3a60-27dc-42a3-bd03-172815e944eb" providerId="ADAL" clId="{864B808E-20C4-4A9A-85D7-3A558A95F7FB}" dt="2024-09-04T09:08:21.997" v="743" actId="20577"/>
          <ac:spMkLst>
            <pc:docMk/>
            <pc:sldMk cId="2378365931" sldId="348"/>
            <ac:spMk id="3" creationId="{16E71CA0-3BF5-2D1F-C05F-F9305FEE79AB}"/>
          </ac:spMkLst>
        </pc:spChg>
        <pc:spChg chg="del">
          <ac:chgData name="Heumen,Hans J.B.H.M. van" userId="357d3a60-27dc-42a3-bd03-172815e944eb" providerId="ADAL" clId="{864B808E-20C4-4A9A-85D7-3A558A95F7FB}" dt="2024-09-04T08:39:47.367" v="514"/>
          <ac:spMkLst>
            <pc:docMk/>
            <pc:sldMk cId="2378365931" sldId="348"/>
            <ac:spMk id="4" creationId="{83E5E68B-AAF8-D2A1-4D22-7CD2AF8ECB9E}"/>
          </ac:spMkLst>
        </pc:spChg>
        <pc:picChg chg="add mod">
          <ac:chgData name="Heumen,Hans J.B.H.M. van" userId="357d3a60-27dc-42a3-bd03-172815e944eb" providerId="ADAL" clId="{864B808E-20C4-4A9A-85D7-3A558A95F7FB}" dt="2024-09-04T08:51:48.689" v="700" actId="14100"/>
          <ac:picMkLst>
            <pc:docMk/>
            <pc:sldMk cId="2378365931" sldId="348"/>
            <ac:picMk id="5" creationId="{AB8572D7-417D-3126-EDCF-AA8D8FA8783B}"/>
          </ac:picMkLst>
        </pc:picChg>
        <pc:picChg chg="add mod">
          <ac:chgData name="Heumen,Hans J.B.H.M. van" userId="357d3a60-27dc-42a3-bd03-172815e944eb" providerId="ADAL" clId="{864B808E-20C4-4A9A-85D7-3A558A95F7FB}" dt="2024-09-04T08:50:45.997" v="636" actId="14100"/>
          <ac:picMkLst>
            <pc:docMk/>
            <pc:sldMk cId="2378365931" sldId="348"/>
            <ac:picMk id="7" creationId="{F597BEB4-E08F-603F-80C3-EA8248400F58}"/>
          </ac:picMkLst>
        </pc:picChg>
      </pc:sldChg>
      <pc:sldChg chg="modSp new mod">
        <pc:chgData name="Heumen,Hans J.B.H.M. van" userId="357d3a60-27dc-42a3-bd03-172815e944eb" providerId="ADAL" clId="{864B808E-20C4-4A9A-85D7-3A558A95F7FB}" dt="2024-09-04T08:57:44.970" v="734" actId="20577"/>
        <pc:sldMkLst>
          <pc:docMk/>
          <pc:sldMk cId="973961204" sldId="349"/>
        </pc:sldMkLst>
        <pc:spChg chg="mod">
          <ac:chgData name="Heumen,Hans J.B.H.M. van" userId="357d3a60-27dc-42a3-bd03-172815e944eb" providerId="ADAL" clId="{864B808E-20C4-4A9A-85D7-3A558A95F7FB}" dt="2024-09-04T08:57:44.970" v="734" actId="20577"/>
          <ac:spMkLst>
            <pc:docMk/>
            <pc:sldMk cId="973961204" sldId="349"/>
            <ac:spMk id="2" creationId="{23D97957-AAB0-E29D-E183-F29F88870DFF}"/>
          </ac:spMkLst>
        </pc:spChg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1375342933" sldId="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97957-AAB0-E29D-E183-F29F88870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continued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4546242-28B3-5DD3-8E8D-80964680C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6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92FCC-140A-88A3-20FD-B20B29B1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 (more formal)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022427-E586-BB33-79B8-472D3EFF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</a:t>
            </a:r>
          </a:p>
          <a:p>
            <a:pPr lvl="1"/>
            <a:r>
              <a:rPr lang="en-US" dirty="0"/>
              <a:t>Alphabet: nonempty set </a:t>
            </a:r>
            <a:r>
              <a:rPr lang="en-US" sz="2800" dirty="0"/>
              <a:t>∑ of symbols</a:t>
            </a:r>
          </a:p>
          <a:p>
            <a:pPr lvl="1"/>
            <a:r>
              <a:rPr lang="en-US" dirty="0"/>
              <a:t>Language: subset of </a:t>
            </a:r>
            <a:r>
              <a:rPr lang="en-US" sz="2800" dirty="0"/>
              <a:t>∑*</a:t>
            </a:r>
            <a:endParaRPr lang="en-US" dirty="0"/>
          </a:p>
          <a:p>
            <a:r>
              <a:rPr lang="en-US" dirty="0"/>
              <a:t>Grammar</a:t>
            </a:r>
          </a:p>
          <a:p>
            <a:pPr lvl="1"/>
            <a:r>
              <a:rPr lang="en-US" dirty="0"/>
              <a:t>A means to study language mathematically</a:t>
            </a:r>
          </a:p>
          <a:p>
            <a:pPr lvl="1"/>
            <a:r>
              <a:rPr lang="en-US" dirty="0"/>
              <a:t>Definition of grammar G =(V, T, S, P),</a:t>
            </a:r>
          </a:p>
          <a:p>
            <a:r>
              <a:rPr lang="en-US" dirty="0"/>
              <a:t>Automata</a:t>
            </a:r>
          </a:p>
          <a:p>
            <a:pPr lvl="1"/>
            <a:r>
              <a:rPr lang="en-US" dirty="0"/>
              <a:t>an abstract model of a digital computer</a:t>
            </a:r>
          </a:p>
        </p:txBody>
      </p:sp>
    </p:spTree>
    <p:extLst>
      <p:ext uri="{BB962C8B-B14F-4D97-AF65-F5344CB8AC3E}">
        <p14:creationId xmlns:p14="http://schemas.microsoft.com/office/powerpoint/2010/main" val="35574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92FCC-140A-88A3-20FD-B20B29B1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022427-E586-BB33-79B8-472D3EFF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 =(V, T, S, P),</a:t>
            </a:r>
          </a:p>
          <a:p>
            <a:pPr lvl="1"/>
            <a:r>
              <a:rPr lang="en-US" sz="2400" dirty="0"/>
              <a:t>V is a finite set of objects called variables,</a:t>
            </a:r>
          </a:p>
          <a:p>
            <a:pPr lvl="1"/>
            <a:r>
              <a:rPr lang="en-US" sz="2400" dirty="0"/>
              <a:t>T is a finite set of objects called terminal symbols,</a:t>
            </a:r>
          </a:p>
          <a:p>
            <a:pPr lvl="1"/>
            <a:r>
              <a:rPr lang="en-US" sz="2400" dirty="0"/>
              <a:t>S ∈ V is a special symbol called the start variable,</a:t>
            </a:r>
          </a:p>
          <a:p>
            <a:pPr lvl="1"/>
            <a:r>
              <a:rPr lang="en-US" sz="2400" dirty="0"/>
              <a:t>P is a finite set of productions.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The set of all such terminal strings is the language defined or generated by the grammar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9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92FCC-140A-88A3-20FD-B20B29B1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sample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022427-E586-BB33-79B8-472D3EFF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 = ({A, S}, {a, b}, S, P)</a:t>
            </a:r>
          </a:p>
          <a:p>
            <a:pPr marL="457200" lvl="1" indent="0">
              <a:buNone/>
            </a:pPr>
            <a:r>
              <a:rPr lang="en-US" dirty="0"/>
              <a:t>With P given by:</a:t>
            </a:r>
          </a:p>
          <a:p>
            <a:pPr lvl="2"/>
            <a:r>
              <a:rPr lang="en-US" dirty="0"/>
              <a:t>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/>
              <a:t> </a:t>
            </a:r>
            <a:r>
              <a:rPr lang="en-US" dirty="0" err="1"/>
              <a:t>aAb</a:t>
            </a:r>
            <a:r>
              <a:rPr lang="en-US" dirty="0"/>
              <a:t> |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</a:p>
          <a:p>
            <a:pPr lvl="2"/>
            <a:r>
              <a:rPr lang="en-US" dirty="0"/>
              <a:t>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/>
              <a:t> </a:t>
            </a:r>
            <a:r>
              <a:rPr lang="en-US" dirty="0" err="1"/>
              <a:t>aAb</a:t>
            </a:r>
            <a:r>
              <a:rPr lang="en-US" dirty="0"/>
              <a:t> |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productions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 =&gt; λ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 =&gt;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aAb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=&gt; ab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 =&gt;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aAb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=&gt;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aaAbb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=&gt;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aaaAbbb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=&gt;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L(G) = {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≥ 0}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0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D3E5C-DD62-B728-98F1-AB0C71E3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6E71CA0-3BF5-2D1F-C05F-F9305FEE7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74848" cy="4525963"/>
          </a:xfrm>
        </p:spPr>
        <p:txBody>
          <a:bodyPr/>
          <a:lstStyle/>
          <a:p>
            <a:r>
              <a:rPr lang="en-US" dirty="0"/>
              <a:t>An automation is an abstract model of a digital computer</a:t>
            </a:r>
          </a:p>
          <a:p>
            <a:r>
              <a:rPr lang="en-US" dirty="0"/>
              <a:t>Automation can be described by </a:t>
            </a:r>
          </a:p>
          <a:p>
            <a:pPr lvl="1"/>
            <a:r>
              <a:rPr lang="en-US" dirty="0"/>
              <a:t>Grammar</a:t>
            </a:r>
          </a:p>
          <a:p>
            <a:pPr lvl="1"/>
            <a:r>
              <a:rPr lang="en-US" dirty="0"/>
              <a:t>By state transition diagram </a:t>
            </a:r>
          </a:p>
          <a:p>
            <a:pPr lvl="2"/>
            <a:r>
              <a:rPr lang="en-US" dirty="0"/>
              <a:t>Sample accepter accepts all legal C identifiers </a:t>
            </a:r>
          </a:p>
          <a:p>
            <a:pPr lvl="1"/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B8572D7-417D-3126-EDCF-AA8D8FA878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3152" y="1638096"/>
            <a:ext cx="3897435" cy="233097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597BEB4-E08F-603F-80C3-EA8248400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72" y="4593706"/>
            <a:ext cx="3096696" cy="196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65931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217</Words>
  <Application>Microsoft Office PowerPoint</Application>
  <PresentationFormat>Diavoorstelling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8" baseType="lpstr">
      <vt:lpstr>Arial</vt:lpstr>
      <vt:lpstr>Standaardontwerp</vt:lpstr>
      <vt:lpstr>Automata</vt:lpstr>
      <vt:lpstr>Introduction continued</vt:lpstr>
      <vt:lpstr>Basic concepts (more formal)</vt:lpstr>
      <vt:lpstr>Grammar</vt:lpstr>
      <vt:lpstr>Grammar sample</vt:lpstr>
      <vt:lpstr>Automata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2024-09-04T09:09:09Z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