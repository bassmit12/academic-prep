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8"/>
  </p:notesMasterIdLst>
  <p:handoutMasterIdLst>
    <p:handoutMasterId r:id="rId9"/>
  </p:handoutMasterIdLst>
  <p:sldIdLst>
    <p:sldId id="343" r:id="rId5"/>
    <p:sldId id="351" r:id="rId6"/>
    <p:sldId id="285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1039" autoAdjust="0"/>
  </p:normalViewPr>
  <p:slideViewPr>
    <p:cSldViewPr>
      <p:cViewPr varScale="1">
        <p:scale>
          <a:sx n="142" d="100"/>
          <a:sy n="142" d="100"/>
        </p:scale>
        <p:origin x="126" y="426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FF2DDD22-4DED-4D7B-A2A3-60848BFC7164}"/>
    <pc:docChg chg="modSld">
      <pc:chgData name="Heumen,Hans J.B.H.M. van" userId="357d3a60-27dc-42a3-bd03-172815e944eb" providerId="ADAL" clId="{FF2DDD22-4DED-4D7B-A2A3-60848BFC7164}" dt="2024-09-02T13:39:53.777" v="1" actId="20577"/>
      <pc:docMkLst>
        <pc:docMk/>
      </pc:docMkLst>
      <pc:sldChg chg="modSp mod">
        <pc:chgData name="Heumen,Hans J.B.H.M. van" userId="357d3a60-27dc-42a3-bd03-172815e944eb" providerId="ADAL" clId="{FF2DDD22-4DED-4D7B-A2A3-60848BFC7164}" dt="2024-09-02T13:39:53.777" v="1" actId="20577"/>
        <pc:sldMkLst>
          <pc:docMk/>
          <pc:sldMk cId="812219976" sldId="285"/>
        </pc:sldMkLst>
        <pc:graphicFrameChg chg="modGraphic">
          <ac:chgData name="Heumen,Hans J.B.H.M. van" userId="357d3a60-27dc-42a3-bd03-172815e944eb" providerId="ADAL" clId="{FF2DDD22-4DED-4D7B-A2A3-60848BFC7164}" dt="2024-09-02T13:39:53.777" v="1" actId="20577"/>
          <ac:graphicFrameMkLst>
            <pc:docMk/>
            <pc:sldMk cId="812219976" sldId="285"/>
            <ac:graphicFrameMk id="4" creationId="{00000000-0000-0000-0000-000000000000}"/>
          </ac:graphicFrameMkLst>
        </pc:graphicFrameChg>
      </pc:sldChg>
    </pc:docChg>
  </pc:docChgLst>
  <pc:docChgLst>
    <pc:chgData name="Heumen,Hans J.B.H.M. van" userId="357d3a60-27dc-42a3-bd03-172815e944eb" providerId="ADAL" clId="{3C778B0B-F222-4171-A017-DCBE5536ACC9}"/>
    <pc:docChg chg="undo custSel addSld delSld modSld">
      <pc:chgData name="Heumen,Hans J.B.H.M. van" userId="357d3a60-27dc-42a3-bd03-172815e944eb" providerId="ADAL" clId="{3C778B0B-F222-4171-A017-DCBE5536ACC9}" dt="2024-09-09T09:12:33.019" v="353" actId="20577"/>
      <pc:docMkLst>
        <pc:docMk/>
      </pc:docMkLst>
      <pc:sldChg chg="add del">
        <pc:chgData name="Heumen,Hans J.B.H.M. van" userId="357d3a60-27dc-42a3-bd03-172815e944eb" providerId="ADAL" clId="{3C778B0B-F222-4171-A017-DCBE5536ACC9}" dt="2024-09-02T11:26:11.243" v="287" actId="47"/>
        <pc:sldMkLst>
          <pc:docMk/>
          <pc:sldMk cId="1691019588" sldId="284"/>
        </pc:sldMkLst>
      </pc:sldChg>
      <pc:sldChg chg="addSp delSp modSp add mod">
        <pc:chgData name="Heumen,Hans J.B.H.M. van" userId="357d3a60-27dc-42a3-bd03-172815e944eb" providerId="ADAL" clId="{3C778B0B-F222-4171-A017-DCBE5536ACC9}" dt="2024-09-09T09:12:33.019" v="353" actId="20577"/>
        <pc:sldMkLst>
          <pc:docMk/>
          <pc:sldMk cId="812219976" sldId="285"/>
        </pc:sldMkLst>
        <pc:spChg chg="mod">
          <ac:chgData name="Heumen,Hans J.B.H.M. van" userId="357d3a60-27dc-42a3-bd03-172815e944eb" providerId="ADAL" clId="{3C778B0B-F222-4171-A017-DCBE5536ACC9}" dt="2024-09-09T09:12:33.019" v="353" actId="20577"/>
          <ac:spMkLst>
            <pc:docMk/>
            <pc:sldMk cId="812219976" sldId="285"/>
            <ac:spMk id="2" creationId="{00000000-0000-0000-0000-000000000000}"/>
          </ac:spMkLst>
        </pc:spChg>
        <pc:spChg chg="add del mod">
          <ac:chgData name="Heumen,Hans J.B.H.M. van" userId="357d3a60-27dc-42a3-bd03-172815e944eb" providerId="ADAL" clId="{3C778B0B-F222-4171-A017-DCBE5536ACC9}" dt="2024-09-09T09:12:08.485" v="317" actId="478"/>
          <ac:spMkLst>
            <pc:docMk/>
            <pc:sldMk cId="812219976" sldId="285"/>
            <ac:spMk id="3" creationId="{3ACA9624-9A71-E6F3-E38D-E16DEB890A4C}"/>
          </ac:spMkLst>
        </pc:spChg>
        <pc:spChg chg="add del mod">
          <ac:chgData name="Heumen,Hans J.B.H.M. van" userId="357d3a60-27dc-42a3-bd03-172815e944eb" providerId="ADAL" clId="{3C778B0B-F222-4171-A017-DCBE5536ACC9}" dt="2024-09-09T09:11:29.669" v="310" actId="478"/>
          <ac:spMkLst>
            <pc:docMk/>
            <pc:sldMk cId="812219976" sldId="285"/>
            <ac:spMk id="5" creationId="{10F13DF4-56A7-CC5B-2483-8C1892BF8874}"/>
          </ac:spMkLst>
        </pc:spChg>
        <pc:spChg chg="add del mod">
          <ac:chgData name="Heumen,Hans J.B.H.M. van" userId="357d3a60-27dc-42a3-bd03-172815e944eb" providerId="ADAL" clId="{3C778B0B-F222-4171-A017-DCBE5536ACC9}" dt="2024-09-09T09:11:34.664" v="312" actId="21"/>
          <ac:spMkLst>
            <pc:docMk/>
            <pc:sldMk cId="812219976" sldId="285"/>
            <ac:spMk id="7" creationId="{D0AB39FF-BBE0-03E9-C5A0-6242BEE06593}"/>
          </ac:spMkLst>
        </pc:spChg>
        <pc:spChg chg="add mod">
          <ac:chgData name="Heumen,Hans J.B.H.M. van" userId="357d3a60-27dc-42a3-bd03-172815e944eb" providerId="ADAL" clId="{3C778B0B-F222-4171-A017-DCBE5536ACC9}" dt="2024-09-09T09:12:24.686" v="340" actId="20577"/>
          <ac:spMkLst>
            <pc:docMk/>
            <pc:sldMk cId="812219976" sldId="285"/>
            <ac:spMk id="8" creationId="{71D771C6-6625-1062-7A19-232CFF76BB09}"/>
          </ac:spMkLst>
        </pc:spChg>
        <pc:graphicFrameChg chg="del mod modGraphic">
          <ac:chgData name="Heumen,Hans J.B.H.M. van" userId="357d3a60-27dc-42a3-bd03-172815e944eb" providerId="ADAL" clId="{3C778B0B-F222-4171-A017-DCBE5536ACC9}" dt="2024-09-09T09:11:09.585" v="288" actId="478"/>
          <ac:graphicFrameMkLst>
            <pc:docMk/>
            <pc:sldMk cId="812219976" sldId="285"/>
            <ac:graphicFrameMk id="4" creationId="{00000000-0000-0000-0000-000000000000}"/>
          </ac:graphicFrameMkLst>
        </pc:graphicFrameChg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3833983145" sldId="323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3334751044" sldId="325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741171790" sldId="341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899385015" sldId="344"/>
        </pc:sldMkLst>
      </pc:sldChg>
      <pc:sldChg chg="del">
        <pc:chgData name="Heumen,Hans J.B.H.M. van" userId="357d3a60-27dc-42a3-bd03-172815e944eb" providerId="ADAL" clId="{3C778B0B-F222-4171-A017-DCBE5536ACC9}" dt="2024-09-01T11:32:49.16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92434328" sldId="347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3C778B0B-F222-4171-A017-DCBE5536ACC9}" dt="2024-09-01T11:31:27.166" v="0" actId="47"/>
        <pc:sldMkLst>
          <pc:docMk/>
          <pc:sldMk cId="1743241677" sldId="35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6490A4-71D0-43B6-A632-F02D13E6AF8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12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</a:t>
            </a:r>
            <a:r>
              <a:rPr lang="nl-NL" dirty="0" err="1"/>
              <a:t>Outline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Grammars</a:t>
            </a:r>
          </a:p>
          <a:p>
            <a:r>
              <a:rPr lang="nl-NL" dirty="0"/>
              <a:t>ANTLR</a:t>
            </a:r>
          </a:p>
          <a:p>
            <a:r>
              <a:rPr lang="nl-NL" dirty="0" err="1"/>
              <a:t>Expressions</a:t>
            </a:r>
            <a:endParaRPr lang="nl-NL" dirty="0"/>
          </a:p>
          <a:p>
            <a:r>
              <a:rPr lang="nl-NL" dirty="0"/>
              <a:t>Variables</a:t>
            </a:r>
          </a:p>
          <a:p>
            <a:r>
              <a:rPr lang="nl-NL" dirty="0" err="1"/>
              <a:t>Conditions</a:t>
            </a:r>
            <a:r>
              <a:rPr lang="nl-NL" dirty="0"/>
              <a:t> </a:t>
            </a:r>
          </a:p>
          <a:p>
            <a:r>
              <a:rPr lang="nl-NL" dirty="0" err="1"/>
              <a:t>Functions</a:t>
            </a:r>
            <a:endParaRPr lang="nl-NL" dirty="0"/>
          </a:p>
          <a:p>
            <a:r>
              <a:rPr lang="nl-NL" dirty="0" err="1"/>
              <a:t>Exams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9424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nl-NL" dirty="0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71D771C6-6625-1062-7A19-232CFF76B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Canvas</a:t>
            </a:r>
          </a:p>
        </p:txBody>
      </p:sp>
    </p:spTree>
    <p:extLst>
      <p:ext uri="{BB962C8B-B14F-4D97-AF65-F5344CB8AC3E}">
        <p14:creationId xmlns:p14="http://schemas.microsoft.com/office/powerpoint/2010/main" val="812219976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385</TotalTime>
  <Words>20</Words>
  <Application>Microsoft Office PowerPoint</Application>
  <PresentationFormat>Diavoorstelling (4:3)</PresentationFormat>
  <Paragraphs>14</Paragraphs>
  <Slides>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1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5" baseType="lpstr">
      <vt:lpstr>Arial</vt:lpstr>
      <vt:lpstr>Standaardontwerp</vt:lpstr>
      <vt:lpstr>Automata</vt:lpstr>
      <vt:lpstr>Course Outline</vt:lpstr>
      <vt:lpstr>Planning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2024-09-09T09:12:35Z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