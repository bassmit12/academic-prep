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20"/>
  </p:notesMasterIdLst>
  <p:handoutMasterIdLst>
    <p:handoutMasterId r:id="rId21"/>
  </p:handoutMasterIdLst>
  <p:sldIdLst>
    <p:sldId id="343" r:id="rId5"/>
    <p:sldId id="345" r:id="rId6"/>
    <p:sldId id="344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7" r:id="rId16"/>
    <p:sldId id="354" r:id="rId17"/>
    <p:sldId id="355" r:id="rId18"/>
    <p:sldId id="356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563366-2EB2-4A34-BF5E-E18B5779C5D6}" v="1" dt="2025-06-02T09:23:43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 autoAdjust="0"/>
    <p:restoredTop sz="91039" autoAdjust="0"/>
  </p:normalViewPr>
  <p:slideViewPr>
    <p:cSldViewPr>
      <p:cViewPr varScale="1">
        <p:scale>
          <a:sx n="138" d="100"/>
          <a:sy n="138" d="100"/>
        </p:scale>
        <p:origin x="678" y="132"/>
      </p:cViewPr>
      <p:guideLst>
        <p:guide orient="horz" pos="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0E113807-9CA3-445F-A5CD-0A567570384E}"/>
    <pc:docChg chg="addSld modSld">
      <pc:chgData name="Heumen,Hans J.B.H.M. van" userId="357d3a60-27dc-42a3-bd03-172815e944eb" providerId="ADAL" clId="{0E113807-9CA3-445F-A5CD-0A567570384E}" dt="2024-09-02T12:46:50.434" v="25" actId="20577"/>
      <pc:docMkLst>
        <pc:docMk/>
      </pc:docMkLst>
      <pc:sldChg chg="modSp new mod">
        <pc:chgData name="Heumen,Hans J.B.H.M. van" userId="357d3a60-27dc-42a3-bd03-172815e944eb" providerId="ADAL" clId="{0E113807-9CA3-445F-A5CD-0A567570384E}" dt="2024-09-02T12:46:50.434" v="25" actId="2057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602527C1-0509-4B58-8E1C-2D6B4B375E02}"/>
    <pc:docChg chg="custSel addSld delSld modSld">
      <pc:chgData name="Heumen,Hans J.B.H.M. van" userId="357d3a60-27dc-42a3-bd03-172815e944eb" providerId="ADAL" clId="{602527C1-0509-4B58-8E1C-2D6B4B375E02}" dt="2024-09-04T09:12:44.759" v="296" actId="47"/>
      <pc:docMkLst>
        <pc:docMk/>
      </pc:docMkLst>
      <pc:sldChg chg="modSp mod">
        <pc:chgData name="Heumen,Hans J.B.H.M. van" userId="357d3a60-27dc-42a3-bd03-172815e944eb" providerId="ADAL" clId="{602527C1-0509-4B58-8E1C-2D6B4B375E02}" dt="2024-09-02T09:20:05.828" v="185" actId="1076"/>
        <pc:sldMkLst>
          <pc:docMk/>
          <pc:sldMk cId="2860095100" sldId="312"/>
        </pc:sldMkLst>
      </pc:sldChg>
      <pc:sldChg chg="modNotesTx">
        <pc:chgData name="Heumen,Hans J.B.H.M. van" userId="357d3a60-27dc-42a3-bd03-172815e944eb" providerId="ADAL" clId="{602527C1-0509-4B58-8E1C-2D6B4B375E02}" dt="2024-09-02T09:35:13.009" v="187"/>
        <pc:sldMkLst>
          <pc:docMk/>
          <pc:sldMk cId="176712880" sldId="318"/>
        </pc:sldMkLst>
      </pc:sldChg>
      <pc:sldChg chg="delSp modSp del mod">
        <pc:chgData name="Heumen,Hans J.B.H.M. van" userId="357d3a60-27dc-42a3-bd03-172815e944eb" providerId="ADAL" clId="{602527C1-0509-4B58-8E1C-2D6B4B375E02}" dt="2024-09-04T09:12:42.028" v="294" actId="47"/>
        <pc:sldMkLst>
          <pc:docMk/>
          <pc:sldMk cId="3833983145" sldId="323"/>
        </pc:sldMkLst>
      </pc:sldChg>
      <pc:sldChg chg="del">
        <pc:chgData name="Heumen,Hans J.B.H.M. van" userId="357d3a60-27dc-42a3-bd03-172815e944eb" providerId="ADAL" clId="{602527C1-0509-4B58-8E1C-2D6B4B375E02}" dt="2024-09-04T09:12:43.674" v="295" actId="47"/>
        <pc:sldMkLst>
          <pc:docMk/>
          <pc:sldMk cId="3334751044" sldId="325"/>
        </pc:sldMkLst>
      </pc:sldChg>
      <pc:sldChg chg="modNotesTx">
        <pc:chgData name="Heumen,Hans J.B.H.M. van" userId="357d3a60-27dc-42a3-bd03-172815e944eb" providerId="ADAL" clId="{602527C1-0509-4B58-8E1C-2D6B4B375E02}" dt="2024-09-02T09:36:18.986" v="191"/>
        <pc:sldMkLst>
          <pc:docMk/>
          <pc:sldMk cId="1306616737" sldId="333"/>
        </pc:sldMkLst>
      </pc:sldChg>
      <pc:sldChg chg="addSp modSp mod modNotesTx">
        <pc:chgData name="Heumen,Hans J.B.H.M. van" userId="357d3a60-27dc-42a3-bd03-172815e944eb" providerId="ADAL" clId="{602527C1-0509-4B58-8E1C-2D6B4B375E02}" dt="2024-09-02T09:49:06.485" v="287" actId="1076"/>
        <pc:sldMkLst>
          <pc:docMk/>
          <pc:sldMk cId="2741171790" sldId="341"/>
        </pc:sldMkLst>
      </pc:sldChg>
      <pc:sldChg chg="addSp modSp mod">
        <pc:chgData name="Heumen,Hans J.B.H.M. van" userId="357d3a60-27dc-42a3-bd03-172815e944eb" providerId="ADAL" clId="{602527C1-0509-4B58-8E1C-2D6B4B375E02}" dt="2024-09-02T09:53:17.878" v="289" actId="20577"/>
        <pc:sldMkLst>
          <pc:docMk/>
          <pc:sldMk cId="899385015" sldId="344"/>
        </pc:sldMkLst>
      </pc:sldChg>
      <pc:sldChg chg="del">
        <pc:chgData name="Heumen,Hans J.B.H.M. van" userId="357d3a60-27dc-42a3-bd03-172815e944eb" providerId="ADAL" clId="{602527C1-0509-4B58-8E1C-2D6B4B375E02}" dt="2024-09-01T11:31:49.60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602527C1-0509-4B58-8E1C-2D6B4B375E02}" dt="2024-09-04T09:12:44.759" v="296" actId="47"/>
        <pc:sldMkLst>
          <pc:docMk/>
          <pc:sldMk cId="192434328" sldId="347"/>
        </pc:sldMkLst>
      </pc:sldChg>
      <pc:sldChg chg="del">
        <pc:chgData name="Heumen,Hans J.B.H.M. van" userId="357d3a60-27dc-42a3-bd03-172815e944eb" providerId="ADAL" clId="{602527C1-0509-4B58-8E1C-2D6B4B375E02}" dt="2024-09-01T11:31:47.743" v="0" actId="47"/>
        <pc:sldMkLst>
          <pc:docMk/>
          <pc:sldMk cId="2494241489" sldId="351"/>
        </pc:sldMkLst>
      </pc:sldChg>
      <pc:sldChg chg="add del">
        <pc:chgData name="Heumen,Hans J.B.H.M. van" userId="357d3a60-27dc-42a3-bd03-172815e944eb" providerId="ADAL" clId="{602527C1-0509-4B58-8E1C-2D6B4B375E02}" dt="2024-09-02T09:57:27.917" v="291"/>
        <pc:sldMkLst>
          <pc:docMk/>
          <pc:sldMk cId="3030877551" sldId="356"/>
        </pc:sldMkLst>
      </pc:sldChg>
      <pc:sldChg chg="add del">
        <pc:chgData name="Heumen,Hans J.B.H.M. van" userId="357d3a60-27dc-42a3-bd03-172815e944eb" providerId="ADAL" clId="{602527C1-0509-4B58-8E1C-2D6B4B375E02}" dt="2024-09-02T09:53:32.626" v="290" actId="47"/>
        <pc:sldMkLst>
          <pc:docMk/>
          <pc:sldMk cId="115030416" sldId="359"/>
        </pc:sldMkLst>
      </pc:sldChg>
      <pc:sldChg chg="modSp new mod">
        <pc:chgData name="Heumen,Hans J.B.H.M. van" userId="357d3a60-27dc-42a3-bd03-172815e944eb" providerId="ADAL" clId="{602527C1-0509-4B58-8E1C-2D6B4B375E02}" dt="2024-09-02T09:09:29.603" v="184" actId="20578"/>
        <pc:sldMkLst>
          <pc:docMk/>
          <pc:sldMk cId="1491618549" sldId="360"/>
        </pc:sldMkLst>
      </pc:sldChg>
    </pc:docChg>
  </pc:docChgLst>
  <pc:docChgLst>
    <pc:chgData name="Heumen,Hans J.B.H.M. van" userId="357d3a60-27dc-42a3-bd03-172815e944eb" providerId="ADAL" clId="{0BC3AD57-20B8-4B3A-A723-6D2FCFA735B8}"/>
    <pc:docChg chg="undo custSel addSld delSld modSld">
      <pc:chgData name="Heumen,Hans J.B.H.M. van" userId="357d3a60-27dc-42a3-bd03-172815e944eb" providerId="ADAL" clId="{0BC3AD57-20B8-4B3A-A723-6D2FCFA735B8}" dt="2024-09-22T09:19:00.572" v="923" actId="20577"/>
      <pc:docMkLst>
        <pc:docMk/>
      </pc:docMkLst>
      <pc:sldChg chg="modSp add mod">
        <pc:chgData name="Heumen,Hans J.B.H.M. van" userId="357d3a60-27dc-42a3-bd03-172815e944eb" providerId="ADAL" clId="{0BC3AD57-20B8-4B3A-A723-6D2FCFA735B8}" dt="2024-09-21T07:04:43.114" v="851" actId="20577"/>
        <pc:sldMkLst>
          <pc:docMk/>
          <pc:sldMk cId="876110591" sldId="280"/>
        </pc:sldMkLst>
      </pc:sldChg>
      <pc:sldChg chg="modSp new mod">
        <pc:chgData name="Heumen,Hans J.B.H.M. van" userId="357d3a60-27dc-42a3-bd03-172815e944eb" providerId="ADAL" clId="{0BC3AD57-20B8-4B3A-A723-6D2FCFA735B8}" dt="2024-09-22T09:19:00.572" v="923" actId="20577"/>
        <pc:sldMkLst>
          <pc:docMk/>
          <pc:sldMk cId="1316010198" sldId="344"/>
        </pc:sldMkLst>
      </pc:sldChg>
      <pc:sldChg chg="modSp add mod">
        <pc:chgData name="Heumen,Hans J.B.H.M. van" userId="357d3a60-27dc-42a3-bd03-172815e944eb" providerId="ADAL" clId="{0BC3AD57-20B8-4B3A-A723-6D2FCFA735B8}" dt="2024-09-21T07:05:11.674" v="853" actId="20577"/>
        <pc:sldMkLst>
          <pc:docMk/>
          <pc:sldMk cId="3679204214" sldId="345"/>
        </pc:sldMkLst>
      </pc:sldChg>
      <pc:sldChg chg="modSp add mod">
        <pc:chgData name="Heumen,Hans J.B.H.M. van" userId="357d3a60-27dc-42a3-bd03-172815e944eb" providerId="ADAL" clId="{0BC3AD57-20B8-4B3A-A723-6D2FCFA735B8}" dt="2024-09-20T09:32:04.494" v="256" actId="20577"/>
        <pc:sldMkLst>
          <pc:docMk/>
          <pc:sldMk cId="3099931907" sldId="346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343771398" sldId="347"/>
        </pc:sldMkLst>
      </pc:sldChg>
      <pc:sldChg chg="modSp add mod">
        <pc:chgData name="Heumen,Hans J.B.H.M. van" userId="357d3a60-27dc-42a3-bd03-172815e944eb" providerId="ADAL" clId="{0BC3AD57-20B8-4B3A-A723-6D2FCFA735B8}" dt="2024-09-21T06:47:10.611" v="813"/>
        <pc:sldMkLst>
          <pc:docMk/>
          <pc:sldMk cId="1741734347" sldId="347"/>
        </pc:sldMkLst>
      </pc:sldChg>
      <pc:sldChg chg="modSp add mod">
        <pc:chgData name="Heumen,Hans J.B.H.M. van" userId="357d3a60-27dc-42a3-bd03-172815e944eb" providerId="ADAL" clId="{0BC3AD57-20B8-4B3A-A723-6D2FCFA735B8}" dt="2024-09-20T09:47:23.647" v="607" actId="20577"/>
        <pc:sldMkLst>
          <pc:docMk/>
          <pc:sldMk cId="950063441" sldId="348"/>
        </pc:sldMkLst>
      </pc:sldChg>
      <pc:sldChg chg="modSp add mod">
        <pc:chgData name="Heumen,Hans J.B.H.M. van" userId="357d3a60-27dc-42a3-bd03-172815e944eb" providerId="ADAL" clId="{0BC3AD57-20B8-4B3A-A723-6D2FCFA735B8}" dt="2024-09-21T08:05:59.180" v="921" actId="20577"/>
        <pc:sldMkLst>
          <pc:docMk/>
          <pc:sldMk cId="3315515129" sldId="349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215228781" sldId="351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2792390290" sldId="353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2966997610" sldId="354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444087917" sldId="355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729248243" sldId="356"/>
        </pc:sldMkLst>
      </pc:sldChg>
    </pc:docChg>
  </pc:docChgLst>
  <pc:docChgLst>
    <pc:chgData name="Heumen,Hans J.B.H.M. van" userId="357d3a60-27dc-42a3-bd03-172815e944eb" providerId="ADAL" clId="{CCBAF4AD-5676-474A-A1B4-F01B4586C517}"/>
    <pc:docChg chg="custSel modSld">
      <pc:chgData name="Heumen,Hans J.B.H.M. van" userId="357d3a60-27dc-42a3-bd03-172815e944eb" providerId="ADAL" clId="{CCBAF4AD-5676-474A-A1B4-F01B4586C517}" dt="2024-09-10T12:59:20.651" v="8" actId="1076"/>
      <pc:docMkLst>
        <pc:docMk/>
      </pc:docMkLst>
      <pc:sldChg chg="addSp delSp modSp mod">
        <pc:chgData name="Heumen,Hans J.B.H.M. van" userId="357d3a60-27dc-42a3-bd03-172815e944eb" providerId="ADAL" clId="{CCBAF4AD-5676-474A-A1B4-F01B4586C517}" dt="2024-09-10T12:59:20.651" v="8" actId="1076"/>
        <pc:sldMkLst>
          <pc:docMk/>
          <pc:sldMk cId="1978844259" sldId="345"/>
        </pc:sldMkLst>
      </pc:sldChg>
      <pc:sldChg chg="addSp delSp modSp mod">
        <pc:chgData name="Heumen,Hans J.B.H.M. van" userId="357d3a60-27dc-42a3-bd03-172815e944eb" providerId="ADAL" clId="{CCBAF4AD-5676-474A-A1B4-F01B4586C517}" dt="2024-09-10T12:59:13.350" v="5" actId="21"/>
        <pc:sldMkLst>
          <pc:docMk/>
          <pc:sldMk cId="779908004" sldId="346"/>
        </pc:sldMkLst>
      </pc:sldChg>
    </pc:docChg>
  </pc:docChgLst>
  <pc:docChgLst>
    <pc:chgData name="Heumen,Hans J.B.H.M. van" userId="357d3a60-27dc-42a3-bd03-172815e944eb" providerId="ADAL" clId="{7C563366-2EB2-4A34-BF5E-E18B5779C5D6}"/>
    <pc:docChg chg="addSld modSld sldOrd">
      <pc:chgData name="Heumen,Hans J.B.H.M. van" userId="357d3a60-27dc-42a3-bd03-172815e944eb" providerId="ADAL" clId="{7C563366-2EB2-4A34-BF5E-E18B5779C5D6}" dt="2025-06-02T09:27:54.022" v="48" actId="20577"/>
      <pc:docMkLst>
        <pc:docMk/>
      </pc:docMkLst>
      <pc:sldChg chg="modSp add mod ord">
        <pc:chgData name="Heumen,Hans J.B.H.M. van" userId="357d3a60-27dc-42a3-bd03-172815e944eb" providerId="ADAL" clId="{7C563366-2EB2-4A34-BF5E-E18B5779C5D6}" dt="2025-06-02T09:27:54.022" v="48" actId="20577"/>
        <pc:sldMkLst>
          <pc:docMk/>
          <pc:sldMk cId="3296291081" sldId="357"/>
        </pc:sldMkLst>
        <pc:spChg chg="mod">
          <ac:chgData name="Heumen,Hans J.B.H.M. van" userId="357d3a60-27dc-42a3-bd03-172815e944eb" providerId="ADAL" clId="{7C563366-2EB2-4A34-BF5E-E18B5779C5D6}" dt="2025-06-02T09:27:54.022" v="48" actId="20577"/>
          <ac:spMkLst>
            <pc:docMk/>
            <pc:sldMk cId="3296291081" sldId="357"/>
            <ac:spMk id="2" creationId="{1289E0C8-0E0C-7BEC-0610-626FC39C3075}"/>
          </ac:spMkLst>
        </pc:spChg>
        <pc:spChg chg="mod">
          <ac:chgData name="Heumen,Hans J.B.H.M. van" userId="357d3a60-27dc-42a3-bd03-172815e944eb" providerId="ADAL" clId="{7C563366-2EB2-4A34-BF5E-E18B5779C5D6}" dt="2025-06-02T09:26:43.453" v="46" actId="20577"/>
          <ac:spMkLst>
            <pc:docMk/>
            <pc:sldMk cId="3296291081" sldId="357"/>
            <ac:spMk id="3" creationId="{0FD161AA-E538-B135-C573-B01330A1ECC8}"/>
          </ac:spMkLst>
        </pc:spChg>
      </pc:sldChg>
    </pc:docChg>
  </pc:docChgLst>
  <pc:docChgLst>
    <pc:chgData name="Heumen,Hans J.B.H.M. van" userId="357d3a60-27dc-42a3-bd03-172815e944eb" providerId="ADAL" clId="{0ED251DA-114D-43BC-821F-8AC0ED795253}"/>
    <pc:docChg chg="undo custSel addSld delSld modSld">
      <pc:chgData name="Heumen,Hans J.B.H.M. van" userId="357d3a60-27dc-42a3-bd03-172815e944eb" providerId="ADAL" clId="{0ED251DA-114D-43BC-821F-8AC0ED795253}" dt="2024-09-10T15:43:11.561" v="316" actId="208"/>
      <pc:docMkLst>
        <pc:docMk/>
      </pc:docMkLst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741171790" sldId="341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899385015" sldId="344"/>
        </pc:sldMkLst>
      </pc:sldChg>
      <pc:sldChg chg="modSp new mod">
        <pc:chgData name="Heumen,Hans J.B.H.M. van" userId="357d3a60-27dc-42a3-bd03-172815e944eb" providerId="ADAL" clId="{0ED251DA-114D-43BC-821F-8AC0ED795253}" dt="2024-09-09T11:49:16.084" v="16" actId="20577"/>
        <pc:sldMkLst>
          <pc:docMk/>
          <pc:sldMk cId="2749120552" sldId="344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08.608" v="314" actId="47"/>
        <pc:sldMkLst>
          <pc:docMk/>
          <pc:sldMk cId="1978844259" sldId="345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22.543" v="315" actId="47"/>
        <pc:sldMkLst>
          <pc:docMk/>
          <pc:sldMk cId="779908004" sldId="346"/>
        </pc:sldMkLst>
      </pc:sldChg>
      <pc:sldChg chg="modSp new mod">
        <pc:chgData name="Heumen,Hans J.B.H.M. van" userId="357d3a60-27dc-42a3-bd03-172815e944eb" providerId="ADAL" clId="{0ED251DA-114D-43BC-821F-8AC0ED795253}" dt="2024-09-09T11:53:01.644" v="100" actId="20577"/>
        <pc:sldMkLst>
          <pc:docMk/>
          <pc:sldMk cId="343771398" sldId="347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07.362" v="313" actId="47"/>
        <pc:sldMkLst>
          <pc:docMk/>
          <pc:sldMk cId="2225486896" sldId="348"/>
        </pc:sldMkLst>
      </pc:sldChg>
      <pc:sldChg chg="addSp delSp modSp new mod">
        <pc:chgData name="Heumen,Hans J.B.H.M. van" userId="357d3a60-27dc-42a3-bd03-172815e944eb" providerId="ADAL" clId="{0ED251DA-114D-43BC-821F-8AC0ED795253}" dt="2024-09-10T15:43:11.561" v="316" actId="208"/>
        <pc:sldMkLst>
          <pc:docMk/>
          <pc:sldMk cId="4218566992" sldId="349"/>
        </pc:sldMkLst>
      </pc:sldChg>
      <pc:sldChg chg="addSp delSp modSp add mod">
        <pc:chgData name="Heumen,Hans J.B.H.M. van" userId="357d3a60-27dc-42a3-bd03-172815e944eb" providerId="ADAL" clId="{0ED251DA-114D-43BC-821F-8AC0ED795253}" dt="2024-09-10T15:39:49.968" v="312" actId="208"/>
        <pc:sldMkLst>
          <pc:docMk/>
          <pc:sldMk cId="466776547" sldId="35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43241677" sldId="35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491618549" sldId="36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9716AE7F-0305-4876-8C54-FF4C03455214}"/>
    <pc:docChg chg="undo custSel addSld delSld modSld sldOrd">
      <pc:chgData name="Heumen,Hans J.B.H.M. van" userId="357d3a60-27dc-42a3-bd03-172815e944eb" providerId="ADAL" clId="{9716AE7F-0305-4876-8C54-FF4C03455214}" dt="2024-09-30T10:03:36.341" v="385" actId="20577"/>
      <pc:docMkLst>
        <pc:docMk/>
      </pc:docMkLst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876110591" sldId="280"/>
        </pc:sldMkLst>
      </pc:sldChg>
      <pc:sldChg chg="add del">
        <pc:chgData name="Heumen,Hans J.B.H.M. van" userId="357d3a60-27dc-42a3-bd03-172815e944eb" providerId="ADAL" clId="{9716AE7F-0305-4876-8C54-FF4C03455214}" dt="2024-09-30T08:18:32.265" v="2" actId="47"/>
        <pc:sldMkLst>
          <pc:docMk/>
          <pc:sldMk cId="1086025263" sldId="344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1316010198" sldId="344"/>
        </pc:sldMkLst>
      </pc:sldChg>
      <pc:sldChg chg="modSp new mod">
        <pc:chgData name="Heumen,Hans J.B.H.M. van" userId="357d3a60-27dc-42a3-bd03-172815e944eb" providerId="ADAL" clId="{9716AE7F-0305-4876-8C54-FF4C03455214}" dt="2024-09-30T08:34:07.591" v="124" actId="5793"/>
        <pc:sldMkLst>
          <pc:docMk/>
          <pc:sldMk cId="2747973922" sldId="344"/>
        </pc:sldMkLst>
      </pc:sldChg>
      <pc:sldChg chg="add">
        <pc:chgData name="Heumen,Hans J.B.H.M. van" userId="357d3a60-27dc-42a3-bd03-172815e944eb" providerId="ADAL" clId="{9716AE7F-0305-4876-8C54-FF4C03455214}" dt="2024-09-30T08:24:34.716" v="62"/>
        <pc:sldMkLst>
          <pc:docMk/>
          <pc:sldMk cId="1150393311" sldId="345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679204214" sldId="345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099931907" sldId="346"/>
        </pc:sldMkLst>
      </pc:sldChg>
      <pc:sldChg chg="modSp new mod modNotesTx">
        <pc:chgData name="Heumen,Hans J.B.H.M. van" userId="357d3a60-27dc-42a3-bd03-172815e944eb" providerId="ADAL" clId="{9716AE7F-0305-4876-8C54-FF4C03455214}" dt="2024-09-30T09:14:13.618" v="310" actId="20577"/>
        <pc:sldMkLst>
          <pc:docMk/>
          <pc:sldMk cId="4167207510" sldId="346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1741734347" sldId="347"/>
        </pc:sldMkLst>
      </pc:sldChg>
      <pc:sldChg chg="modSp add mod">
        <pc:chgData name="Heumen,Hans J.B.H.M. van" userId="357d3a60-27dc-42a3-bd03-172815e944eb" providerId="ADAL" clId="{9716AE7F-0305-4876-8C54-FF4C03455214}" dt="2024-09-30T08:33:09.182" v="116" actId="20577"/>
        <pc:sldMkLst>
          <pc:docMk/>
          <pc:sldMk cId="2278843272" sldId="347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950063441" sldId="348"/>
        </pc:sldMkLst>
      </pc:sldChg>
      <pc:sldChg chg="add">
        <pc:chgData name="Heumen,Hans J.B.H.M. van" userId="357d3a60-27dc-42a3-bd03-172815e944eb" providerId="ADAL" clId="{9716AE7F-0305-4876-8C54-FF4C03455214}" dt="2024-09-30T09:07:33.532" v="252"/>
        <pc:sldMkLst>
          <pc:docMk/>
          <pc:sldMk cId="3152089915" sldId="348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315515129" sldId="349"/>
        </pc:sldMkLst>
      </pc:sldChg>
      <pc:sldChg chg="modSp new mod">
        <pc:chgData name="Heumen,Hans J.B.H.M. van" userId="357d3a60-27dc-42a3-bd03-172815e944eb" providerId="ADAL" clId="{9716AE7F-0305-4876-8C54-FF4C03455214}" dt="2024-09-30T09:42:48.958" v="345" actId="113"/>
        <pc:sldMkLst>
          <pc:docMk/>
          <pc:sldMk cId="3386208238" sldId="349"/>
        </pc:sldMkLst>
      </pc:sldChg>
      <pc:sldChg chg="modSp add mod">
        <pc:chgData name="Heumen,Hans J.B.H.M. van" userId="357d3a60-27dc-42a3-bd03-172815e944eb" providerId="ADAL" clId="{9716AE7F-0305-4876-8C54-FF4C03455214}" dt="2024-09-30T09:43:22.645" v="346" actId="113"/>
        <pc:sldMkLst>
          <pc:docMk/>
          <pc:sldMk cId="1197420485" sldId="350"/>
        </pc:sldMkLst>
      </pc:sldChg>
      <pc:sldChg chg="addSp delSp modSp new mod ord">
        <pc:chgData name="Heumen,Hans J.B.H.M. van" userId="357d3a60-27dc-42a3-bd03-172815e944eb" providerId="ADAL" clId="{9716AE7F-0305-4876-8C54-FF4C03455214}" dt="2024-09-30T09:50:35.611" v="366"/>
        <pc:sldMkLst>
          <pc:docMk/>
          <pc:sldMk cId="2659735761" sldId="351"/>
        </pc:sldMkLst>
      </pc:sldChg>
      <pc:sldChg chg="modSp new mod">
        <pc:chgData name="Heumen,Hans J.B.H.M. van" userId="357d3a60-27dc-42a3-bd03-172815e944eb" providerId="ADAL" clId="{9716AE7F-0305-4876-8C54-FF4C03455214}" dt="2024-09-30T10:03:36.341" v="385" actId="20577"/>
        <pc:sldMkLst>
          <pc:docMk/>
          <pc:sldMk cId="746154050" sldId="352"/>
        </pc:sldMkLst>
      </pc:sldChg>
    </pc:docChg>
  </pc:docChgLst>
  <pc:docChgLst>
    <pc:chgData name="Heumen,Hans J.B.H.M. van" userId="357d3a60-27dc-42a3-bd03-172815e944eb" providerId="ADAL" clId="{25A8D2FB-707D-4282-B560-A90B1CFBC3C1}"/>
    <pc:docChg chg="undo redo custSel addSld delSld modSld sldOrd">
      <pc:chgData name="Heumen,Hans J.B.H.M. van" userId="357d3a60-27dc-42a3-bd03-172815e944eb" providerId="ADAL" clId="{25A8D2FB-707D-4282-B560-A90B1CFBC3C1}" dt="2024-09-30T11:56:25.948" v="216" actId="20577"/>
      <pc:docMkLst>
        <pc:docMk/>
      </pc:docMkLst>
      <pc:sldChg chg="ord">
        <pc:chgData name="Heumen,Hans J.B.H.M. van" userId="357d3a60-27dc-42a3-bd03-172815e944eb" providerId="ADAL" clId="{25A8D2FB-707D-4282-B560-A90B1CFBC3C1}" dt="2024-09-30T11:25:13.731" v="2"/>
        <pc:sldMkLst>
          <pc:docMk/>
          <pc:sldMk cId="3710166665" sldId="343"/>
        </pc:sldMkLst>
      </pc:sldChg>
      <pc:sldChg chg="addSp delSp modSp new mod">
        <pc:chgData name="Heumen,Hans J.B.H.M. van" userId="357d3a60-27dc-42a3-bd03-172815e944eb" providerId="ADAL" clId="{25A8D2FB-707D-4282-B560-A90B1CFBC3C1}" dt="2024-09-30T11:41:05.877" v="130" actId="6549"/>
        <pc:sldMkLst>
          <pc:docMk/>
          <pc:sldMk cId="282675471" sldId="344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2747973922" sldId="344"/>
        </pc:sldMkLst>
      </pc:sldChg>
      <pc:sldChg chg="addSp delSp modSp new mod modClrScheme chgLayout">
        <pc:chgData name="Heumen,Hans J.B.H.M. van" userId="357d3a60-27dc-42a3-bd03-172815e944eb" providerId="ADAL" clId="{25A8D2FB-707D-4282-B560-A90B1CFBC3C1}" dt="2024-09-30T11:56:25.948" v="216" actId="20577"/>
        <pc:sldMkLst>
          <pc:docMk/>
          <pc:sldMk cId="252238655" sldId="345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1150393311" sldId="345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4167207510" sldId="346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2278843272" sldId="347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3152089915" sldId="348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3386208238" sldId="349"/>
        </pc:sldMkLst>
      </pc:sldChg>
      <pc:sldChg chg="modSp add del mod">
        <pc:chgData name="Heumen,Hans J.B.H.M. van" userId="357d3a60-27dc-42a3-bd03-172815e944eb" providerId="ADAL" clId="{25A8D2FB-707D-4282-B560-A90B1CFBC3C1}" dt="2024-09-30T11:35:05.426" v="126" actId="20577"/>
        <pc:sldMkLst>
          <pc:docMk/>
          <pc:sldMk cId="1197420485" sldId="350"/>
        </pc:sldMkLst>
      </pc:sldChg>
      <pc:sldChg chg="addSp modSp new mod modAnim">
        <pc:chgData name="Heumen,Hans J.B.H.M. van" userId="357d3a60-27dc-42a3-bd03-172815e944eb" providerId="ADAL" clId="{25A8D2FB-707D-4282-B560-A90B1CFBC3C1}" dt="2024-09-30T11:54:14.304" v="214"/>
        <pc:sldMkLst>
          <pc:docMk/>
          <pc:sldMk cId="144690987" sldId="351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2659735761" sldId="351"/>
        </pc:sldMkLst>
      </pc:sldChg>
      <pc:sldChg chg="del">
        <pc:chgData name="Heumen,Hans J.B.H.M. van" userId="357d3a60-27dc-42a3-bd03-172815e944eb" providerId="ADAL" clId="{25A8D2FB-707D-4282-B560-A90B1CFBC3C1}" dt="2024-09-30T11:21:44.109" v="0" actId="47"/>
        <pc:sldMkLst>
          <pc:docMk/>
          <pc:sldMk cId="746154050" sldId="352"/>
        </pc:sldMkLst>
      </pc:sldChg>
    </pc:docChg>
  </pc:docChgLst>
  <pc:docChgLst>
    <pc:chgData name="Heumen,Hans J.B.H.M. van" userId="357d3a60-27dc-42a3-bd03-172815e944eb" providerId="ADAL" clId="{517F60DF-DB04-45AA-9531-A4C1049D7188}"/>
    <pc:docChg chg="undo redo custSel addSld delSld modSld sldOrd">
      <pc:chgData name="Heumen,Hans J.B.H.M. van" userId="357d3a60-27dc-42a3-bd03-172815e944eb" providerId="ADAL" clId="{517F60DF-DB04-45AA-9531-A4C1049D7188}" dt="2024-10-06T15:42:31.247" v="1892" actId="20577"/>
      <pc:docMkLst>
        <pc:docMk/>
      </pc:docMkLst>
      <pc:sldChg chg="delSp modSp mod">
        <pc:chgData name="Heumen,Hans J.B.H.M. van" userId="357d3a60-27dc-42a3-bd03-172815e944eb" providerId="ADAL" clId="{517F60DF-DB04-45AA-9531-A4C1049D7188}" dt="2024-10-05T08:16:54.280" v="10" actId="478"/>
        <pc:sldMkLst>
          <pc:docMk/>
          <pc:sldMk cId="282675471" sldId="344"/>
        </pc:sldMkLst>
      </pc:sldChg>
      <pc:sldChg chg="del">
        <pc:chgData name="Heumen,Hans J.B.H.M. van" userId="357d3a60-27dc-42a3-bd03-172815e944eb" providerId="ADAL" clId="{517F60DF-DB04-45AA-9531-A4C1049D7188}" dt="2024-10-05T08:16:37.091" v="0" actId="47"/>
        <pc:sldMkLst>
          <pc:docMk/>
          <pc:sldMk cId="252238655" sldId="345"/>
        </pc:sldMkLst>
      </pc:sldChg>
      <pc:sldChg chg="modSp new mod ord">
        <pc:chgData name="Heumen,Hans J.B.H.M. van" userId="357d3a60-27dc-42a3-bd03-172815e944eb" providerId="ADAL" clId="{517F60DF-DB04-45AA-9531-A4C1049D7188}" dt="2024-10-06T14:58:25.541" v="1284" actId="20577"/>
        <pc:sldMkLst>
          <pc:docMk/>
          <pc:sldMk cId="316726150" sldId="345"/>
        </pc:sldMkLst>
      </pc:sldChg>
      <pc:sldChg chg="new del">
        <pc:chgData name="Heumen,Hans J.B.H.M. van" userId="357d3a60-27dc-42a3-bd03-172815e944eb" providerId="ADAL" clId="{517F60DF-DB04-45AA-9531-A4C1049D7188}" dt="2024-10-05T08:34:37.573" v="36" actId="47"/>
        <pc:sldMkLst>
          <pc:docMk/>
          <pc:sldMk cId="2508103872" sldId="346"/>
        </pc:sldMkLst>
      </pc:sldChg>
      <pc:sldChg chg="modSp add mod ord modAnim">
        <pc:chgData name="Heumen,Hans J.B.H.M. van" userId="357d3a60-27dc-42a3-bd03-172815e944eb" providerId="ADAL" clId="{517F60DF-DB04-45AA-9531-A4C1049D7188}" dt="2024-10-05T16:58:11.278" v="625" actId="20577"/>
        <pc:sldMkLst>
          <pc:docMk/>
          <pc:sldMk cId="3523340386" sldId="346"/>
        </pc:sldMkLst>
      </pc:sldChg>
      <pc:sldChg chg="modSp add mod modAnim">
        <pc:chgData name="Heumen,Hans J.B.H.M. van" userId="357d3a60-27dc-42a3-bd03-172815e944eb" providerId="ADAL" clId="{517F60DF-DB04-45AA-9531-A4C1049D7188}" dt="2024-10-05T16:58:39.552" v="628" actId="20577"/>
        <pc:sldMkLst>
          <pc:docMk/>
          <pc:sldMk cId="3123357184" sldId="347"/>
        </pc:sldMkLst>
      </pc:sldChg>
      <pc:sldChg chg="new del">
        <pc:chgData name="Heumen,Hans J.B.H.M. van" userId="357d3a60-27dc-42a3-bd03-172815e944eb" providerId="ADAL" clId="{517F60DF-DB04-45AA-9531-A4C1049D7188}" dt="2024-10-05T08:34:36.109" v="35" actId="47"/>
        <pc:sldMkLst>
          <pc:docMk/>
          <pc:sldMk cId="3704081678" sldId="347"/>
        </pc:sldMkLst>
      </pc:sldChg>
      <pc:sldChg chg="modSp add mod modAnim">
        <pc:chgData name="Heumen,Hans J.B.H.M. van" userId="357d3a60-27dc-42a3-bd03-172815e944eb" providerId="ADAL" clId="{517F60DF-DB04-45AA-9531-A4C1049D7188}" dt="2024-10-05T16:58:18.169" v="627" actId="20577"/>
        <pc:sldMkLst>
          <pc:docMk/>
          <pc:sldMk cId="1506165563" sldId="348"/>
        </pc:sldMkLst>
      </pc:sldChg>
      <pc:sldChg chg="modSp new mod modAnim modNotesTx">
        <pc:chgData name="Heumen,Hans J.B.H.M. van" userId="357d3a60-27dc-42a3-bd03-172815e944eb" providerId="ADAL" clId="{517F60DF-DB04-45AA-9531-A4C1049D7188}" dt="2024-10-05T17:12:33.672" v="903" actId="6549"/>
        <pc:sldMkLst>
          <pc:docMk/>
          <pc:sldMk cId="3391197169" sldId="349"/>
        </pc:sldMkLst>
      </pc:sldChg>
      <pc:sldChg chg="del">
        <pc:chgData name="Heumen,Hans J.B.H.M. van" userId="357d3a60-27dc-42a3-bd03-172815e944eb" providerId="ADAL" clId="{517F60DF-DB04-45AA-9531-A4C1049D7188}" dt="2024-10-05T08:16:37.091" v="0" actId="47"/>
        <pc:sldMkLst>
          <pc:docMk/>
          <pc:sldMk cId="1197420485" sldId="350"/>
        </pc:sldMkLst>
      </pc:sldChg>
      <pc:sldChg chg="modSp new mod modAnim">
        <pc:chgData name="Heumen,Hans J.B.H.M. van" userId="357d3a60-27dc-42a3-bd03-172815e944eb" providerId="ADAL" clId="{517F60DF-DB04-45AA-9531-A4C1049D7188}" dt="2024-10-06T15:18:38.047" v="1411"/>
        <pc:sldMkLst>
          <pc:docMk/>
          <pc:sldMk cId="1405235491" sldId="350"/>
        </pc:sldMkLst>
      </pc:sldChg>
      <pc:sldChg chg="del">
        <pc:chgData name="Heumen,Hans J.B.H.M. van" userId="357d3a60-27dc-42a3-bd03-172815e944eb" providerId="ADAL" clId="{517F60DF-DB04-45AA-9531-A4C1049D7188}" dt="2024-10-05T08:16:37.091" v="0" actId="47"/>
        <pc:sldMkLst>
          <pc:docMk/>
          <pc:sldMk cId="144690987" sldId="351"/>
        </pc:sldMkLst>
      </pc:sldChg>
      <pc:sldChg chg="modSp new mod">
        <pc:chgData name="Heumen,Hans J.B.H.M. van" userId="357d3a60-27dc-42a3-bd03-172815e944eb" providerId="ADAL" clId="{517F60DF-DB04-45AA-9531-A4C1049D7188}" dt="2024-10-05T19:11:34.235" v="1059" actId="5793"/>
        <pc:sldMkLst>
          <pc:docMk/>
          <pc:sldMk cId="346716269" sldId="351"/>
        </pc:sldMkLst>
      </pc:sldChg>
      <pc:sldChg chg="addSp delSp modSp new mod">
        <pc:chgData name="Heumen,Hans J.B.H.M. van" userId="357d3a60-27dc-42a3-bd03-172815e944eb" providerId="ADAL" clId="{517F60DF-DB04-45AA-9531-A4C1049D7188}" dt="2024-10-05T19:13:11.098" v="1098" actId="20577"/>
        <pc:sldMkLst>
          <pc:docMk/>
          <pc:sldMk cId="1314364129" sldId="352"/>
        </pc:sldMkLst>
      </pc:sldChg>
      <pc:sldChg chg="addSp delSp modSp new mod">
        <pc:chgData name="Heumen,Hans J.B.H.M. van" userId="357d3a60-27dc-42a3-bd03-172815e944eb" providerId="ADAL" clId="{517F60DF-DB04-45AA-9531-A4C1049D7188}" dt="2024-10-06T14:51:53.837" v="1275" actId="20577"/>
        <pc:sldMkLst>
          <pc:docMk/>
          <pc:sldMk cId="3205356738" sldId="353"/>
        </pc:sldMkLst>
      </pc:sldChg>
      <pc:sldChg chg="modSp new mod modAnim">
        <pc:chgData name="Heumen,Hans J.B.H.M. van" userId="357d3a60-27dc-42a3-bd03-172815e944eb" providerId="ADAL" clId="{517F60DF-DB04-45AA-9531-A4C1049D7188}" dt="2024-10-06T15:29:54.290" v="1648"/>
        <pc:sldMkLst>
          <pc:docMk/>
          <pc:sldMk cId="1009346449" sldId="354"/>
        </pc:sldMkLst>
      </pc:sldChg>
      <pc:sldChg chg="modSp new mod">
        <pc:chgData name="Heumen,Hans J.B.H.M. van" userId="357d3a60-27dc-42a3-bd03-172815e944eb" providerId="ADAL" clId="{517F60DF-DB04-45AA-9531-A4C1049D7188}" dt="2024-10-06T15:34:59.743" v="1738" actId="20577"/>
        <pc:sldMkLst>
          <pc:docMk/>
          <pc:sldMk cId="2391293821" sldId="355"/>
        </pc:sldMkLst>
      </pc:sldChg>
      <pc:sldChg chg="modSp new mod">
        <pc:chgData name="Heumen,Hans J.B.H.M. van" userId="357d3a60-27dc-42a3-bd03-172815e944eb" providerId="ADAL" clId="{517F60DF-DB04-45AA-9531-A4C1049D7188}" dt="2024-10-06T15:42:31.247" v="1892" actId="20577"/>
        <pc:sldMkLst>
          <pc:docMk/>
          <pc:sldMk cId="3562027449" sldId="356"/>
        </pc:sldMkLst>
      </pc:sldChg>
    </pc:docChg>
  </pc:docChgLst>
  <pc:docChgLst>
    <pc:chgData name="Heumen,Hans J.B.H.M. van" userId="357d3a60-27dc-42a3-bd03-172815e944eb" providerId="ADAL" clId="{80A42D41-846A-445D-844C-FC2E603BED72}"/>
    <pc:docChg chg="undo custSel addSld delSld modSld sldOrd">
      <pc:chgData name="Heumen,Hans J.B.H.M. van" userId="357d3a60-27dc-42a3-bd03-172815e944eb" providerId="ADAL" clId="{80A42D41-846A-445D-844C-FC2E603BED72}" dt="2024-09-16T14:57:50.697" v="581" actId="20577"/>
      <pc:docMkLst>
        <pc:docMk/>
      </pc:docMkLst>
      <pc:sldChg chg="modSp del mod">
        <pc:chgData name="Heumen,Hans J.B.H.M. van" userId="357d3a60-27dc-42a3-bd03-172815e944eb" providerId="ADAL" clId="{80A42D41-846A-445D-844C-FC2E603BED72}" dt="2024-09-16T14:56:18.955" v="573" actId="47"/>
        <pc:sldMkLst>
          <pc:docMk/>
          <pc:sldMk cId="2749120552" sldId="344"/>
        </pc:sldMkLst>
      </pc:sldChg>
      <pc:sldChg chg="modSp add del mod">
        <pc:chgData name="Heumen,Hans J.B.H.M. van" userId="357d3a60-27dc-42a3-bd03-172815e944eb" providerId="ADAL" clId="{80A42D41-846A-445D-844C-FC2E603BED72}" dt="2024-09-15T14:29:32.900" v="302" actId="20577"/>
        <pc:sldMkLst>
          <pc:docMk/>
          <pc:sldMk cId="343771398" sldId="347"/>
        </pc:sldMkLst>
      </pc:sldChg>
      <pc:sldChg chg="del">
        <pc:chgData name="Heumen,Hans J.B.H.M. van" userId="357d3a60-27dc-42a3-bd03-172815e944eb" providerId="ADAL" clId="{80A42D41-846A-445D-844C-FC2E603BED72}" dt="2024-09-15T12:10:31.342" v="9" actId="47"/>
        <pc:sldMkLst>
          <pc:docMk/>
          <pc:sldMk cId="4218566992" sldId="349"/>
        </pc:sldMkLst>
      </pc:sldChg>
      <pc:sldChg chg="addSp delSp modSp del mod ord">
        <pc:chgData name="Heumen,Hans J.B.H.M. van" userId="357d3a60-27dc-42a3-bd03-172815e944eb" providerId="ADAL" clId="{80A42D41-846A-445D-844C-FC2E603BED72}" dt="2024-09-16T08:41:13.473" v="525" actId="47"/>
        <pc:sldMkLst>
          <pc:docMk/>
          <pc:sldMk cId="466776547" sldId="350"/>
        </pc:sldMkLst>
      </pc:sldChg>
      <pc:sldChg chg="addSp delSp modSp add mod modAnim">
        <pc:chgData name="Heumen,Hans J.B.H.M. van" userId="357d3a60-27dc-42a3-bd03-172815e944eb" providerId="ADAL" clId="{80A42D41-846A-445D-844C-FC2E603BED72}" dt="2024-09-16T08:49:56.669" v="572"/>
        <pc:sldMkLst>
          <pc:docMk/>
          <pc:sldMk cId="1215228781" sldId="351"/>
        </pc:sldMkLst>
      </pc:sldChg>
      <pc:sldChg chg="new del">
        <pc:chgData name="Heumen,Hans J.B.H.M. van" userId="357d3a60-27dc-42a3-bd03-172815e944eb" providerId="ADAL" clId="{80A42D41-846A-445D-844C-FC2E603BED72}" dt="2024-09-15T13:45:34.975" v="118" actId="47"/>
        <pc:sldMkLst>
          <pc:docMk/>
          <pc:sldMk cId="4067768406" sldId="352"/>
        </pc:sldMkLst>
      </pc:sldChg>
      <pc:sldChg chg="addSp delSp modSp new mod">
        <pc:chgData name="Heumen,Hans J.B.H.M. van" userId="357d3a60-27dc-42a3-bd03-172815e944eb" providerId="ADAL" clId="{80A42D41-846A-445D-844C-FC2E603BED72}" dt="2024-09-15T14:22:36.842" v="228" actId="1076"/>
        <pc:sldMkLst>
          <pc:docMk/>
          <pc:sldMk cId="2792390290" sldId="353"/>
        </pc:sldMkLst>
      </pc:sldChg>
      <pc:sldChg chg="addSp modSp new mod ord">
        <pc:chgData name="Heumen,Hans J.B.H.M. van" userId="357d3a60-27dc-42a3-bd03-172815e944eb" providerId="ADAL" clId="{80A42D41-846A-445D-844C-FC2E603BED72}" dt="2024-09-16T08:34:58.635" v="434" actId="20577"/>
        <pc:sldMkLst>
          <pc:docMk/>
          <pc:sldMk cId="2966997610" sldId="354"/>
        </pc:sldMkLst>
      </pc:sldChg>
      <pc:sldChg chg="modSp new mod">
        <pc:chgData name="Heumen,Hans J.B.H.M. van" userId="357d3a60-27dc-42a3-bd03-172815e944eb" providerId="ADAL" clId="{80A42D41-846A-445D-844C-FC2E603BED72}" dt="2024-09-16T08:39:39.292" v="522" actId="113"/>
        <pc:sldMkLst>
          <pc:docMk/>
          <pc:sldMk cId="1444087917" sldId="355"/>
        </pc:sldMkLst>
      </pc:sldChg>
      <pc:sldChg chg="modSp add mod">
        <pc:chgData name="Heumen,Hans J.B.H.M. van" userId="357d3a60-27dc-42a3-bd03-172815e944eb" providerId="ADAL" clId="{80A42D41-846A-445D-844C-FC2E603BED72}" dt="2024-09-16T14:57:50.697" v="581" actId="20577"/>
        <pc:sldMkLst>
          <pc:docMk/>
          <pc:sldMk cId="1729248243" sldId="3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1" u="none" strike="noStrike" baseline="0" dirty="0">
                <a:latin typeface="T3Font_100"/>
              </a:rPr>
              <a:t>S </a:t>
            </a:r>
            <a:r>
              <a:rPr lang="en-US" sz="1800" b="0" i="0" u="none" strike="noStrike" baseline="0" dirty="0">
                <a:latin typeface="DejaVuSans"/>
              </a:rPr>
              <a:t>→ </a:t>
            </a:r>
            <a:r>
              <a:rPr lang="en-US" sz="1800" b="0" i="1" u="none" strike="noStrike" baseline="0" dirty="0" err="1">
                <a:latin typeface="T3Font_100"/>
              </a:rPr>
              <a:t>aAb</a:t>
            </a:r>
            <a:endParaRPr lang="en-US" sz="1800" b="0" i="1" u="none" strike="noStrike" baseline="0" dirty="0">
              <a:latin typeface="T3Font_100"/>
            </a:endParaRPr>
          </a:p>
          <a:p>
            <a:r>
              <a:rPr lang="en-US" sz="1800" b="0" i="1" u="none" strike="noStrike" baseline="0" dirty="0">
                <a:latin typeface="T3Font_100"/>
              </a:rPr>
              <a:t>A </a:t>
            </a:r>
            <a:r>
              <a:rPr lang="en-US" sz="1800" b="0" i="0" u="none" strike="noStrike" baseline="0" dirty="0">
                <a:latin typeface="DejaVuSans"/>
              </a:rPr>
              <a:t>→ </a:t>
            </a:r>
            <a:r>
              <a:rPr lang="en-US" sz="1800" b="0" i="1" u="none" strike="noStrike" baseline="0" dirty="0" err="1">
                <a:latin typeface="T3Font_100"/>
              </a:rPr>
              <a:t>aaAbb</a:t>
            </a:r>
            <a:r>
              <a:rPr lang="en-US" sz="1800" b="0" i="0" u="none" strike="noStrike" baseline="0" dirty="0">
                <a:latin typeface="T3Font_99"/>
              </a:rPr>
              <a:t>|</a:t>
            </a:r>
            <a:r>
              <a:rPr lang="el-GR" sz="1800" b="0" i="0" u="none" strike="noStrike" baseline="0" dirty="0">
                <a:latin typeface="DejaVuSans"/>
              </a:rPr>
              <a:t>λ</a:t>
            </a:r>
            <a:r>
              <a:rPr lang="el-GR" sz="1800" b="0" i="0" u="none" strike="noStrike" baseline="0" dirty="0">
                <a:latin typeface="T3Font_99"/>
              </a:rPr>
              <a:t>.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6490A4-71D0-43B6-A632-F02D13E6AF8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7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 dirty="0"/>
              <a:t>Automata</a:t>
            </a:r>
            <a:endParaRPr lang="nl-NL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 dirty="0"/>
              <a:t>languages</a:t>
            </a:r>
          </a:p>
          <a:p>
            <a:r>
              <a:rPr lang="en-US" b="1" dirty="0" err="1"/>
              <a:t>lexers</a:t>
            </a:r>
            <a:r>
              <a:rPr lang="en-US" b="1" dirty="0"/>
              <a:t>, parsers, interpreters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A0263-828B-BBAA-8408-8378949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languages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DDC3B8-BAE5-55AB-E57F-FEAB3D91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Agenda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Recap</a:t>
            </a:r>
          </a:p>
          <a:p>
            <a:r>
              <a:rPr lang="en-US" dirty="0"/>
              <a:t>Context-free grammars</a:t>
            </a:r>
          </a:p>
          <a:p>
            <a:r>
              <a:rPr lang="en-US" dirty="0"/>
              <a:t>Parsing and ambiguity</a:t>
            </a:r>
          </a:p>
          <a:p>
            <a:r>
              <a:rPr lang="en-US" dirty="0"/>
              <a:t>Context-free grammars and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31672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C5380-FD53-BCA0-99AF-8654E9EC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Regular languages </a:t>
            </a:r>
            <a:br>
              <a:rPr lang="en-US" dirty="0"/>
            </a:br>
            <a:r>
              <a:rPr lang="en-US" dirty="0"/>
              <a:t>and regular grammars</a:t>
            </a:r>
          </a:p>
        </p:txBody>
      </p:sp>
      <p:pic>
        <p:nvPicPr>
          <p:cNvPr id="4" name="Picture 17285">
            <a:extLst>
              <a:ext uri="{FF2B5EF4-FFF2-40B4-BE49-F238E27FC236}">
                <a16:creationId xmlns:a16="http://schemas.microsoft.com/office/drawing/2014/main" id="{A10630CE-C967-C771-D3BC-2FFB44DF583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1736" y="1898796"/>
            <a:ext cx="2430324" cy="333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A0263-828B-BBAA-8408-8378949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DDC3B8-BAE5-55AB-E57F-FEAB3D91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 grammar G = (V, T, S, P) is said to be</a:t>
            </a:r>
          </a:p>
          <a:p>
            <a:endParaRPr lang="en-US" sz="2800" b="1" dirty="0"/>
          </a:p>
          <a:p>
            <a:r>
              <a:rPr lang="en-US" sz="2800" b="1" dirty="0"/>
              <a:t>right-linear</a:t>
            </a:r>
            <a:r>
              <a:rPr lang="en-US" sz="2800" dirty="0"/>
              <a:t> if all productions are of the form </a:t>
            </a:r>
          </a:p>
          <a:p>
            <a:pPr lvl="1"/>
            <a:r>
              <a:rPr lang="en-US" sz="2400" dirty="0"/>
              <a:t>A → </a:t>
            </a:r>
            <a:r>
              <a:rPr lang="en-US" sz="2400" dirty="0" err="1"/>
              <a:t>xB</a:t>
            </a:r>
            <a:r>
              <a:rPr lang="en-US" sz="2400" dirty="0"/>
              <a:t>,</a:t>
            </a:r>
          </a:p>
          <a:p>
            <a:pPr lvl="1"/>
            <a:r>
              <a:rPr lang="en-US" sz="2400" dirty="0"/>
              <a:t>A → x,   (A, B ∈ V, and x ∈ T*)</a:t>
            </a:r>
          </a:p>
          <a:p>
            <a:pPr lvl="1"/>
            <a:endParaRPr lang="en-US" sz="2400" dirty="0"/>
          </a:p>
          <a:p>
            <a:r>
              <a:rPr lang="en-US" sz="2800" b="1" dirty="0"/>
              <a:t>context-free</a:t>
            </a:r>
            <a:r>
              <a:rPr lang="en-US" sz="2800" dirty="0"/>
              <a:t> if all productions in P have the form</a:t>
            </a:r>
          </a:p>
          <a:p>
            <a:pPr lvl="1"/>
            <a:r>
              <a:rPr lang="en-US" sz="2400" dirty="0"/>
              <a:t>A → y     (A ∈ V and y ∈ (V ∪ T)*)</a:t>
            </a:r>
          </a:p>
        </p:txBody>
      </p:sp>
    </p:spTree>
    <p:extLst>
      <p:ext uri="{BB962C8B-B14F-4D97-AF65-F5344CB8AC3E}">
        <p14:creationId xmlns:p14="http://schemas.microsoft.com/office/powerpoint/2010/main" val="352334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A0263-828B-BBAA-8408-8378949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DDC3B8-BAE5-55AB-E57F-FEAB3D91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Substitution variable on the left of a production does not depend on the sentential form (the context)</a:t>
            </a:r>
          </a:p>
          <a:p>
            <a:endParaRPr lang="en-US" sz="2800" dirty="0"/>
          </a:p>
          <a:p>
            <a:r>
              <a:rPr lang="en-US" sz="2800" dirty="0"/>
              <a:t>Every regular grammar is context-free 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Context-sensitive grammar rules are of the form </a:t>
            </a:r>
          </a:p>
          <a:p>
            <a:pPr lvl="1"/>
            <a:r>
              <a:rPr lang="el-GR" sz="2400" dirty="0"/>
              <a:t>α</a:t>
            </a:r>
            <a:r>
              <a:rPr lang="en-US" sz="2400" dirty="0"/>
              <a:t>A</a:t>
            </a:r>
            <a:r>
              <a:rPr lang="el-GR" sz="2400" dirty="0"/>
              <a:t>β → αγβ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335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A0263-828B-BBAA-8408-8378949B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sample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BDDC3B8-BAE5-55AB-E57F-FEAB3D91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Production rules</a:t>
            </a:r>
          </a:p>
          <a:p>
            <a:r>
              <a:rPr lang="en-US" sz="2000" dirty="0"/>
              <a:t>S → </a:t>
            </a:r>
            <a:r>
              <a:rPr lang="en-US" sz="2000" dirty="0" err="1"/>
              <a:t>aSa</a:t>
            </a:r>
            <a:r>
              <a:rPr lang="en-US" sz="2000" dirty="0"/>
              <a:t>,</a:t>
            </a:r>
          </a:p>
          <a:p>
            <a:r>
              <a:rPr lang="en-US" sz="2000" dirty="0"/>
              <a:t>S → </a:t>
            </a:r>
            <a:r>
              <a:rPr lang="en-US" sz="2000" dirty="0" err="1"/>
              <a:t>bSb</a:t>
            </a:r>
            <a:r>
              <a:rPr lang="en-US" sz="2000" dirty="0"/>
              <a:t>,</a:t>
            </a:r>
          </a:p>
          <a:p>
            <a:r>
              <a:rPr lang="en-US" sz="2000" dirty="0"/>
              <a:t>S → </a:t>
            </a:r>
            <a:r>
              <a:rPr lang="el-GR" sz="2000" dirty="0"/>
              <a:t>λ</a:t>
            </a:r>
            <a:endParaRPr lang="nl-NL" sz="2000" dirty="0"/>
          </a:p>
          <a:p>
            <a:endParaRPr lang="nl-NL" sz="2000" dirty="0"/>
          </a:p>
          <a:p>
            <a:pPr marL="0" indent="0">
              <a:buNone/>
            </a:pPr>
            <a:r>
              <a:rPr lang="nl-NL" sz="2000" dirty="0" err="1"/>
              <a:t>Typical</a:t>
            </a:r>
            <a:r>
              <a:rPr lang="nl-NL" sz="2000" dirty="0"/>
              <a:t> </a:t>
            </a:r>
            <a:r>
              <a:rPr lang="nl-NL" sz="2000" dirty="0" err="1"/>
              <a:t>derivation</a:t>
            </a:r>
            <a:endParaRPr lang="nl-NL" sz="2000" dirty="0"/>
          </a:p>
          <a:p>
            <a:r>
              <a:rPr lang="en-US" sz="2000" dirty="0"/>
              <a:t>S ⇒ </a:t>
            </a:r>
            <a:r>
              <a:rPr lang="en-US" sz="2000" dirty="0" err="1"/>
              <a:t>aSa</a:t>
            </a:r>
            <a:r>
              <a:rPr lang="en-US" sz="2000" dirty="0"/>
              <a:t> ⇒ </a:t>
            </a:r>
            <a:r>
              <a:rPr lang="en-US" sz="2000" dirty="0" err="1"/>
              <a:t>aaSaa</a:t>
            </a:r>
            <a:r>
              <a:rPr lang="en-US" sz="2000" dirty="0"/>
              <a:t> ⇒ </a:t>
            </a:r>
            <a:r>
              <a:rPr lang="en-US" sz="2000" dirty="0" err="1"/>
              <a:t>aabSbaa</a:t>
            </a:r>
            <a:r>
              <a:rPr lang="en-US" sz="2000" dirty="0"/>
              <a:t> ⇒ </a:t>
            </a:r>
            <a:r>
              <a:rPr lang="en-US" sz="2000" dirty="0" err="1"/>
              <a:t>aabbaa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Generated language</a:t>
            </a:r>
          </a:p>
          <a:p>
            <a:r>
              <a:rPr lang="en-US" sz="2000" dirty="0"/>
              <a:t>L (G) = {</a:t>
            </a:r>
            <a:r>
              <a:rPr lang="en-US" sz="2000" dirty="0" err="1"/>
              <a:t>ww</a:t>
            </a:r>
            <a:r>
              <a:rPr lang="en-US" sz="2000" baseline="30000" dirty="0" err="1"/>
              <a:t>R</a:t>
            </a:r>
            <a:r>
              <a:rPr lang="en-US" sz="2000" dirty="0"/>
              <a:t> : w ∈ {a, b}*}.</a:t>
            </a:r>
          </a:p>
        </p:txBody>
      </p:sp>
    </p:spTree>
    <p:extLst>
      <p:ext uri="{BB962C8B-B14F-4D97-AF65-F5344CB8AC3E}">
        <p14:creationId xmlns:p14="http://schemas.microsoft.com/office/powerpoint/2010/main" val="150616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909C4A-6D57-7124-65B8-CA2BC112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00F17F-D674-D560-1F81-FA210C52E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L = { </a:t>
            </a:r>
            <a:r>
              <a:rPr lang="en-US" dirty="0" err="1"/>
              <a:t>a</a:t>
            </a:r>
            <a:r>
              <a:rPr lang="en-US" baseline="30000" dirty="0" err="1"/>
              <a:t>n</a:t>
            </a:r>
            <a:r>
              <a:rPr lang="en-US" dirty="0" err="1"/>
              <a:t>b</a:t>
            </a:r>
            <a:r>
              <a:rPr lang="en-US" baseline="30000" dirty="0" err="1"/>
              <a:t>n</a:t>
            </a:r>
            <a:r>
              <a:rPr lang="en-US" dirty="0"/>
              <a:t>: n is odd}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Question: is language L context-free?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 a context-free grammar which produces 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9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AA00D-4915-B4C2-BB7E-67DE2864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Leftmost and Rightmost Derivations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CA0103-9304-ADDB-AF27-D13CF9C5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Consider grammar with productions</a:t>
            </a:r>
          </a:p>
          <a:p>
            <a:r>
              <a:rPr lang="en-US" sz="2800" dirty="0"/>
              <a:t>S → </a:t>
            </a:r>
            <a:r>
              <a:rPr lang="en-US" sz="2800" dirty="0" err="1"/>
              <a:t>aAB</a:t>
            </a:r>
            <a:r>
              <a:rPr lang="en-US" sz="2800" dirty="0"/>
              <a:t>,</a:t>
            </a:r>
          </a:p>
          <a:p>
            <a:r>
              <a:rPr lang="en-US" sz="2800" dirty="0"/>
              <a:t>A → </a:t>
            </a:r>
            <a:r>
              <a:rPr lang="en-US" sz="2800" dirty="0" err="1"/>
              <a:t>bBb</a:t>
            </a:r>
            <a:r>
              <a:rPr lang="en-US" sz="2800" dirty="0"/>
              <a:t>,</a:t>
            </a:r>
          </a:p>
          <a:p>
            <a:r>
              <a:rPr lang="en-US" sz="2800" dirty="0"/>
              <a:t>B → </a:t>
            </a:r>
            <a:r>
              <a:rPr lang="en-US" sz="2800" dirty="0" err="1"/>
              <a:t>A|λ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Give derivation for “</a:t>
            </a:r>
            <a:r>
              <a:rPr lang="en-US" sz="2800" dirty="0" err="1"/>
              <a:t>abbbb</a:t>
            </a:r>
            <a:r>
              <a:rPr lang="en-US" sz="2800" dirty="0"/>
              <a:t>”</a:t>
            </a:r>
          </a:p>
          <a:p>
            <a:pPr marL="0" indent="0">
              <a:buNone/>
            </a:pPr>
            <a:r>
              <a:rPr lang="en-US" sz="1800" i="1" dirty="0"/>
              <a:t>S </a:t>
            </a:r>
            <a:r>
              <a:rPr lang="en-US" sz="1800" dirty="0"/>
              <a:t>⇒ </a:t>
            </a:r>
            <a:r>
              <a:rPr lang="en-US" sz="1800" i="1" dirty="0" err="1"/>
              <a:t>aAB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abBbB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abAbB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abbBbbB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abbbbB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abbbb</a:t>
            </a:r>
            <a:r>
              <a:rPr lang="en-US" sz="1800" i="1" dirty="0"/>
              <a:t> (left)</a:t>
            </a:r>
          </a:p>
          <a:p>
            <a:pPr marL="0" indent="0">
              <a:buNone/>
            </a:pPr>
            <a:r>
              <a:rPr lang="en-US" sz="1800" i="1" dirty="0"/>
              <a:t>S </a:t>
            </a:r>
            <a:r>
              <a:rPr lang="en-US" sz="1800" dirty="0"/>
              <a:t>⇒ </a:t>
            </a:r>
            <a:r>
              <a:rPr lang="en-US" sz="1800" i="1" dirty="0" err="1"/>
              <a:t>aAB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aA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abBb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abAb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abbBbb</a:t>
            </a:r>
            <a:r>
              <a:rPr lang="en-US" sz="1800" i="1" dirty="0"/>
              <a:t> </a:t>
            </a:r>
            <a:r>
              <a:rPr lang="en-US" sz="1800" dirty="0"/>
              <a:t>⇒ </a:t>
            </a:r>
            <a:r>
              <a:rPr lang="en-US" sz="1800" i="1" dirty="0" err="1"/>
              <a:t>abbbb</a:t>
            </a:r>
            <a:r>
              <a:rPr lang="en-US" sz="1800" i="1" dirty="0"/>
              <a:t> (right)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800" dirty="0"/>
              <a:t>Both derivations have the same derivation tree</a:t>
            </a:r>
          </a:p>
          <a:p>
            <a:pPr marL="0" indent="0">
              <a:buNone/>
            </a:pP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40523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C8038-D765-6659-3E23-5C9F58F5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459A55-2044-9C4A-1499-4D92F56E1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grammar with productions</a:t>
            </a:r>
          </a:p>
          <a:p>
            <a:endParaRPr lang="en-US" dirty="0"/>
          </a:p>
          <a:p>
            <a:r>
              <a:rPr lang="en-US" dirty="0"/>
              <a:t>E → I,</a:t>
            </a:r>
          </a:p>
          <a:p>
            <a:r>
              <a:rPr lang="en-US" dirty="0"/>
              <a:t>E → E + E,</a:t>
            </a:r>
          </a:p>
          <a:p>
            <a:r>
              <a:rPr lang="en-US" dirty="0"/>
              <a:t>E → E*E,</a:t>
            </a:r>
          </a:p>
          <a:p>
            <a:r>
              <a:rPr lang="en-US" dirty="0"/>
              <a:t>E → (E),</a:t>
            </a:r>
          </a:p>
          <a:p>
            <a:r>
              <a:rPr lang="en-US" dirty="0"/>
              <a:t>I → </a:t>
            </a:r>
            <a:r>
              <a:rPr lang="en-US" dirty="0" err="1"/>
              <a:t>a|b|c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71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B2440-6A44-1CBE-AC90-A5C7751F5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derivation trees for </a:t>
            </a:r>
            <a:r>
              <a:rPr lang="en-US" dirty="0" err="1"/>
              <a:t>a+b</a:t>
            </a:r>
            <a:r>
              <a:rPr lang="en-US" dirty="0"/>
              <a:t>*c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94D1575B-2B36-7051-CDCE-DE46F17A0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157" y="1824316"/>
            <a:ext cx="6985686" cy="4077730"/>
          </a:xfrm>
        </p:spPr>
      </p:pic>
    </p:spTree>
    <p:extLst>
      <p:ext uri="{BB962C8B-B14F-4D97-AF65-F5344CB8AC3E}">
        <p14:creationId xmlns:p14="http://schemas.microsoft.com/office/powerpoint/2010/main" val="131436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42DA5-1431-2AB6-4803-612F24DD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ambiguity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36DA4D-E69D-BC57-EC2B-B692B0DBE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Associate precedence rules with operators</a:t>
            </a:r>
          </a:p>
          <a:p>
            <a:pPr lvl="1"/>
            <a:r>
              <a:rPr lang="en-US" dirty="0"/>
              <a:t>Is outside the grammar</a:t>
            </a:r>
          </a:p>
          <a:p>
            <a:r>
              <a:rPr lang="en-US" dirty="0"/>
              <a:t>Rewrite grammar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Antlr</a:t>
            </a:r>
            <a:r>
              <a:rPr lang="en-US" dirty="0"/>
              <a:t>?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C264528-46A3-BB8E-3F00-009CF3D076BC}"/>
              </a:ext>
            </a:extLst>
          </p:cNvPr>
          <p:cNvSpPr txBox="1"/>
          <p:nvPr/>
        </p:nvSpPr>
        <p:spPr>
          <a:xfrm>
            <a:off x="5112072" y="2978940"/>
            <a:ext cx="26103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1" u="none" strike="noStrike" baseline="0" dirty="0">
                <a:latin typeface="T3Font_96"/>
              </a:rPr>
              <a:t>E </a:t>
            </a:r>
            <a:r>
              <a:rPr lang="en-US" b="0" i="0" u="none" strike="noStrike" baseline="0" dirty="0">
                <a:latin typeface="T3Font_97"/>
              </a:rPr>
              <a:t>→ </a:t>
            </a:r>
            <a:r>
              <a:rPr lang="en-US" b="0" i="1" u="none" strike="noStrike" baseline="0" dirty="0">
                <a:latin typeface="T3Font_96"/>
              </a:rPr>
              <a:t>T</a:t>
            </a:r>
            <a:r>
              <a:rPr lang="en-US" b="0" i="0" u="none" strike="noStrike" baseline="0" dirty="0">
                <a:latin typeface="T3Font_97"/>
              </a:rPr>
              <a:t>,</a:t>
            </a:r>
          </a:p>
          <a:p>
            <a:pPr algn="l"/>
            <a:r>
              <a:rPr lang="en-US" b="0" i="1" u="none" strike="noStrike" baseline="0" dirty="0">
                <a:latin typeface="T3Font_96"/>
              </a:rPr>
              <a:t>T </a:t>
            </a:r>
            <a:r>
              <a:rPr lang="en-US" b="0" i="0" u="none" strike="noStrike" baseline="0" dirty="0">
                <a:latin typeface="T3Font_97"/>
              </a:rPr>
              <a:t>→ </a:t>
            </a:r>
            <a:r>
              <a:rPr lang="en-US" b="0" i="1" u="none" strike="noStrike" baseline="0" dirty="0">
                <a:latin typeface="T3Font_96"/>
              </a:rPr>
              <a:t>F</a:t>
            </a:r>
            <a:r>
              <a:rPr lang="en-US" b="0" i="0" u="none" strike="noStrike" baseline="0" dirty="0">
                <a:latin typeface="T3Font_97"/>
              </a:rPr>
              <a:t>,</a:t>
            </a:r>
          </a:p>
          <a:p>
            <a:pPr algn="l"/>
            <a:r>
              <a:rPr lang="en-US" b="0" i="1" u="none" strike="noStrike" baseline="0" dirty="0">
                <a:latin typeface="T3Font_96"/>
              </a:rPr>
              <a:t>F </a:t>
            </a:r>
            <a:r>
              <a:rPr lang="en-US" b="0" i="0" u="none" strike="noStrike" baseline="0" dirty="0">
                <a:latin typeface="T3Font_97"/>
              </a:rPr>
              <a:t>→ </a:t>
            </a:r>
            <a:r>
              <a:rPr lang="en-US" b="0" i="1" u="none" strike="noStrike" baseline="0" dirty="0">
                <a:latin typeface="T3Font_96"/>
              </a:rPr>
              <a:t>I</a:t>
            </a:r>
            <a:r>
              <a:rPr lang="en-US" b="0" i="0" u="none" strike="noStrike" baseline="0" dirty="0">
                <a:latin typeface="T3Font_97"/>
              </a:rPr>
              <a:t>,</a:t>
            </a:r>
          </a:p>
          <a:p>
            <a:pPr algn="l"/>
            <a:r>
              <a:rPr lang="en-US" b="0" i="1" u="none" strike="noStrike" baseline="0" dirty="0">
                <a:latin typeface="T3Font_96"/>
              </a:rPr>
              <a:t>E </a:t>
            </a:r>
            <a:r>
              <a:rPr lang="en-US" b="0" i="0" u="none" strike="noStrike" baseline="0" dirty="0">
                <a:latin typeface="T3Font_97"/>
              </a:rPr>
              <a:t>→ </a:t>
            </a:r>
            <a:r>
              <a:rPr lang="en-US" b="0" i="1" u="none" strike="noStrike" baseline="0" dirty="0">
                <a:latin typeface="T3Font_96"/>
              </a:rPr>
              <a:t>E </a:t>
            </a:r>
            <a:r>
              <a:rPr lang="en-US" b="0" i="0" u="none" strike="noStrike" baseline="0" dirty="0">
                <a:latin typeface="T3Font_97"/>
              </a:rPr>
              <a:t>+ </a:t>
            </a:r>
            <a:r>
              <a:rPr lang="en-US" b="0" i="1" u="none" strike="noStrike" baseline="0" dirty="0">
                <a:latin typeface="T3Font_96"/>
              </a:rPr>
              <a:t>T</a:t>
            </a:r>
            <a:r>
              <a:rPr lang="en-US" b="0" i="0" u="none" strike="noStrike" baseline="0" dirty="0">
                <a:latin typeface="T3Font_97"/>
              </a:rPr>
              <a:t>,</a:t>
            </a:r>
          </a:p>
          <a:p>
            <a:pPr algn="l"/>
            <a:r>
              <a:rPr lang="en-US" b="0" i="1" u="none" strike="noStrike" baseline="0" dirty="0">
                <a:latin typeface="T3Font_96"/>
              </a:rPr>
              <a:t>T </a:t>
            </a:r>
            <a:r>
              <a:rPr lang="en-US" b="0" i="0" u="none" strike="noStrike" baseline="0" dirty="0">
                <a:latin typeface="T3Font_97"/>
              </a:rPr>
              <a:t>→ </a:t>
            </a:r>
            <a:r>
              <a:rPr lang="en-US" b="0" i="1" u="none" strike="noStrike" baseline="0" dirty="0">
                <a:latin typeface="T3Font_96"/>
              </a:rPr>
              <a:t>T</a:t>
            </a:r>
            <a:r>
              <a:rPr lang="en-US" b="0" i="0" u="none" strike="noStrike" baseline="0" dirty="0">
                <a:latin typeface="T3Font_97"/>
              </a:rPr>
              <a:t>*</a:t>
            </a:r>
            <a:r>
              <a:rPr lang="en-US" b="0" i="1" u="none" strike="noStrike" baseline="0" dirty="0">
                <a:latin typeface="T3Font_96"/>
              </a:rPr>
              <a:t>F</a:t>
            </a:r>
            <a:r>
              <a:rPr lang="en-US" b="0" i="0" u="none" strike="noStrike" baseline="0" dirty="0">
                <a:latin typeface="T3Font_97"/>
              </a:rPr>
              <a:t>,</a:t>
            </a:r>
          </a:p>
          <a:p>
            <a:pPr algn="l"/>
            <a:r>
              <a:rPr lang="en-US" b="0" i="1" u="none" strike="noStrike" baseline="0" dirty="0">
                <a:latin typeface="T3Font_96"/>
              </a:rPr>
              <a:t>F </a:t>
            </a:r>
            <a:r>
              <a:rPr lang="en-US" b="0" i="0" u="none" strike="noStrike" baseline="0" dirty="0">
                <a:latin typeface="T3Font_97"/>
              </a:rPr>
              <a:t>→ (</a:t>
            </a:r>
            <a:r>
              <a:rPr lang="en-US" b="0" i="1" u="none" strike="noStrike" baseline="0" dirty="0">
                <a:latin typeface="T3Font_96"/>
              </a:rPr>
              <a:t>E</a:t>
            </a:r>
            <a:r>
              <a:rPr lang="en-US" b="0" i="0" u="none" strike="noStrike" baseline="0" dirty="0">
                <a:latin typeface="T3Font_97"/>
              </a:rPr>
              <a:t>),</a:t>
            </a:r>
          </a:p>
          <a:p>
            <a:pPr algn="l"/>
            <a:r>
              <a:rPr lang="en-US" b="0" i="1" u="none" strike="noStrike" baseline="0" dirty="0">
                <a:latin typeface="T3Font_96"/>
              </a:rPr>
              <a:t>I </a:t>
            </a:r>
            <a:r>
              <a:rPr lang="en-US" b="0" i="0" u="none" strike="noStrike" baseline="0" dirty="0">
                <a:latin typeface="T3Font_97"/>
              </a:rPr>
              <a:t>→ </a:t>
            </a:r>
            <a:r>
              <a:rPr lang="en-US" b="0" i="1" u="none" strike="noStrike" baseline="0" dirty="0" err="1">
                <a:latin typeface="T3Font_96"/>
              </a:rPr>
              <a:t>a</a:t>
            </a:r>
            <a:r>
              <a:rPr lang="en-US" b="0" i="0" u="none" strike="noStrike" baseline="0" dirty="0" err="1">
                <a:latin typeface="T3Font_97"/>
              </a:rPr>
              <a:t>|</a:t>
            </a:r>
            <a:r>
              <a:rPr lang="en-US" b="0" i="1" u="none" strike="noStrike" baseline="0" dirty="0" err="1">
                <a:latin typeface="T3Font_96"/>
              </a:rPr>
              <a:t>b</a:t>
            </a:r>
            <a:r>
              <a:rPr lang="en-US" b="0" i="0" u="none" strike="noStrike" baseline="0" dirty="0" err="1">
                <a:latin typeface="T3Font_97"/>
              </a:rPr>
              <a:t>|</a:t>
            </a:r>
            <a:r>
              <a:rPr lang="en-US" b="0" i="1" u="none" strike="noStrike" baseline="0" dirty="0" err="1">
                <a:latin typeface="T3Font_96"/>
              </a:rPr>
              <a:t>c</a:t>
            </a:r>
            <a:r>
              <a:rPr lang="en-US" b="0" i="0" u="none" strike="noStrike" baseline="0" dirty="0">
                <a:latin typeface="T3Font_97"/>
              </a:rPr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05356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0B6C-496D-D925-9C1E-2BCB27C3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9E0C8-0E0C-7BEC-0610-626FC39C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Backus-Naur Form (BNF)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D161AA-E538-B135-C573-B01330A1E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⟨expression⟩ ::= ⟨term⟩|⟨expression⟩ + ⟨term⟩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⟨term⟩ ::= ⟨factor⟩|⟨term⟩*⟨factor⟩</a:t>
            </a:r>
          </a:p>
        </p:txBody>
      </p:sp>
    </p:spTree>
    <p:extLst>
      <p:ext uri="{BB962C8B-B14F-4D97-AF65-F5344CB8AC3E}">
        <p14:creationId xmlns:p14="http://schemas.microsoft.com/office/powerpoint/2010/main" val="3296291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E86A2-8F85-F843-AE45-3EA9CFEA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and membership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9FD503-9669-621E-087A-1F6C8A0D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Consider grammar with productions</a:t>
            </a:r>
          </a:p>
          <a:p>
            <a:pPr marL="0" indent="0">
              <a:buNone/>
            </a:pPr>
            <a:r>
              <a:rPr lang="en-US" sz="3200" dirty="0"/>
              <a:t>	S → </a:t>
            </a:r>
            <a:r>
              <a:rPr lang="en-US" sz="3200" dirty="0" err="1"/>
              <a:t>aAB</a:t>
            </a:r>
            <a:r>
              <a:rPr lang="en-US" dirty="0"/>
              <a:t>; </a:t>
            </a:r>
            <a:r>
              <a:rPr lang="en-US" sz="3200" dirty="0"/>
              <a:t>A → </a:t>
            </a:r>
            <a:r>
              <a:rPr lang="en-US" sz="3200" dirty="0" err="1"/>
              <a:t>bBb</a:t>
            </a:r>
            <a:r>
              <a:rPr lang="en-US" dirty="0"/>
              <a:t>; </a:t>
            </a:r>
            <a:r>
              <a:rPr lang="en-US" sz="3200" dirty="0"/>
              <a:t>B → </a:t>
            </a:r>
            <a:r>
              <a:rPr lang="en-US" sz="3200" dirty="0" err="1"/>
              <a:t>A|λ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Question: does a given string w or terminals belong to L(G) ?</a:t>
            </a:r>
          </a:p>
          <a:p>
            <a:r>
              <a:rPr lang="en-US" dirty="0"/>
              <a:t>Approach brute force parsing</a:t>
            </a:r>
          </a:p>
          <a:p>
            <a:pPr lvl="1"/>
            <a:r>
              <a:rPr lang="en-US" dirty="0"/>
              <a:t>Problems:</a:t>
            </a:r>
          </a:p>
          <a:p>
            <a:pPr lvl="2"/>
            <a:r>
              <a:rPr lang="en-US" dirty="0"/>
              <a:t>Efficiency</a:t>
            </a:r>
          </a:p>
          <a:p>
            <a:pPr lvl="2"/>
            <a:r>
              <a:rPr lang="en-US" dirty="0"/>
              <a:t>Never terminates </a:t>
            </a:r>
          </a:p>
        </p:txBody>
      </p:sp>
    </p:spTree>
    <p:extLst>
      <p:ext uri="{BB962C8B-B14F-4D97-AF65-F5344CB8AC3E}">
        <p14:creationId xmlns:p14="http://schemas.microsoft.com/office/powerpoint/2010/main" val="100934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CB0FA6-2B62-854C-5C32-CDFF5F70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AF8044-8C25-03C2-54CF-826203DDD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 context-free grammar there exists an algorithm that parses any w ∈ L (G) in a number of steps proportional to |w|</a:t>
            </a:r>
            <a:r>
              <a:rPr lang="en-US" baseline="30000" dirty="0"/>
              <a:t>3</a:t>
            </a:r>
            <a:r>
              <a:rPr lang="en-US" dirty="0"/>
              <a:t>.</a:t>
            </a:r>
          </a:p>
          <a:p>
            <a:r>
              <a:rPr lang="en-US" dirty="0"/>
              <a:t>Not acceptable for a moderately long program.</a:t>
            </a:r>
          </a:p>
        </p:txBody>
      </p:sp>
    </p:spTree>
    <p:extLst>
      <p:ext uri="{BB962C8B-B14F-4D97-AF65-F5344CB8AC3E}">
        <p14:creationId xmlns:p14="http://schemas.microsoft.com/office/powerpoint/2010/main" val="2391293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79F07-2862-F574-5BDF-D5B0E4E2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grammar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0D7BEA7-057D-1D4E-36C9-67D70DD9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 context-free grammar G = (V, T, S, P) is said to be a simple grammar or s-grammar if all its productions are of the form</a:t>
            </a:r>
          </a:p>
          <a:p>
            <a:pPr marL="457200" lvl="1" indent="0">
              <a:buNone/>
            </a:pPr>
            <a:r>
              <a:rPr lang="en-US" sz="2400" dirty="0"/>
              <a:t>A → ax,</a:t>
            </a:r>
          </a:p>
          <a:p>
            <a:pPr marL="0" indent="0">
              <a:buNone/>
            </a:pPr>
            <a:r>
              <a:rPr lang="en-US" sz="2800" dirty="0"/>
              <a:t>where A ∈ V, a ∈ T, x ∈ V*, and any pair (A, a) occurs at most once in P.</a:t>
            </a:r>
          </a:p>
          <a:p>
            <a:endParaRPr lang="en-US" sz="2800" dirty="0"/>
          </a:p>
          <a:p>
            <a:r>
              <a:rPr lang="en-US" sz="2800" dirty="0"/>
              <a:t>A s-grammar can be parsed in linear time.</a:t>
            </a:r>
          </a:p>
          <a:p>
            <a:r>
              <a:rPr lang="en-US" sz="2800" dirty="0"/>
              <a:t>Many features of common programming can be described in s-grammars</a:t>
            </a:r>
          </a:p>
        </p:txBody>
      </p:sp>
    </p:spTree>
    <p:extLst>
      <p:ext uri="{BB962C8B-B14F-4D97-AF65-F5344CB8AC3E}">
        <p14:creationId xmlns:p14="http://schemas.microsoft.com/office/powerpoint/2010/main" val="3562027449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7B733D-BE6B-40B3-A404-47AA97FD1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93FC8A3-6587-40B8-8C07-DD6853736AD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50ae0a0-5225-49ca-816d-fa9d7d7ed806"/>
    <ds:schemaRef ds:uri="fbda534c-2e95-4822-892f-e4ca2919e06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2475</TotalTime>
  <Words>576</Words>
  <Application>Microsoft Office PowerPoint</Application>
  <PresentationFormat>Diavoorstelling (4:3)</PresentationFormat>
  <Paragraphs>109</Paragraphs>
  <Slides>15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2" baseType="lpstr">
      <vt:lpstr>Arial</vt:lpstr>
      <vt:lpstr>DejaVuSans</vt:lpstr>
      <vt:lpstr>T3Font_100</vt:lpstr>
      <vt:lpstr>T3Font_96</vt:lpstr>
      <vt:lpstr>T3Font_97</vt:lpstr>
      <vt:lpstr>T3Font_99</vt:lpstr>
      <vt:lpstr>Standaardontwerp</vt:lpstr>
      <vt:lpstr>Automata</vt:lpstr>
      <vt:lpstr>Context-free languages</vt:lpstr>
      <vt:lpstr>Recap: Regular languages  and regular grammars</vt:lpstr>
      <vt:lpstr>Context-free grammars</vt:lpstr>
      <vt:lpstr>Context-free grammars</vt:lpstr>
      <vt:lpstr>Context-free sample</vt:lpstr>
      <vt:lpstr>Excercise</vt:lpstr>
      <vt:lpstr>Leftmost and Rightmost Derivations</vt:lpstr>
      <vt:lpstr>Ambiguity</vt:lpstr>
      <vt:lpstr>Two derivation trees for a+b*c</vt:lpstr>
      <vt:lpstr>Solving ambiguity</vt:lpstr>
      <vt:lpstr>Backus-Naur Form (BNF)</vt:lpstr>
      <vt:lpstr>Parsing and membership</vt:lpstr>
      <vt:lpstr>Efficiency</vt:lpstr>
      <vt:lpstr>Simple grammar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lastModifiedBy>Hans van Heumen</cp:lastModifiedBy>
  <cp:revision>219</cp:revision>
  <dcterms:created xsi:type="dcterms:W3CDTF">2008-02-27T16:33:19Z</dcterms:created>
  <dcterms:modified xsi:type="dcterms:W3CDTF">2025-06-02T09:27:56Z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